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8.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9.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0.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1.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2.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1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7"/>
  </p:notesMasterIdLst>
  <p:sldIdLst>
    <p:sldId id="2076136851" r:id="rId2"/>
    <p:sldId id="2076136842" r:id="rId3"/>
    <p:sldId id="2076136845" r:id="rId4"/>
    <p:sldId id="383" r:id="rId5"/>
    <p:sldId id="261" r:id="rId6"/>
    <p:sldId id="2076136846" r:id="rId7"/>
    <p:sldId id="270" r:id="rId8"/>
    <p:sldId id="271" r:id="rId9"/>
    <p:sldId id="260" r:id="rId10"/>
    <p:sldId id="267" r:id="rId11"/>
    <p:sldId id="269" r:id="rId12"/>
    <p:sldId id="307" r:id="rId13"/>
    <p:sldId id="308" r:id="rId14"/>
    <p:sldId id="325" r:id="rId15"/>
    <p:sldId id="309" r:id="rId16"/>
    <p:sldId id="300" r:id="rId17"/>
    <p:sldId id="332" r:id="rId18"/>
    <p:sldId id="374" r:id="rId19"/>
    <p:sldId id="373" r:id="rId20"/>
    <p:sldId id="331" r:id="rId21"/>
    <p:sldId id="310" r:id="rId22"/>
    <p:sldId id="333" r:id="rId23"/>
    <p:sldId id="311" r:id="rId24"/>
    <p:sldId id="273" r:id="rId25"/>
    <p:sldId id="274" r:id="rId26"/>
    <p:sldId id="275" r:id="rId27"/>
    <p:sldId id="276" r:id="rId28"/>
    <p:sldId id="2076136860" r:id="rId29"/>
    <p:sldId id="2076136861" r:id="rId30"/>
    <p:sldId id="2076136862" r:id="rId31"/>
    <p:sldId id="2076136857" r:id="rId32"/>
    <p:sldId id="2076136859" r:id="rId33"/>
    <p:sldId id="2076136858" r:id="rId34"/>
    <p:sldId id="391" r:id="rId35"/>
    <p:sldId id="2076136852" r:id="rId36"/>
    <p:sldId id="2076136855" r:id="rId37"/>
    <p:sldId id="2076136854" r:id="rId38"/>
    <p:sldId id="2076136856" r:id="rId39"/>
    <p:sldId id="2076136867" r:id="rId40"/>
    <p:sldId id="2076136864" r:id="rId41"/>
    <p:sldId id="2076136865" r:id="rId42"/>
    <p:sldId id="2076136868" r:id="rId43"/>
    <p:sldId id="2076136866" r:id="rId44"/>
    <p:sldId id="396" r:id="rId45"/>
    <p:sldId id="2076136863" r:id="rId46"/>
    <p:sldId id="379" r:id="rId47"/>
    <p:sldId id="380" r:id="rId48"/>
    <p:sldId id="381" r:id="rId49"/>
    <p:sldId id="382" r:id="rId50"/>
    <p:sldId id="377" r:id="rId51"/>
    <p:sldId id="378" r:id="rId52"/>
    <p:sldId id="376" r:id="rId53"/>
    <p:sldId id="375" r:id="rId54"/>
    <p:sldId id="2076136844" r:id="rId55"/>
    <p:sldId id="398"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lease Read" id="{CD313FC1-CC73-4746-8AAF-9659F948BFFF}">
          <p14:sldIdLst>
            <p14:sldId id="2076136851"/>
          </p14:sldIdLst>
        </p14:section>
        <p14:section name="Title Slides" id="{A7E893B7-191E-3F44-997C-156D2D0713DF}">
          <p14:sldIdLst>
            <p14:sldId id="2076136842"/>
            <p14:sldId id="2076136845"/>
          </p14:sldIdLst>
        </p14:section>
        <p14:section name="Section Dividers" id="{53FE900D-E4CF-3B45-960F-1D122026671F}">
          <p14:sldIdLst>
            <p14:sldId id="383"/>
            <p14:sldId id="261"/>
            <p14:sldId id="2076136846"/>
          </p14:sldIdLst>
        </p14:section>
        <p14:section name="Content Slides" id="{71F8DCCC-8154-854E-B5A8-DA5F9CD56715}">
          <p14:sldIdLst>
            <p14:sldId id="270"/>
            <p14:sldId id="271"/>
            <p14:sldId id="260"/>
            <p14:sldId id="267"/>
            <p14:sldId id="269"/>
          </p14:sldIdLst>
        </p14:section>
        <p14:section name="Charts and Graphs" id="{D8FD43CC-50D9-7345-BAAD-09A1EF0C87A7}">
          <p14:sldIdLst>
            <p14:sldId id="307"/>
            <p14:sldId id="308"/>
            <p14:sldId id="325"/>
            <p14:sldId id="309"/>
            <p14:sldId id="300"/>
            <p14:sldId id="332"/>
            <p14:sldId id="374"/>
            <p14:sldId id="373"/>
            <p14:sldId id="331"/>
            <p14:sldId id="310"/>
            <p14:sldId id="333"/>
            <p14:sldId id="311"/>
          </p14:sldIdLst>
        </p14:section>
        <p14:section name="Samples Slides" id="{938C2F8D-F398-DC42-9E9A-F3D03DD0407E}">
          <p14:sldIdLst>
            <p14:sldId id="273"/>
            <p14:sldId id="274"/>
            <p14:sldId id="275"/>
            <p14:sldId id="276"/>
            <p14:sldId id="2076136860"/>
            <p14:sldId id="2076136861"/>
            <p14:sldId id="2076136862"/>
            <p14:sldId id="2076136857"/>
            <p14:sldId id="2076136859"/>
            <p14:sldId id="2076136858"/>
            <p14:sldId id="391"/>
            <p14:sldId id="2076136852"/>
            <p14:sldId id="2076136855"/>
            <p14:sldId id="2076136854"/>
            <p14:sldId id="2076136856"/>
            <p14:sldId id="2076136867"/>
            <p14:sldId id="2076136864"/>
            <p14:sldId id="2076136865"/>
            <p14:sldId id="2076136868"/>
            <p14:sldId id="2076136866"/>
            <p14:sldId id="396"/>
            <p14:sldId id="2076136863"/>
            <p14:sldId id="379"/>
            <p14:sldId id="380"/>
            <p14:sldId id="381"/>
            <p14:sldId id="382"/>
            <p14:sldId id="377"/>
            <p14:sldId id="378"/>
            <p14:sldId id="376"/>
            <p14:sldId id="375"/>
          </p14:sldIdLst>
        </p14:section>
        <p14:section name="Closing Slides" id="{241ECAB0-7241-A64F-A00C-CA29E3564FDD}">
          <p14:sldIdLst>
            <p14:sldId id="2076136844"/>
            <p14:sldId id="398"/>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900"/>
    <a:srgbClr val="75787B"/>
    <a:srgbClr val="7F7F7F"/>
    <a:srgbClr val="28AE73"/>
    <a:srgbClr val="898989"/>
    <a:srgbClr val="B3B3B3"/>
    <a:srgbClr val="2CCCD2"/>
    <a:srgbClr val="3F3F3F"/>
    <a:srgbClr val="F0F0F0"/>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0" d="100"/>
          <a:sy n="80" d="100"/>
        </p:scale>
        <p:origin x="112" y="-70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0"/>
    <c:plotArea>
      <c:layout>
        <c:manualLayout>
          <c:layoutTarget val="inner"/>
          <c:xMode val="edge"/>
          <c:yMode val="edge"/>
          <c:x val="4.6081758019354782E-2"/>
          <c:y val="0.1269626141217681"/>
          <c:w val="0.94243449921286626"/>
          <c:h val="0.77667417660060689"/>
        </c:manualLayout>
      </c:layout>
      <c:barChart>
        <c:barDir val="col"/>
        <c:grouping val="stacked"/>
        <c:varyColors val="0"/>
        <c:ser>
          <c:idx val="0"/>
          <c:order val="0"/>
          <c:tx>
            <c:strRef>
              <c:f>Sheet1!$B$1</c:f>
              <c:strCache>
                <c:ptCount val="1"/>
                <c:pt idx="0">
                  <c:v>Series 1</c:v>
                </c:pt>
              </c:strCache>
            </c:strRef>
          </c:tx>
          <c:spPr>
            <a:solidFill>
              <a:schemeClr val="accent3">
                <a:lumMod val="75000"/>
              </a:schemeClr>
            </a:solidFill>
            <a:ln>
              <a:noFill/>
            </a:ln>
            <a:effectLst/>
          </c:spPr>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1.4</c:v>
                </c:pt>
                <c:pt idx="1">
                  <c:v>2.8</c:v>
                </c:pt>
                <c:pt idx="2">
                  <c:v>4.0999999999999996</c:v>
                </c:pt>
                <c:pt idx="3">
                  <c:v>4.8</c:v>
                </c:pt>
              </c:numCache>
            </c:numRef>
          </c:val>
          <c:extLst>
            <c:ext xmlns:c16="http://schemas.microsoft.com/office/drawing/2014/chart" uri="{C3380CC4-5D6E-409C-BE32-E72D297353CC}">
              <c16:uniqueId val="{00000000-DC2C-4786-A868-8DA8594C692D}"/>
            </c:ext>
          </c:extLst>
        </c:ser>
        <c:ser>
          <c:idx val="1"/>
          <c:order val="1"/>
          <c:tx>
            <c:strRef>
              <c:f>Sheet1!$C$1</c:f>
              <c:strCache>
                <c:ptCount val="1"/>
                <c:pt idx="0">
                  <c:v>Series 2</c:v>
                </c:pt>
              </c:strCache>
            </c:strRef>
          </c:tx>
          <c:spPr>
            <a:solidFill>
              <a:schemeClr val="accent3"/>
            </a:solidFill>
            <a:ln>
              <a:noFill/>
            </a:ln>
            <a:effectLst/>
          </c:spPr>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2.2000000000000002</c:v>
                </c:pt>
                <c:pt idx="1">
                  <c:v>1.8</c:v>
                </c:pt>
                <c:pt idx="2">
                  <c:v>3.3</c:v>
                </c:pt>
                <c:pt idx="3">
                  <c:v>3.7</c:v>
                </c:pt>
              </c:numCache>
            </c:numRef>
          </c:val>
          <c:extLst>
            <c:ext xmlns:c16="http://schemas.microsoft.com/office/drawing/2014/chart" uri="{C3380CC4-5D6E-409C-BE32-E72D297353CC}">
              <c16:uniqueId val="{00000001-DC2C-4786-A868-8DA8594C692D}"/>
            </c:ext>
          </c:extLst>
        </c:ser>
        <c:ser>
          <c:idx val="2"/>
          <c:order val="2"/>
          <c:tx>
            <c:strRef>
              <c:f>Sheet1!$D$1</c:f>
              <c:strCache>
                <c:ptCount val="1"/>
                <c:pt idx="0">
                  <c:v>Series 3</c:v>
                </c:pt>
              </c:strCache>
            </c:strRef>
          </c:tx>
          <c:spPr>
            <a:solidFill>
              <a:schemeClr val="accent3">
                <a:lumMod val="60000"/>
                <a:lumOff val="40000"/>
              </a:schemeClr>
            </a:solidFill>
            <a:ln>
              <a:noFill/>
            </a:ln>
            <a:effectLst/>
          </c:spPr>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3.7</c:v>
                </c:pt>
                <c:pt idx="1">
                  <c:v>2.1</c:v>
                </c:pt>
                <c:pt idx="2">
                  <c:v>0.8</c:v>
                </c:pt>
                <c:pt idx="3">
                  <c:v>4.2</c:v>
                </c:pt>
              </c:numCache>
            </c:numRef>
          </c:val>
          <c:extLst>
            <c:ext xmlns:c16="http://schemas.microsoft.com/office/drawing/2014/chart" uri="{C3380CC4-5D6E-409C-BE32-E72D297353CC}">
              <c16:uniqueId val="{00000002-DC2C-4786-A868-8DA8594C692D}"/>
            </c:ext>
          </c:extLst>
        </c:ser>
        <c:ser>
          <c:idx val="3"/>
          <c:order val="3"/>
          <c:tx>
            <c:strRef>
              <c:f>Sheet1!$E$1</c:f>
              <c:strCache>
                <c:ptCount val="1"/>
                <c:pt idx="0">
                  <c:v>Series 4</c:v>
                </c:pt>
              </c:strCache>
            </c:strRef>
          </c:tx>
          <c:spPr>
            <a:solidFill>
              <a:schemeClr val="accent3">
                <a:lumMod val="40000"/>
                <a:lumOff val="60000"/>
              </a:schemeClr>
            </a:solidFill>
            <a:ln>
              <a:noFill/>
            </a:ln>
            <a:effectLst/>
          </c:spPr>
          <c:invertIfNegative val="0"/>
          <c:cat>
            <c:strRef>
              <c:f>Sheet1!$A$2:$A$5</c:f>
              <c:strCache>
                <c:ptCount val="4"/>
                <c:pt idx="0">
                  <c:v>Category 1</c:v>
                </c:pt>
                <c:pt idx="1">
                  <c:v>Category 2</c:v>
                </c:pt>
                <c:pt idx="2">
                  <c:v>Category 3</c:v>
                </c:pt>
                <c:pt idx="3">
                  <c:v>Category 4</c:v>
                </c:pt>
              </c:strCache>
            </c:strRef>
          </c:cat>
          <c:val>
            <c:numRef>
              <c:f>Sheet1!$E$2:$E$5</c:f>
              <c:numCache>
                <c:formatCode>General</c:formatCode>
                <c:ptCount val="4"/>
                <c:pt idx="0">
                  <c:v>4.3</c:v>
                </c:pt>
                <c:pt idx="1">
                  <c:v>3.1</c:v>
                </c:pt>
                <c:pt idx="2">
                  <c:v>2.1</c:v>
                </c:pt>
                <c:pt idx="3">
                  <c:v>3.2</c:v>
                </c:pt>
              </c:numCache>
            </c:numRef>
          </c:val>
          <c:extLst>
            <c:ext xmlns:c16="http://schemas.microsoft.com/office/drawing/2014/chart" uri="{C3380CC4-5D6E-409C-BE32-E72D297353CC}">
              <c16:uniqueId val="{00000000-3D48-E44D-AACC-DC10E065E507}"/>
            </c:ext>
          </c:extLst>
        </c:ser>
        <c:dLbls>
          <c:showLegendKey val="0"/>
          <c:showVal val="0"/>
          <c:showCatName val="0"/>
          <c:showSerName val="0"/>
          <c:showPercent val="0"/>
          <c:showBubbleSize val="0"/>
        </c:dLbls>
        <c:gapWidth val="150"/>
        <c:overlap val="100"/>
        <c:axId val="-2078961928"/>
        <c:axId val="-2078964920"/>
      </c:barChart>
      <c:catAx>
        <c:axId val="-2078961928"/>
        <c:scaling>
          <c:orientation val="minMax"/>
        </c:scaling>
        <c:delete val="0"/>
        <c:axPos val="b"/>
        <c:numFmt formatCode="General" sourceLinked="0"/>
        <c:majorTickMark val="none"/>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Inter" panose="020B0502030000000004" pitchFamily="34" charset="0"/>
                <a:cs typeface="Arial" panose="020B0604020202020204" pitchFamily="34" charset="0"/>
              </a:defRPr>
            </a:pPr>
            <a:endParaRPr lang="en-US"/>
          </a:p>
        </c:txPr>
        <c:crossAx val="-2078964920"/>
        <c:crosses val="autoZero"/>
        <c:auto val="1"/>
        <c:lblAlgn val="ctr"/>
        <c:lblOffset val="100"/>
        <c:noMultiLvlLbl val="0"/>
      </c:catAx>
      <c:valAx>
        <c:axId val="-2078964920"/>
        <c:scaling>
          <c:orientation val="minMax"/>
        </c:scaling>
        <c:delete val="0"/>
        <c:axPos val="l"/>
        <c:majorGridlines>
          <c:spPr>
            <a:ln w="6350" cap="flat" cmpd="sng" algn="ctr">
              <a:solidFill>
                <a:srgbClr val="898989"/>
              </a:solidFill>
              <a:prstDash val="solid"/>
              <a:round/>
            </a:ln>
            <a:effectLst/>
          </c:spPr>
        </c:majorGridlines>
        <c:numFmt formatCode="General" sourceLinked="1"/>
        <c:majorTickMark val="out"/>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Inter" panose="020B0502030000000004" pitchFamily="34" charset="0"/>
                <a:cs typeface="Arial" panose="020B0604020202020204" pitchFamily="34" charset="0"/>
              </a:defRPr>
            </a:pPr>
            <a:endParaRPr lang="en-US"/>
          </a:p>
        </c:txPr>
        <c:crossAx val="-2078961928"/>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Inter" panose="020B0502030000000004" pitchFamily="34" charset="0"/>
              <a:cs typeface="Arial" panose="020B0604020202020204" pitchFamily="34" charset="0"/>
            </a:defRPr>
          </a:pPr>
          <a:endParaRPr lang="en-US"/>
        </a:p>
      </c:txPr>
    </c:legend>
    <c:plotVisOnly val="1"/>
    <c:dispBlanksAs val="gap"/>
    <c:showDLblsOverMax val="0"/>
  </c:chart>
  <c:spPr>
    <a:noFill/>
    <a:ln w="6350" cap="flat" cmpd="sng" algn="ctr">
      <a:noFill/>
      <a:prstDash val="solid"/>
      <a:miter lim="800000"/>
    </a:ln>
    <a:effectLst/>
  </c:spPr>
  <c:txPr>
    <a:bodyPr/>
    <a:lstStyle/>
    <a:p>
      <a:pPr>
        <a:defRPr sz="18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0"/>
    <c:plotArea>
      <c:layout/>
      <c:lineChart>
        <c:grouping val="standard"/>
        <c:varyColors val="0"/>
        <c:ser>
          <c:idx val="0"/>
          <c:order val="0"/>
          <c:tx>
            <c:strRef>
              <c:f>Sheet1!$B$1</c:f>
              <c:strCache>
                <c:ptCount val="1"/>
                <c:pt idx="0">
                  <c:v>Series 1</c:v>
                </c:pt>
              </c:strCache>
            </c:strRef>
          </c:tx>
          <c:spPr>
            <a:ln w="31750" cap="rnd" cmpd="sng" algn="ctr">
              <a:solidFill>
                <a:schemeClr val="accent4">
                  <a:lumMod val="50000"/>
                </a:schemeClr>
              </a:solidFill>
              <a:prstDash val="solid"/>
              <a:round/>
            </a:ln>
            <a:effectLst/>
          </c:spPr>
          <c:marker>
            <c:symbol val="none"/>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1.4</c:v>
                </c:pt>
                <c:pt idx="1">
                  <c:v>2.8</c:v>
                </c:pt>
                <c:pt idx="2">
                  <c:v>4.0999999999999996</c:v>
                </c:pt>
                <c:pt idx="3">
                  <c:v>4.8</c:v>
                </c:pt>
              </c:numCache>
            </c:numRef>
          </c:val>
          <c:smooth val="0"/>
          <c:extLst>
            <c:ext xmlns:c16="http://schemas.microsoft.com/office/drawing/2014/chart" uri="{C3380CC4-5D6E-409C-BE32-E72D297353CC}">
              <c16:uniqueId val="{00000000-641D-430B-ABA8-E2E98725621A}"/>
            </c:ext>
          </c:extLst>
        </c:ser>
        <c:ser>
          <c:idx val="1"/>
          <c:order val="1"/>
          <c:tx>
            <c:strRef>
              <c:f>Sheet1!$C$1</c:f>
              <c:strCache>
                <c:ptCount val="1"/>
                <c:pt idx="0">
                  <c:v>Series 2</c:v>
                </c:pt>
              </c:strCache>
            </c:strRef>
          </c:tx>
          <c:spPr>
            <a:ln w="31750" cap="rnd" cmpd="sng" algn="ctr">
              <a:solidFill>
                <a:schemeClr val="accent4">
                  <a:lumMod val="75000"/>
                </a:schemeClr>
              </a:solidFill>
              <a:prstDash val="solid"/>
              <a:round/>
            </a:ln>
            <a:effectLst/>
          </c:spPr>
          <c:marker>
            <c:symbol val="none"/>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2.2000000000000002</c:v>
                </c:pt>
                <c:pt idx="1">
                  <c:v>1.8</c:v>
                </c:pt>
                <c:pt idx="2">
                  <c:v>3.3</c:v>
                </c:pt>
                <c:pt idx="3">
                  <c:v>3.7</c:v>
                </c:pt>
              </c:numCache>
            </c:numRef>
          </c:val>
          <c:smooth val="0"/>
          <c:extLst>
            <c:ext xmlns:c16="http://schemas.microsoft.com/office/drawing/2014/chart" uri="{C3380CC4-5D6E-409C-BE32-E72D297353CC}">
              <c16:uniqueId val="{00000001-641D-430B-ABA8-E2E98725621A}"/>
            </c:ext>
          </c:extLst>
        </c:ser>
        <c:ser>
          <c:idx val="2"/>
          <c:order val="2"/>
          <c:tx>
            <c:strRef>
              <c:f>Sheet1!$D$1</c:f>
              <c:strCache>
                <c:ptCount val="1"/>
                <c:pt idx="0">
                  <c:v>Series 3</c:v>
                </c:pt>
              </c:strCache>
            </c:strRef>
          </c:tx>
          <c:spPr>
            <a:ln w="31750" cap="rnd" cmpd="sng" algn="ctr">
              <a:solidFill>
                <a:schemeClr val="accent4"/>
              </a:solidFill>
              <a:prstDash val="solid"/>
              <a:round/>
            </a:ln>
            <a:effectLst/>
          </c:spPr>
          <c:marker>
            <c:symbol val="none"/>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3.7</c:v>
                </c:pt>
                <c:pt idx="1">
                  <c:v>2.1</c:v>
                </c:pt>
                <c:pt idx="2">
                  <c:v>0.8</c:v>
                </c:pt>
                <c:pt idx="3">
                  <c:v>4.2</c:v>
                </c:pt>
              </c:numCache>
            </c:numRef>
          </c:val>
          <c:smooth val="0"/>
          <c:extLst>
            <c:ext xmlns:c16="http://schemas.microsoft.com/office/drawing/2014/chart" uri="{C3380CC4-5D6E-409C-BE32-E72D297353CC}">
              <c16:uniqueId val="{00000002-641D-430B-ABA8-E2E98725621A}"/>
            </c:ext>
          </c:extLst>
        </c:ser>
        <c:ser>
          <c:idx val="3"/>
          <c:order val="3"/>
          <c:tx>
            <c:strRef>
              <c:f>Sheet1!$E$1</c:f>
              <c:strCache>
                <c:ptCount val="1"/>
                <c:pt idx="0">
                  <c:v>Series 4</c:v>
                </c:pt>
              </c:strCache>
            </c:strRef>
          </c:tx>
          <c:spPr>
            <a:ln w="31750" cap="rnd" cmpd="sng" algn="ctr">
              <a:solidFill>
                <a:schemeClr val="accent4">
                  <a:lumMod val="60000"/>
                  <a:lumOff val="40000"/>
                </a:schemeClr>
              </a:solidFill>
              <a:prstDash val="solid"/>
              <a:round/>
            </a:ln>
            <a:effectLst/>
          </c:spPr>
          <c:marker>
            <c:symbol val="none"/>
          </c:marker>
          <c:cat>
            <c:strRef>
              <c:f>Sheet1!$A$2:$A$5</c:f>
              <c:strCache>
                <c:ptCount val="4"/>
                <c:pt idx="0">
                  <c:v>Category 1</c:v>
                </c:pt>
                <c:pt idx="1">
                  <c:v>Category 2</c:v>
                </c:pt>
                <c:pt idx="2">
                  <c:v>Category 3</c:v>
                </c:pt>
                <c:pt idx="3">
                  <c:v>Category 4</c:v>
                </c:pt>
              </c:strCache>
            </c:strRef>
          </c:cat>
          <c:val>
            <c:numRef>
              <c:f>Sheet1!$E$2:$E$5</c:f>
              <c:numCache>
                <c:formatCode>General</c:formatCode>
                <c:ptCount val="4"/>
                <c:pt idx="0">
                  <c:v>4.3</c:v>
                </c:pt>
                <c:pt idx="1">
                  <c:v>3.1</c:v>
                </c:pt>
                <c:pt idx="2">
                  <c:v>2.1</c:v>
                </c:pt>
                <c:pt idx="3">
                  <c:v>3.2</c:v>
                </c:pt>
              </c:numCache>
            </c:numRef>
          </c:val>
          <c:smooth val="0"/>
          <c:extLst>
            <c:ext xmlns:c16="http://schemas.microsoft.com/office/drawing/2014/chart" uri="{C3380CC4-5D6E-409C-BE32-E72D297353CC}">
              <c16:uniqueId val="{00000003-641D-430B-ABA8-E2E98725621A}"/>
            </c:ext>
          </c:extLst>
        </c:ser>
        <c:dLbls>
          <c:showLegendKey val="0"/>
          <c:showVal val="0"/>
          <c:showCatName val="0"/>
          <c:showSerName val="0"/>
          <c:showPercent val="0"/>
          <c:showBubbleSize val="0"/>
        </c:dLbls>
        <c:smooth val="0"/>
        <c:axId val="-2079093720"/>
        <c:axId val="-2079096712"/>
      </c:lineChart>
      <c:catAx>
        <c:axId val="-2079093720"/>
        <c:scaling>
          <c:orientation val="minMax"/>
        </c:scaling>
        <c:delete val="0"/>
        <c:axPos val="b"/>
        <c:numFmt formatCode="General" sourceLinked="0"/>
        <c:majorTickMark val="none"/>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Inter" panose="020B0502030000000004" pitchFamily="34" charset="0"/>
                <a:cs typeface="Arial" panose="020B0604020202020204" pitchFamily="34" charset="0"/>
              </a:defRPr>
            </a:pPr>
            <a:endParaRPr lang="en-US"/>
          </a:p>
        </c:txPr>
        <c:crossAx val="-2079096712"/>
        <c:crosses val="autoZero"/>
        <c:auto val="1"/>
        <c:lblAlgn val="ctr"/>
        <c:lblOffset val="100"/>
        <c:noMultiLvlLbl val="0"/>
      </c:catAx>
      <c:valAx>
        <c:axId val="-2079096712"/>
        <c:scaling>
          <c:orientation val="minMax"/>
        </c:scaling>
        <c:delete val="0"/>
        <c:axPos val="l"/>
        <c:majorGridlines>
          <c:spPr>
            <a:ln w="6350" cap="flat" cmpd="sng" algn="ctr">
              <a:solidFill>
                <a:schemeClr val="tx1">
                  <a:tint val="75000"/>
                </a:schemeClr>
              </a:solidFill>
              <a:prstDash val="solid"/>
              <a:round/>
            </a:ln>
            <a:effectLst/>
          </c:spPr>
        </c:majorGridlines>
        <c:numFmt formatCode="General" sourceLinked="1"/>
        <c:majorTickMark val="out"/>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Inter" panose="020B0502030000000004" pitchFamily="34" charset="0"/>
                <a:cs typeface="Arial" panose="020B0604020202020204" pitchFamily="34" charset="0"/>
              </a:defRPr>
            </a:pPr>
            <a:endParaRPr lang="en-US"/>
          </a:p>
        </c:txPr>
        <c:crossAx val="-207909372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Inter" panose="020B0502030000000004" pitchFamily="34" charset="0"/>
              <a:cs typeface="Arial" panose="020B0604020202020204" pitchFamily="34" charset="0"/>
            </a:defRPr>
          </a:pPr>
          <a:endParaRPr lang="en-US"/>
        </a:p>
      </c:txPr>
    </c:legend>
    <c:plotVisOnly val="1"/>
    <c:dispBlanksAs val="gap"/>
    <c:showDLblsOverMax val="0"/>
  </c:chart>
  <c:spPr>
    <a:noFill/>
    <a:ln w="6350" cap="flat" cmpd="sng" algn="ctr">
      <a:noFill/>
      <a:prstDash val="solid"/>
      <a:miter lim="800000"/>
    </a:ln>
    <a:effectLst/>
  </c:spPr>
  <c:txPr>
    <a:bodyPr/>
    <a:lstStyle/>
    <a:p>
      <a:pPr>
        <a:defRPr sz="1800"/>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0"/>
    <c:plotArea>
      <c:layout>
        <c:manualLayout>
          <c:layoutTarget val="inner"/>
          <c:xMode val="edge"/>
          <c:yMode val="edge"/>
          <c:x val="2.8569861137031562E-2"/>
          <c:y val="0.10896402415707035"/>
          <c:w val="0.95623676775300126"/>
          <c:h val="0.80834055132696103"/>
        </c:manualLayout>
      </c:layout>
      <c:lineChart>
        <c:grouping val="standard"/>
        <c:varyColors val="0"/>
        <c:ser>
          <c:idx val="0"/>
          <c:order val="0"/>
          <c:tx>
            <c:strRef>
              <c:f>Sheet1!$B$1</c:f>
              <c:strCache>
                <c:ptCount val="1"/>
                <c:pt idx="0">
                  <c:v>Series 1</c:v>
                </c:pt>
              </c:strCache>
            </c:strRef>
          </c:tx>
          <c:spPr>
            <a:ln w="31750" cap="rnd" cmpd="sng" algn="ctr">
              <a:solidFill>
                <a:schemeClr val="accent2">
                  <a:shade val="58000"/>
                </a:schemeClr>
              </a:solidFill>
              <a:prstDash val="solid"/>
              <a:round/>
            </a:ln>
            <a:effectLst/>
          </c:spPr>
          <c:marker>
            <c:symbol val="circle"/>
            <c:size val="11"/>
            <c:spPr>
              <a:gradFill rotWithShape="1">
                <a:gsLst>
                  <a:gs pos="0">
                    <a:schemeClr val="accent2">
                      <a:shade val="58000"/>
                      <a:satMod val="103000"/>
                      <a:lumMod val="102000"/>
                      <a:tint val="94000"/>
                    </a:schemeClr>
                  </a:gs>
                  <a:gs pos="50000">
                    <a:schemeClr val="accent2">
                      <a:shade val="58000"/>
                      <a:satMod val="110000"/>
                      <a:lumMod val="100000"/>
                      <a:shade val="100000"/>
                    </a:schemeClr>
                  </a:gs>
                  <a:gs pos="100000">
                    <a:schemeClr val="accent2">
                      <a:shade val="58000"/>
                      <a:lumMod val="99000"/>
                      <a:satMod val="120000"/>
                      <a:shade val="78000"/>
                    </a:schemeClr>
                  </a:gs>
                </a:gsLst>
                <a:lin ang="5400000" scaled="0"/>
              </a:gradFill>
              <a:ln w="6350" cap="flat" cmpd="sng" algn="ctr">
                <a:solidFill>
                  <a:schemeClr val="accent2">
                    <a:shade val="58000"/>
                  </a:schemeClr>
                </a:solidFill>
                <a:prstDash val="solid"/>
                <a:round/>
              </a:ln>
              <a:effectLst/>
            </c:spPr>
          </c:marker>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1.4</c:v>
                </c:pt>
                <c:pt idx="1">
                  <c:v>2.8</c:v>
                </c:pt>
                <c:pt idx="2">
                  <c:v>4.0999999999999996</c:v>
                </c:pt>
                <c:pt idx="3">
                  <c:v>4.8</c:v>
                </c:pt>
              </c:numCache>
            </c:numRef>
          </c:val>
          <c:smooth val="0"/>
          <c:extLst>
            <c:ext xmlns:c16="http://schemas.microsoft.com/office/drawing/2014/chart" uri="{C3380CC4-5D6E-409C-BE32-E72D297353CC}">
              <c16:uniqueId val="{00000000-4357-4E8A-BF5C-D44FC7200D62}"/>
            </c:ext>
          </c:extLst>
        </c:ser>
        <c:ser>
          <c:idx val="1"/>
          <c:order val="1"/>
          <c:tx>
            <c:strRef>
              <c:f>Sheet1!$C$1</c:f>
              <c:strCache>
                <c:ptCount val="1"/>
                <c:pt idx="0">
                  <c:v>Series 2</c:v>
                </c:pt>
              </c:strCache>
            </c:strRef>
          </c:tx>
          <c:spPr>
            <a:ln w="31750" cap="rnd" cmpd="sng" algn="ctr">
              <a:solidFill>
                <a:schemeClr val="accent2">
                  <a:shade val="86000"/>
                </a:schemeClr>
              </a:solidFill>
              <a:prstDash val="solid"/>
              <a:round/>
            </a:ln>
            <a:effectLst/>
          </c:spPr>
          <c:marker>
            <c:symbol val="circle"/>
            <c:size val="11"/>
            <c:spPr>
              <a:gradFill rotWithShape="1">
                <a:gsLst>
                  <a:gs pos="0">
                    <a:schemeClr val="accent2">
                      <a:shade val="86000"/>
                      <a:satMod val="103000"/>
                      <a:lumMod val="102000"/>
                      <a:tint val="94000"/>
                    </a:schemeClr>
                  </a:gs>
                  <a:gs pos="50000">
                    <a:schemeClr val="accent2">
                      <a:shade val="86000"/>
                      <a:satMod val="110000"/>
                      <a:lumMod val="100000"/>
                      <a:shade val="100000"/>
                    </a:schemeClr>
                  </a:gs>
                  <a:gs pos="100000">
                    <a:schemeClr val="accent2">
                      <a:shade val="86000"/>
                      <a:lumMod val="99000"/>
                      <a:satMod val="120000"/>
                      <a:shade val="78000"/>
                    </a:schemeClr>
                  </a:gs>
                </a:gsLst>
                <a:lin ang="5400000" scaled="0"/>
              </a:gradFill>
              <a:ln w="6350" cap="flat" cmpd="sng" algn="ctr">
                <a:solidFill>
                  <a:schemeClr val="accent2">
                    <a:shade val="86000"/>
                  </a:schemeClr>
                </a:solidFill>
                <a:prstDash val="solid"/>
                <a:round/>
              </a:ln>
              <a:effectLst/>
            </c:spPr>
          </c:marker>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2.2000000000000002</c:v>
                </c:pt>
                <c:pt idx="1">
                  <c:v>1.8</c:v>
                </c:pt>
                <c:pt idx="2">
                  <c:v>3.3</c:v>
                </c:pt>
                <c:pt idx="3">
                  <c:v>3.7</c:v>
                </c:pt>
              </c:numCache>
            </c:numRef>
          </c:val>
          <c:smooth val="0"/>
          <c:extLst>
            <c:ext xmlns:c16="http://schemas.microsoft.com/office/drawing/2014/chart" uri="{C3380CC4-5D6E-409C-BE32-E72D297353CC}">
              <c16:uniqueId val="{00000001-4357-4E8A-BF5C-D44FC7200D62}"/>
            </c:ext>
          </c:extLst>
        </c:ser>
        <c:ser>
          <c:idx val="2"/>
          <c:order val="2"/>
          <c:tx>
            <c:strRef>
              <c:f>Sheet1!$D$1</c:f>
              <c:strCache>
                <c:ptCount val="1"/>
                <c:pt idx="0">
                  <c:v>Series 3</c:v>
                </c:pt>
              </c:strCache>
            </c:strRef>
          </c:tx>
          <c:spPr>
            <a:ln w="31750" cap="rnd" cmpd="sng" algn="ctr">
              <a:solidFill>
                <a:schemeClr val="accent2">
                  <a:tint val="86000"/>
                </a:schemeClr>
              </a:solidFill>
              <a:prstDash val="solid"/>
              <a:round/>
            </a:ln>
            <a:effectLst/>
          </c:spPr>
          <c:marker>
            <c:symbol val="circle"/>
            <c:size val="11"/>
            <c:spPr>
              <a:gradFill rotWithShape="1">
                <a:gsLst>
                  <a:gs pos="0">
                    <a:schemeClr val="accent2">
                      <a:tint val="86000"/>
                      <a:satMod val="103000"/>
                      <a:lumMod val="102000"/>
                      <a:tint val="94000"/>
                    </a:schemeClr>
                  </a:gs>
                  <a:gs pos="50000">
                    <a:schemeClr val="accent2">
                      <a:tint val="86000"/>
                      <a:satMod val="110000"/>
                      <a:lumMod val="100000"/>
                      <a:shade val="100000"/>
                    </a:schemeClr>
                  </a:gs>
                  <a:gs pos="100000">
                    <a:schemeClr val="accent2">
                      <a:tint val="86000"/>
                      <a:lumMod val="99000"/>
                      <a:satMod val="120000"/>
                      <a:shade val="78000"/>
                    </a:schemeClr>
                  </a:gs>
                </a:gsLst>
                <a:lin ang="5400000" scaled="0"/>
              </a:gradFill>
              <a:ln w="6350" cap="flat" cmpd="sng" algn="ctr">
                <a:solidFill>
                  <a:schemeClr val="accent2">
                    <a:tint val="86000"/>
                  </a:schemeClr>
                </a:solidFill>
                <a:prstDash val="solid"/>
                <a:round/>
              </a:ln>
              <a:effectLst/>
            </c:spPr>
          </c:marker>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3.7</c:v>
                </c:pt>
                <c:pt idx="1">
                  <c:v>2.1</c:v>
                </c:pt>
                <c:pt idx="2">
                  <c:v>0.8</c:v>
                </c:pt>
                <c:pt idx="3">
                  <c:v>4.2</c:v>
                </c:pt>
              </c:numCache>
            </c:numRef>
          </c:val>
          <c:smooth val="0"/>
          <c:extLst>
            <c:ext xmlns:c16="http://schemas.microsoft.com/office/drawing/2014/chart" uri="{C3380CC4-5D6E-409C-BE32-E72D297353CC}">
              <c16:uniqueId val="{00000002-4357-4E8A-BF5C-D44FC7200D62}"/>
            </c:ext>
          </c:extLst>
        </c:ser>
        <c:ser>
          <c:idx val="3"/>
          <c:order val="3"/>
          <c:tx>
            <c:strRef>
              <c:f>Sheet1!$E$1</c:f>
              <c:strCache>
                <c:ptCount val="1"/>
                <c:pt idx="0">
                  <c:v>Series 4</c:v>
                </c:pt>
              </c:strCache>
            </c:strRef>
          </c:tx>
          <c:spPr>
            <a:ln w="31750" cap="rnd" cmpd="sng" algn="ctr">
              <a:solidFill>
                <a:schemeClr val="accent2">
                  <a:tint val="58000"/>
                </a:schemeClr>
              </a:solidFill>
              <a:prstDash val="solid"/>
              <a:round/>
            </a:ln>
            <a:effectLst/>
          </c:spPr>
          <c:marker>
            <c:symbol val="circle"/>
            <c:size val="11"/>
            <c:spPr>
              <a:solidFill>
                <a:schemeClr val="accent2">
                  <a:lumMod val="40000"/>
                  <a:lumOff val="60000"/>
                </a:schemeClr>
              </a:solidFill>
              <a:ln w="6350" cap="flat" cmpd="sng" algn="ctr">
                <a:solidFill>
                  <a:schemeClr val="accent2">
                    <a:lumMod val="40000"/>
                    <a:lumOff val="60000"/>
                  </a:schemeClr>
                </a:solidFill>
                <a:prstDash val="solid"/>
                <a:round/>
              </a:ln>
              <a:effectLst/>
            </c:spPr>
          </c:marker>
          <c:dPt>
            <c:idx val="3"/>
            <c:marker>
              <c:spPr>
                <a:solidFill>
                  <a:schemeClr val="accent2">
                    <a:lumMod val="40000"/>
                    <a:lumOff val="60000"/>
                  </a:schemeClr>
                </a:solidFill>
                <a:ln w="6350" cap="flat" cmpd="sng" algn="ctr">
                  <a:solidFill>
                    <a:schemeClr val="accent2">
                      <a:lumMod val="60000"/>
                      <a:lumOff val="40000"/>
                    </a:schemeClr>
                  </a:solidFill>
                  <a:prstDash val="solid"/>
                  <a:round/>
                </a:ln>
                <a:effectLst/>
              </c:spPr>
            </c:marker>
            <c:bubble3D val="0"/>
            <c:spPr>
              <a:ln w="31750" cap="rnd" cmpd="sng" algn="ctr">
                <a:solidFill>
                  <a:schemeClr val="accent2">
                    <a:lumMod val="60000"/>
                    <a:lumOff val="40000"/>
                  </a:schemeClr>
                </a:solidFill>
                <a:prstDash val="solid"/>
                <a:round/>
              </a:ln>
              <a:effectLst/>
            </c:spPr>
            <c:extLst>
              <c:ext xmlns:c16="http://schemas.microsoft.com/office/drawing/2014/chart" uri="{C3380CC4-5D6E-409C-BE32-E72D297353CC}">
                <c16:uniqueId val="{00000004-4357-4E8A-BF5C-D44FC7200D62}"/>
              </c:ext>
            </c:extLst>
          </c:dPt>
          <c:cat>
            <c:strRef>
              <c:f>Sheet1!$A$2:$A$5</c:f>
              <c:strCache>
                <c:ptCount val="4"/>
                <c:pt idx="0">
                  <c:v>Category 1</c:v>
                </c:pt>
                <c:pt idx="1">
                  <c:v>Category 2</c:v>
                </c:pt>
                <c:pt idx="2">
                  <c:v>Category 3</c:v>
                </c:pt>
                <c:pt idx="3">
                  <c:v>Category 4</c:v>
                </c:pt>
              </c:strCache>
            </c:strRef>
          </c:cat>
          <c:val>
            <c:numRef>
              <c:f>Sheet1!$E$2:$E$5</c:f>
              <c:numCache>
                <c:formatCode>General</c:formatCode>
                <c:ptCount val="4"/>
                <c:pt idx="0">
                  <c:v>4.3</c:v>
                </c:pt>
                <c:pt idx="1">
                  <c:v>3.1</c:v>
                </c:pt>
                <c:pt idx="2">
                  <c:v>2.1</c:v>
                </c:pt>
                <c:pt idx="3">
                  <c:v>3.2</c:v>
                </c:pt>
              </c:numCache>
            </c:numRef>
          </c:val>
          <c:smooth val="0"/>
          <c:extLst>
            <c:ext xmlns:c16="http://schemas.microsoft.com/office/drawing/2014/chart" uri="{C3380CC4-5D6E-409C-BE32-E72D297353CC}">
              <c16:uniqueId val="{00000003-4357-4E8A-BF5C-D44FC7200D62}"/>
            </c:ext>
          </c:extLst>
        </c:ser>
        <c:dLbls>
          <c:showLegendKey val="0"/>
          <c:showVal val="0"/>
          <c:showCatName val="0"/>
          <c:showSerName val="0"/>
          <c:showPercent val="0"/>
          <c:showBubbleSize val="0"/>
        </c:dLbls>
        <c:marker val="1"/>
        <c:smooth val="0"/>
        <c:axId val="-2079221736"/>
        <c:axId val="-2079226552"/>
      </c:lineChart>
      <c:catAx>
        <c:axId val="-2079221736"/>
        <c:scaling>
          <c:orientation val="minMax"/>
        </c:scaling>
        <c:delete val="0"/>
        <c:axPos val="b"/>
        <c:numFmt formatCode="General" sourceLinked="0"/>
        <c:majorTickMark val="none"/>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Inter" panose="020B0502030000000004" pitchFamily="34" charset="0"/>
                <a:cs typeface="Arial" panose="020B0604020202020204" pitchFamily="34" charset="0"/>
              </a:defRPr>
            </a:pPr>
            <a:endParaRPr lang="en-US"/>
          </a:p>
        </c:txPr>
        <c:crossAx val="-2079226552"/>
        <c:crosses val="autoZero"/>
        <c:auto val="1"/>
        <c:lblAlgn val="ctr"/>
        <c:lblOffset val="100"/>
        <c:noMultiLvlLbl val="0"/>
      </c:catAx>
      <c:valAx>
        <c:axId val="-2079226552"/>
        <c:scaling>
          <c:orientation val="minMax"/>
        </c:scaling>
        <c:delete val="0"/>
        <c:axPos val="l"/>
        <c:majorGridlines>
          <c:spPr>
            <a:ln w="6350" cap="flat" cmpd="sng" algn="ctr">
              <a:solidFill>
                <a:schemeClr val="tx1">
                  <a:tint val="75000"/>
                </a:schemeClr>
              </a:solidFill>
              <a:prstDash val="solid"/>
              <a:round/>
            </a:ln>
            <a:effectLst/>
          </c:spPr>
        </c:majorGridlines>
        <c:numFmt formatCode="General" sourceLinked="1"/>
        <c:majorTickMark val="out"/>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Inter" panose="020B0502030000000004" pitchFamily="34" charset="0"/>
                <a:cs typeface="Arial" panose="020B0604020202020204" pitchFamily="34" charset="0"/>
              </a:defRPr>
            </a:pPr>
            <a:endParaRPr lang="en-US"/>
          </a:p>
        </c:txPr>
        <c:crossAx val="-2079221736"/>
        <c:crosses val="autoZero"/>
        <c:crossBetween val="between"/>
      </c:valAx>
      <c:spPr>
        <a:noFill/>
        <a:ln>
          <a:noFill/>
        </a:ln>
        <a:effectLst/>
      </c:spPr>
    </c:plotArea>
    <c:legend>
      <c:legendPos val="t"/>
      <c:legendEntry>
        <c:idx val="0"/>
        <c:txPr>
          <a:bodyPr rot="0" spcFirstLastPara="1" vertOverflow="ellipsis" vert="horz" wrap="square" anchor="ctr" anchorCtr="1"/>
          <a:lstStyle/>
          <a:p>
            <a:pPr>
              <a:defRPr sz="1400" b="0" i="0" u="none" strike="noStrike" kern="1200" baseline="0">
                <a:solidFill>
                  <a:schemeClr val="tx1"/>
                </a:solidFill>
                <a:latin typeface="+mn-lt"/>
                <a:ea typeface="Inter" panose="020B0502030000000004" pitchFamily="34" charset="0"/>
                <a:cs typeface="Arial" panose="020B0604020202020204" pitchFamily="34" charset="0"/>
              </a:defRPr>
            </a:pPr>
            <a:endParaRPr lang="en-US"/>
          </a:p>
        </c:txPr>
      </c:legendEntry>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Arial" panose="020B0604020202020204" pitchFamily="34" charset="0"/>
            </a:defRPr>
          </a:pPr>
          <a:endParaRPr lang="en-US"/>
        </a:p>
      </c:txPr>
    </c:legend>
    <c:plotVisOnly val="1"/>
    <c:dispBlanksAs val="gap"/>
    <c:showDLblsOverMax val="0"/>
  </c:chart>
  <c:spPr>
    <a:noFill/>
    <a:ln w="6350" cap="flat" cmpd="sng" algn="ctr">
      <a:noFill/>
      <a:prstDash val="solid"/>
      <a:miter lim="800000"/>
    </a:ln>
    <a:effectLst/>
  </c:spPr>
  <c:txPr>
    <a:bodyPr/>
    <a:lstStyle/>
    <a:p>
      <a:pPr>
        <a:defRPr sz="1800"/>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1"/>
    <c:plotArea>
      <c:layout>
        <c:manualLayout>
          <c:layoutTarget val="inner"/>
          <c:xMode val="edge"/>
          <c:yMode val="edge"/>
          <c:x val="0.328413333175815"/>
          <c:y val="9.0133800077113704E-2"/>
          <c:w val="0.34536629019682002"/>
          <c:h val="0.81420562895088"/>
        </c:manualLayout>
      </c:layout>
      <c:doughnutChart>
        <c:varyColors val="1"/>
        <c:ser>
          <c:idx val="0"/>
          <c:order val="0"/>
          <c:tx>
            <c:strRef>
              <c:f>Sheet1!$B$1</c:f>
              <c:strCache>
                <c:ptCount val="1"/>
                <c:pt idx="0">
                  <c:v>Column1</c:v>
                </c:pt>
              </c:strCache>
            </c:strRef>
          </c:tx>
          <c:dPt>
            <c:idx val="0"/>
            <c:bubble3D val="0"/>
            <c:spPr>
              <a:solidFill>
                <a:schemeClr val="accent6">
                  <a:lumMod val="75000"/>
                </a:schemeClr>
              </a:solidFill>
              <a:ln>
                <a:noFill/>
              </a:ln>
              <a:effectLst/>
            </c:spPr>
            <c:extLst>
              <c:ext xmlns:c16="http://schemas.microsoft.com/office/drawing/2014/chart" uri="{C3380CC4-5D6E-409C-BE32-E72D297353CC}">
                <c16:uniqueId val="{00000002-0B6E-44C2-A2CC-F57D171AE17D}"/>
              </c:ext>
            </c:extLst>
          </c:dPt>
          <c:dPt>
            <c:idx val="1"/>
            <c:bubble3D val="0"/>
            <c:spPr>
              <a:solidFill>
                <a:schemeClr val="accent6"/>
              </a:solidFill>
              <a:ln>
                <a:noFill/>
              </a:ln>
              <a:effectLst/>
            </c:spPr>
            <c:extLst>
              <c:ext xmlns:c16="http://schemas.microsoft.com/office/drawing/2014/chart" uri="{C3380CC4-5D6E-409C-BE32-E72D297353CC}">
                <c16:uniqueId val="{00000003-0B6E-44C2-A2CC-F57D171AE17D}"/>
              </c:ext>
            </c:extLst>
          </c:dPt>
          <c:dPt>
            <c:idx val="2"/>
            <c:bubble3D val="0"/>
            <c:spPr>
              <a:solidFill>
                <a:schemeClr val="accent6">
                  <a:lumMod val="60000"/>
                  <a:lumOff val="40000"/>
                </a:schemeClr>
              </a:solidFill>
              <a:ln>
                <a:noFill/>
              </a:ln>
              <a:effectLst/>
            </c:spPr>
            <c:extLst>
              <c:ext xmlns:c16="http://schemas.microsoft.com/office/drawing/2014/chart" uri="{C3380CC4-5D6E-409C-BE32-E72D297353CC}">
                <c16:uniqueId val="{00000004-0B6E-44C2-A2CC-F57D171AE17D}"/>
              </c:ext>
            </c:extLst>
          </c:dPt>
          <c:dPt>
            <c:idx val="3"/>
            <c:bubble3D val="0"/>
            <c:spPr>
              <a:solidFill>
                <a:schemeClr val="accent6">
                  <a:lumMod val="40000"/>
                  <a:lumOff val="60000"/>
                </a:schemeClr>
              </a:solidFill>
              <a:ln>
                <a:noFill/>
              </a:ln>
              <a:effectLst/>
            </c:spPr>
            <c:extLst>
              <c:ext xmlns:c16="http://schemas.microsoft.com/office/drawing/2014/chart" uri="{C3380CC4-5D6E-409C-BE32-E72D297353CC}">
                <c16:uniqueId val="{00000001-0B6E-44C2-A2CC-F57D171AE17D}"/>
              </c:ext>
            </c:extLst>
          </c:dPt>
          <c:dLbls>
            <c:dLbl>
              <c:idx val="0"/>
              <c:layout>
                <c:manualLayout>
                  <c:x val="9.61172116815915E-2"/>
                  <c:y val="0"/>
                </c:manualLayout>
              </c:layout>
              <c:tx>
                <c:rich>
                  <a:bodyPr/>
                  <a:lstStyle/>
                  <a:p>
                    <a:fld id="{87DDDC70-4DA5-40BB-91D9-533C7A6FF02D}" type="PERCENTAGE">
                      <a:rPr lang="en-US">
                        <a:latin typeface="Arial" panose="020B0604020202020204" pitchFamily="34" charset="0"/>
                      </a:rPr>
                      <a:pPr/>
                      <a:t>[PERCENTAGE]</a:t>
                    </a:fld>
                    <a:endParaRPr lang="en-US"/>
                  </a:p>
                </c:rich>
              </c:tx>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0B6E-44C2-A2CC-F57D171AE17D}"/>
                </c:ext>
              </c:extLst>
            </c:dLbl>
            <c:dLbl>
              <c:idx val="1"/>
              <c:layout>
                <c:manualLayout>
                  <c:x val="-9.0256406091250602E-2"/>
                  <c:y val="4.9740938054037002E-2"/>
                </c:manualLayout>
              </c:layout>
              <c:tx>
                <c:rich>
                  <a:bodyPr/>
                  <a:lstStyle/>
                  <a:p>
                    <a:fld id="{11D88601-0771-4F4A-AC65-06E2EBF1C6AE}" type="PERCENTAGE">
                      <a:rPr lang="en-US">
                        <a:latin typeface="Arial" panose="020B0604020202020204" pitchFamily="34" charset="0"/>
                      </a:rPr>
                      <a:pPr/>
                      <a:t>[PERCENTAGE]</a:t>
                    </a:fld>
                    <a:endParaRPr lang="en-US"/>
                  </a:p>
                </c:rich>
              </c:tx>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0B6E-44C2-A2CC-F57D171AE17D}"/>
                </c:ext>
              </c:extLst>
            </c:dLbl>
            <c:dLbl>
              <c:idx val="2"/>
              <c:layout>
                <c:manualLayout>
                  <c:x val="-7.9706956028636894E-2"/>
                  <c:y val="-9.3955105213181095E-2"/>
                </c:manualLayout>
              </c:layout>
              <c:tx>
                <c:rich>
                  <a:bodyPr/>
                  <a:lstStyle/>
                  <a:p>
                    <a:fld id="{B779D9BE-ACAF-461B-93E7-466EAC00A0ED}" type="PERCENTAGE">
                      <a:rPr lang="en-US">
                        <a:latin typeface="Arial" panose="020B0604020202020204" pitchFamily="34" charset="0"/>
                      </a:rPr>
                      <a:pPr/>
                      <a:t>[PERCENTAGE]</a:t>
                    </a:fld>
                    <a:endParaRPr lang="en-US"/>
                  </a:p>
                </c:rich>
              </c:tx>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0B6E-44C2-A2CC-F57D171AE17D}"/>
                </c:ext>
              </c:extLst>
            </c:dLbl>
            <c:dLbl>
              <c:idx val="3"/>
              <c:layout>
                <c:manualLayout>
                  <c:x val="-2.8131866833636599E-2"/>
                  <c:y val="-0.151986199609558"/>
                </c:manualLayout>
              </c:layout>
              <c:tx>
                <c:rich>
                  <a:bodyPr/>
                  <a:lstStyle/>
                  <a:p>
                    <a:fld id="{83F58B03-B570-4D7D-9718-2CC02A201AAE}" type="PERCENTAGE">
                      <a:rPr lang="en-US">
                        <a:latin typeface="Arial" panose="020B0604020202020204" pitchFamily="34" charset="0"/>
                      </a:rPr>
                      <a:pPr/>
                      <a:t>[PERCENTAGE]</a:t>
                    </a:fld>
                    <a:endParaRPr lang="en-US"/>
                  </a:p>
                </c:rich>
              </c:tx>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0B6E-44C2-A2CC-F57D171AE17D}"/>
                </c:ext>
              </c:extLst>
            </c:dLbl>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tx1"/>
                    </a:solidFill>
                    <a:latin typeface="+mn-lt"/>
                    <a:ea typeface="Inter" panose="020B0502030000000004" pitchFamily="34" charset="0"/>
                    <a:cs typeface="Arial" panose="020B0604020202020204" pitchFamily="34" charset="0"/>
                  </a:defRPr>
                </a:pPr>
                <a:endParaRPr lang="en-US"/>
              </a:p>
            </c:txPr>
            <c:showLegendKey val="0"/>
            <c:showVal val="0"/>
            <c:showCatName val="0"/>
            <c:showSerName val="0"/>
            <c:showPercent val="1"/>
            <c:showBubbleSize val="0"/>
            <c:showLeaderLines val="1"/>
            <c:leaderLines>
              <c:spPr>
                <a:ln w="6350" cap="flat" cmpd="sng" algn="ctr">
                  <a:noFill/>
                  <a:prstDash val="solid"/>
                  <a:round/>
                </a:ln>
                <a:effectLst/>
              </c:spPr>
            </c:leaderLines>
            <c:extLst>
              <c:ext xmlns:c15="http://schemas.microsoft.com/office/drawing/2012/chart" uri="{CE6537A1-D6FC-4f65-9D91-7224C49458BB}"/>
            </c:extLst>
          </c:dLbls>
          <c:cat>
            <c:strRef>
              <c:f>Sheet1!$A$2:$A$5</c:f>
              <c:strCache>
                <c:ptCount val="4"/>
                <c:pt idx="0">
                  <c:v>Series 1</c:v>
                </c:pt>
                <c:pt idx="1">
                  <c:v>Series 2</c:v>
                </c:pt>
                <c:pt idx="2">
                  <c:v>Series 3</c:v>
                </c:pt>
                <c:pt idx="3">
                  <c:v>Series 4</c:v>
                </c:pt>
              </c:strCache>
            </c:strRef>
          </c:cat>
          <c:val>
            <c:numRef>
              <c:f>Sheet1!$B$2:$B$5</c:f>
              <c:numCache>
                <c:formatCode>General</c:formatCode>
                <c:ptCount val="4"/>
                <c:pt idx="0">
                  <c:v>58</c:v>
                </c:pt>
                <c:pt idx="1">
                  <c:v>23</c:v>
                </c:pt>
                <c:pt idx="2">
                  <c:v>10</c:v>
                </c:pt>
                <c:pt idx="3">
                  <c:v>9</c:v>
                </c:pt>
              </c:numCache>
            </c:numRef>
          </c:val>
          <c:extLst>
            <c:ext xmlns:c16="http://schemas.microsoft.com/office/drawing/2014/chart" uri="{C3380CC4-5D6E-409C-BE32-E72D297353CC}">
              <c16:uniqueId val="{00000005-0B6E-44C2-A2CC-F57D171AE17D}"/>
            </c:ext>
          </c:extLst>
        </c:ser>
        <c:dLbls>
          <c:showLegendKey val="0"/>
          <c:showVal val="0"/>
          <c:showCatName val="0"/>
          <c:showSerName val="0"/>
          <c:showPercent val="0"/>
          <c:showBubbleSize val="0"/>
          <c:showLeaderLines val="1"/>
        </c:dLbls>
        <c:firstSliceAng val="0"/>
        <c:holeSize val="50"/>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Inter" panose="020B0502030000000004" pitchFamily="34" charset="0"/>
              <a:cs typeface="Arial" panose="020B0604020202020204" pitchFamily="34" charset="0"/>
            </a:defRPr>
          </a:pPr>
          <a:endParaRPr lang="en-US"/>
        </a:p>
      </c:txPr>
    </c:legend>
    <c:plotVisOnly val="1"/>
    <c:dispBlanksAs val="gap"/>
    <c:showDLblsOverMax val="0"/>
  </c:chart>
  <c:spPr>
    <a:noFill/>
    <a:ln w="6350" cap="flat" cmpd="sng" algn="ctr">
      <a:noFill/>
      <a:prstDash val="solid"/>
      <a:miter lim="800000"/>
    </a:ln>
    <a:effectLst/>
  </c:spPr>
  <c:txPr>
    <a:bodyPr/>
    <a:lstStyle/>
    <a:p>
      <a:pPr>
        <a:defRPr sz="1800"/>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0"/>
    <c:plotArea>
      <c:layout/>
      <c:barChart>
        <c:barDir val="col"/>
        <c:grouping val="clustered"/>
        <c:varyColors val="0"/>
        <c:ser>
          <c:idx val="0"/>
          <c:order val="0"/>
          <c:tx>
            <c:strRef>
              <c:f>Sheet1!$B$1</c:f>
              <c:strCache>
                <c:ptCount val="1"/>
                <c:pt idx="0">
                  <c:v>Series 1</c:v>
                </c:pt>
              </c:strCache>
            </c:strRef>
          </c:tx>
          <c:spPr>
            <a:solidFill>
              <a:schemeClr val="accent2">
                <a:lumMod val="75000"/>
              </a:schemeClr>
            </a:solidFill>
            <a:ln>
              <a:noFill/>
            </a:ln>
            <a:effectLst/>
          </c:spPr>
          <c:invertIfNegative val="0"/>
          <c:cat>
            <c:strRef>
              <c:f>Sheet1!$A$2:$A$4</c:f>
              <c:strCache>
                <c:ptCount val="3"/>
                <c:pt idx="0">
                  <c:v>Category 1</c:v>
                </c:pt>
                <c:pt idx="1">
                  <c:v>Category 2</c:v>
                </c:pt>
                <c:pt idx="2">
                  <c:v>Category 3</c:v>
                </c:pt>
              </c:strCache>
            </c:strRef>
          </c:cat>
          <c:val>
            <c:numRef>
              <c:f>Sheet1!$B$2:$B$4</c:f>
              <c:numCache>
                <c:formatCode>General</c:formatCode>
                <c:ptCount val="3"/>
                <c:pt idx="0">
                  <c:v>2</c:v>
                </c:pt>
                <c:pt idx="1">
                  <c:v>3</c:v>
                </c:pt>
                <c:pt idx="2">
                  <c:v>4</c:v>
                </c:pt>
              </c:numCache>
            </c:numRef>
          </c:val>
          <c:extLst>
            <c:ext xmlns:c16="http://schemas.microsoft.com/office/drawing/2014/chart" uri="{C3380CC4-5D6E-409C-BE32-E72D297353CC}">
              <c16:uniqueId val="{00000000-28BA-4024-871C-B119EDBFFB7E}"/>
            </c:ext>
          </c:extLst>
        </c:ser>
        <c:ser>
          <c:idx val="1"/>
          <c:order val="1"/>
          <c:tx>
            <c:strRef>
              <c:f>Sheet1!$C$1</c:f>
              <c:strCache>
                <c:ptCount val="1"/>
                <c:pt idx="0">
                  <c:v>Series 2</c:v>
                </c:pt>
              </c:strCache>
            </c:strRef>
          </c:tx>
          <c:spPr>
            <a:solidFill>
              <a:schemeClr val="accent2"/>
            </a:solidFill>
            <a:ln>
              <a:noFill/>
            </a:ln>
            <a:effectLst/>
          </c:spPr>
          <c:invertIfNegative val="0"/>
          <c:cat>
            <c:strRef>
              <c:f>Sheet1!$A$2:$A$4</c:f>
              <c:strCache>
                <c:ptCount val="3"/>
                <c:pt idx="0">
                  <c:v>Category 1</c:v>
                </c:pt>
                <c:pt idx="1">
                  <c:v>Category 2</c:v>
                </c:pt>
                <c:pt idx="2">
                  <c:v>Category 3</c:v>
                </c:pt>
              </c:strCache>
            </c:strRef>
          </c:cat>
          <c:val>
            <c:numRef>
              <c:f>Sheet1!$C$2:$C$4</c:f>
              <c:numCache>
                <c:formatCode>General</c:formatCode>
                <c:ptCount val="3"/>
                <c:pt idx="0">
                  <c:v>2</c:v>
                </c:pt>
                <c:pt idx="1">
                  <c:v>5</c:v>
                </c:pt>
                <c:pt idx="2">
                  <c:v>6</c:v>
                </c:pt>
              </c:numCache>
            </c:numRef>
          </c:val>
          <c:extLst>
            <c:ext xmlns:c16="http://schemas.microsoft.com/office/drawing/2014/chart" uri="{C3380CC4-5D6E-409C-BE32-E72D297353CC}">
              <c16:uniqueId val="{00000001-28BA-4024-871C-B119EDBFFB7E}"/>
            </c:ext>
          </c:extLst>
        </c:ser>
        <c:ser>
          <c:idx val="2"/>
          <c:order val="2"/>
          <c:tx>
            <c:strRef>
              <c:f>Sheet1!$D$1</c:f>
              <c:strCache>
                <c:ptCount val="1"/>
                <c:pt idx="0">
                  <c:v>Series 3</c:v>
                </c:pt>
              </c:strCache>
            </c:strRef>
          </c:tx>
          <c:spPr>
            <a:solidFill>
              <a:schemeClr val="accent2">
                <a:lumMod val="60000"/>
                <a:lumOff val="40000"/>
              </a:schemeClr>
            </a:solidFill>
            <a:ln>
              <a:noFill/>
            </a:ln>
            <a:effectLst/>
          </c:spPr>
          <c:invertIfNegative val="0"/>
          <c:cat>
            <c:strRef>
              <c:f>Sheet1!$A$2:$A$4</c:f>
              <c:strCache>
                <c:ptCount val="3"/>
                <c:pt idx="0">
                  <c:v>Category 1</c:v>
                </c:pt>
                <c:pt idx="1">
                  <c:v>Category 2</c:v>
                </c:pt>
                <c:pt idx="2">
                  <c:v>Category 3</c:v>
                </c:pt>
              </c:strCache>
            </c:strRef>
          </c:cat>
          <c:val>
            <c:numRef>
              <c:f>Sheet1!$D$2:$D$4</c:f>
              <c:numCache>
                <c:formatCode>General</c:formatCode>
                <c:ptCount val="3"/>
                <c:pt idx="0">
                  <c:v>4</c:v>
                </c:pt>
                <c:pt idx="1">
                  <c:v>2</c:v>
                </c:pt>
              </c:numCache>
            </c:numRef>
          </c:val>
          <c:extLst>
            <c:ext xmlns:c16="http://schemas.microsoft.com/office/drawing/2014/chart" uri="{C3380CC4-5D6E-409C-BE32-E72D297353CC}">
              <c16:uniqueId val="{00000002-28BA-4024-871C-B119EDBFFB7E}"/>
            </c:ext>
          </c:extLst>
        </c:ser>
        <c:dLbls>
          <c:showLegendKey val="0"/>
          <c:showVal val="0"/>
          <c:showCatName val="0"/>
          <c:showSerName val="0"/>
          <c:showPercent val="0"/>
          <c:showBubbleSize val="0"/>
        </c:dLbls>
        <c:gapWidth val="150"/>
        <c:axId val="-2139768760"/>
        <c:axId val="-2105959960"/>
      </c:barChart>
      <c:catAx>
        <c:axId val="-2139768760"/>
        <c:scaling>
          <c:orientation val="minMax"/>
        </c:scaling>
        <c:delete val="0"/>
        <c:axPos val="b"/>
        <c:numFmt formatCode="General" sourceLinked="0"/>
        <c:majorTickMark val="none"/>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Inter" panose="020B0502030000000004" pitchFamily="34" charset="0"/>
                <a:cs typeface="Arial" panose="020B0604020202020204" pitchFamily="34" charset="0"/>
              </a:defRPr>
            </a:pPr>
            <a:endParaRPr lang="en-US"/>
          </a:p>
        </c:txPr>
        <c:crossAx val="-2105959960"/>
        <c:crosses val="autoZero"/>
        <c:auto val="1"/>
        <c:lblAlgn val="ctr"/>
        <c:lblOffset val="100"/>
        <c:noMultiLvlLbl val="0"/>
      </c:catAx>
      <c:valAx>
        <c:axId val="-2105959960"/>
        <c:scaling>
          <c:orientation val="minMax"/>
        </c:scaling>
        <c:delete val="0"/>
        <c:axPos val="l"/>
        <c:majorGridlines>
          <c:spPr>
            <a:ln w="6350" cap="flat" cmpd="sng" algn="ctr">
              <a:solidFill>
                <a:schemeClr val="tx1">
                  <a:tint val="75000"/>
                </a:schemeClr>
              </a:solidFill>
              <a:prstDash val="solid"/>
              <a:round/>
            </a:ln>
            <a:effectLst/>
          </c:spPr>
        </c:majorGridlines>
        <c:numFmt formatCode="General" sourceLinked="1"/>
        <c:majorTickMark val="out"/>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Arial" panose="020B0604020202020204" pitchFamily="34" charset="0"/>
              </a:defRPr>
            </a:pPr>
            <a:endParaRPr lang="en-US"/>
          </a:p>
        </c:txPr>
        <c:crossAx val="-2139768760"/>
        <c:crosses val="autoZero"/>
        <c:crossBetween val="between"/>
      </c:valAx>
      <c:spPr>
        <a:noFill/>
        <a:ln>
          <a:noFill/>
        </a:ln>
        <a:effectLst/>
      </c:spPr>
    </c:plotArea>
    <c:legend>
      <c:legendPos val="t"/>
      <c:legendEntry>
        <c:idx val="2"/>
        <c:txPr>
          <a:bodyPr rot="0" spcFirstLastPara="1" vertOverflow="ellipsis" vert="horz" wrap="square" anchor="ctr" anchorCtr="1"/>
          <a:lstStyle/>
          <a:p>
            <a:pPr>
              <a:defRPr sz="1400" b="0" i="0" u="none" strike="noStrike" kern="1200" baseline="0">
                <a:solidFill>
                  <a:schemeClr val="tx1"/>
                </a:solidFill>
                <a:latin typeface="+mn-lt"/>
                <a:ea typeface="Inter" panose="020B0502030000000004" pitchFamily="34" charset="0"/>
                <a:cs typeface="Arial" panose="020B0604020202020204" pitchFamily="34" charset="0"/>
              </a:defRPr>
            </a:pPr>
            <a:endParaRPr lang="en-US"/>
          </a:p>
        </c:txPr>
      </c:legendEntry>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mn-ea"/>
              <a:cs typeface="Arial" panose="020B0604020202020204" pitchFamily="34" charset="0"/>
            </a:defRPr>
          </a:pPr>
          <a:endParaRPr lang="en-US"/>
        </a:p>
      </c:txPr>
    </c:legend>
    <c:plotVisOnly val="1"/>
    <c:dispBlanksAs val="gap"/>
    <c:showDLblsOverMax val="0"/>
  </c:chart>
  <c:spPr>
    <a:noFill/>
    <a:ln w="6350" cap="flat" cmpd="sng" algn="ctr">
      <a:noFill/>
      <a:prstDash val="solid"/>
      <a:miter lim="800000"/>
    </a:ln>
    <a:effectLst/>
  </c:spPr>
  <c:txPr>
    <a:bodyPr/>
    <a:lstStyle/>
    <a:p>
      <a:pPr>
        <a:defRPr sz="1800"/>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barChart>
        <c:barDir val="col"/>
        <c:grouping val="clustered"/>
        <c:varyColors val="0"/>
        <c:ser>
          <c:idx val="0"/>
          <c:order val="0"/>
          <c:tx>
            <c:strRef>
              <c:f>Sheet1!$B$1</c:f>
              <c:strCache>
                <c:ptCount val="1"/>
                <c:pt idx="0">
                  <c:v>Series 1</c:v>
                </c:pt>
              </c:strCache>
            </c:strRef>
          </c:tx>
          <c:spPr>
            <a:solidFill>
              <a:schemeClr val="accent1">
                <a:lumMod val="75000"/>
              </a:schemeClr>
            </a:solidFill>
            <a:ln>
              <a:noFill/>
            </a:ln>
            <a:effectLst/>
          </c:spPr>
          <c:invertIfNegative val="0"/>
          <c:cat>
            <c:strRef>
              <c:f>Sheet1!$A$2:$A$4</c:f>
              <c:strCache>
                <c:ptCount val="3"/>
                <c:pt idx="0">
                  <c:v>Category 1</c:v>
                </c:pt>
                <c:pt idx="1">
                  <c:v>Category 2</c:v>
                </c:pt>
                <c:pt idx="2">
                  <c:v>Category 3</c:v>
                </c:pt>
              </c:strCache>
            </c:strRef>
          </c:cat>
          <c:val>
            <c:numRef>
              <c:f>Sheet1!$B$2:$B$4</c:f>
              <c:numCache>
                <c:formatCode>General</c:formatCode>
                <c:ptCount val="3"/>
                <c:pt idx="0">
                  <c:v>2</c:v>
                </c:pt>
                <c:pt idx="1">
                  <c:v>3</c:v>
                </c:pt>
                <c:pt idx="2">
                  <c:v>4</c:v>
                </c:pt>
              </c:numCache>
            </c:numRef>
          </c:val>
          <c:extLst>
            <c:ext xmlns:c16="http://schemas.microsoft.com/office/drawing/2014/chart" uri="{C3380CC4-5D6E-409C-BE32-E72D297353CC}">
              <c16:uniqueId val="{00000000-28E4-4CB2-AC2E-20F8D83AEDAA}"/>
            </c:ext>
          </c:extLst>
        </c:ser>
        <c:ser>
          <c:idx val="1"/>
          <c:order val="1"/>
          <c:tx>
            <c:strRef>
              <c:f>Sheet1!$C$1</c:f>
              <c:strCache>
                <c:ptCount val="1"/>
                <c:pt idx="0">
                  <c:v>Series 2</c:v>
                </c:pt>
              </c:strCache>
            </c:strRef>
          </c:tx>
          <c:spPr>
            <a:solidFill>
              <a:schemeClr val="accent1"/>
            </a:solidFill>
            <a:ln>
              <a:noFill/>
            </a:ln>
            <a:effectLst/>
          </c:spPr>
          <c:invertIfNegative val="0"/>
          <c:cat>
            <c:strRef>
              <c:f>Sheet1!$A$2:$A$4</c:f>
              <c:strCache>
                <c:ptCount val="3"/>
                <c:pt idx="0">
                  <c:v>Category 1</c:v>
                </c:pt>
                <c:pt idx="1">
                  <c:v>Category 2</c:v>
                </c:pt>
                <c:pt idx="2">
                  <c:v>Category 3</c:v>
                </c:pt>
              </c:strCache>
            </c:strRef>
          </c:cat>
          <c:val>
            <c:numRef>
              <c:f>Sheet1!$C$2:$C$4</c:f>
              <c:numCache>
                <c:formatCode>General</c:formatCode>
                <c:ptCount val="3"/>
                <c:pt idx="0">
                  <c:v>2</c:v>
                </c:pt>
                <c:pt idx="1">
                  <c:v>5</c:v>
                </c:pt>
                <c:pt idx="2">
                  <c:v>6</c:v>
                </c:pt>
              </c:numCache>
            </c:numRef>
          </c:val>
          <c:extLst>
            <c:ext xmlns:c16="http://schemas.microsoft.com/office/drawing/2014/chart" uri="{C3380CC4-5D6E-409C-BE32-E72D297353CC}">
              <c16:uniqueId val="{00000001-28E4-4CB2-AC2E-20F8D83AEDAA}"/>
            </c:ext>
          </c:extLst>
        </c:ser>
        <c:ser>
          <c:idx val="2"/>
          <c:order val="2"/>
          <c:tx>
            <c:strRef>
              <c:f>Sheet1!$D$1</c:f>
              <c:strCache>
                <c:ptCount val="1"/>
                <c:pt idx="0">
                  <c:v>Series 3</c:v>
                </c:pt>
              </c:strCache>
            </c:strRef>
          </c:tx>
          <c:spPr>
            <a:solidFill>
              <a:schemeClr val="accent1">
                <a:lumMod val="60000"/>
                <a:lumOff val="40000"/>
              </a:schemeClr>
            </a:solidFill>
            <a:ln>
              <a:noFill/>
            </a:ln>
            <a:effectLst/>
          </c:spPr>
          <c:invertIfNegative val="0"/>
          <c:cat>
            <c:strRef>
              <c:f>Sheet1!$A$2:$A$4</c:f>
              <c:strCache>
                <c:ptCount val="3"/>
                <c:pt idx="0">
                  <c:v>Category 1</c:v>
                </c:pt>
                <c:pt idx="1">
                  <c:v>Category 2</c:v>
                </c:pt>
                <c:pt idx="2">
                  <c:v>Category 3</c:v>
                </c:pt>
              </c:strCache>
            </c:strRef>
          </c:cat>
          <c:val>
            <c:numRef>
              <c:f>Sheet1!$D$2:$D$4</c:f>
              <c:numCache>
                <c:formatCode>General</c:formatCode>
                <c:ptCount val="3"/>
                <c:pt idx="0">
                  <c:v>4</c:v>
                </c:pt>
                <c:pt idx="1">
                  <c:v>2</c:v>
                </c:pt>
                <c:pt idx="2">
                  <c:v>1</c:v>
                </c:pt>
              </c:numCache>
            </c:numRef>
          </c:val>
          <c:extLst>
            <c:ext xmlns:c16="http://schemas.microsoft.com/office/drawing/2014/chart" uri="{C3380CC4-5D6E-409C-BE32-E72D297353CC}">
              <c16:uniqueId val="{00000002-28E4-4CB2-AC2E-20F8D83AEDAA}"/>
            </c:ext>
          </c:extLst>
        </c:ser>
        <c:dLbls>
          <c:showLegendKey val="0"/>
          <c:showVal val="0"/>
          <c:showCatName val="0"/>
          <c:showSerName val="0"/>
          <c:showPercent val="0"/>
          <c:showBubbleSize val="0"/>
        </c:dLbls>
        <c:gapWidth val="150"/>
        <c:axId val="-2139768760"/>
        <c:axId val="-2105959960"/>
      </c:barChart>
      <c:catAx>
        <c:axId val="-2139768760"/>
        <c:scaling>
          <c:orientation val="minMax"/>
        </c:scaling>
        <c:delete val="0"/>
        <c:axPos val="b"/>
        <c:numFmt formatCode="General" sourceLinked="0"/>
        <c:majorTickMark val="none"/>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Inter" panose="020B0502030000000004" pitchFamily="34" charset="0"/>
                <a:cs typeface="Arial" panose="020B0604020202020204" pitchFamily="34" charset="0"/>
              </a:defRPr>
            </a:pPr>
            <a:endParaRPr lang="en-US"/>
          </a:p>
        </c:txPr>
        <c:crossAx val="-2105959960"/>
        <c:crosses val="autoZero"/>
        <c:auto val="1"/>
        <c:lblAlgn val="ctr"/>
        <c:lblOffset val="100"/>
        <c:noMultiLvlLbl val="0"/>
      </c:catAx>
      <c:valAx>
        <c:axId val="-2105959960"/>
        <c:scaling>
          <c:orientation val="minMax"/>
        </c:scaling>
        <c:delete val="0"/>
        <c:axPos val="l"/>
        <c:majorGridlines>
          <c:spPr>
            <a:ln w="6350" cap="flat" cmpd="sng" algn="ctr">
              <a:solidFill>
                <a:schemeClr val="tx1">
                  <a:tint val="75000"/>
                </a:schemeClr>
              </a:solidFill>
              <a:prstDash val="solid"/>
              <a:round/>
            </a:ln>
            <a:effectLst/>
          </c:spPr>
        </c:majorGridlines>
        <c:numFmt formatCode="General" sourceLinked="1"/>
        <c:majorTickMark val="out"/>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Arial" panose="020B0604020202020204" pitchFamily="34" charset="0"/>
              </a:defRPr>
            </a:pPr>
            <a:endParaRPr lang="en-US"/>
          </a:p>
        </c:txPr>
        <c:crossAx val="-213976876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Inter" panose="020B0502030000000004" pitchFamily="34" charset="0"/>
              <a:cs typeface="Arial" panose="020B0604020202020204" pitchFamily="34" charset="0"/>
            </a:defRPr>
          </a:pPr>
          <a:endParaRPr lang="en-US"/>
        </a:p>
      </c:txPr>
    </c:legend>
    <c:plotVisOnly val="1"/>
    <c:dispBlanksAs val="gap"/>
    <c:showDLblsOverMax val="0"/>
  </c:chart>
  <c:spPr>
    <a:noFill/>
    <a:ln w="6350" cap="flat" cmpd="sng" algn="ctr">
      <a:noFill/>
      <a:prstDash val="solid"/>
      <a:miter lim="800000"/>
    </a:ln>
    <a:effectLst/>
  </c:spPr>
  <c:txPr>
    <a:bodyPr/>
    <a:lstStyle/>
    <a:p>
      <a:pPr>
        <a:defRPr sz="1800"/>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barChart>
        <c:barDir val="col"/>
        <c:grouping val="clustered"/>
        <c:varyColors val="0"/>
        <c:ser>
          <c:idx val="0"/>
          <c:order val="0"/>
          <c:tx>
            <c:strRef>
              <c:f>Sheet1!$B$1</c:f>
              <c:strCache>
                <c:ptCount val="1"/>
                <c:pt idx="0">
                  <c:v>Series 1</c:v>
                </c:pt>
              </c:strCache>
            </c:strRef>
          </c:tx>
          <c:spPr>
            <a:solidFill>
              <a:schemeClr val="accent1">
                <a:lumMod val="75000"/>
              </a:schemeClr>
            </a:solidFill>
            <a:ln>
              <a:noFill/>
            </a:ln>
            <a:effectLst/>
          </c:spPr>
          <c:invertIfNegative val="0"/>
          <c:cat>
            <c:strRef>
              <c:f>Sheet1!$A$2:$A$4</c:f>
              <c:strCache>
                <c:ptCount val="3"/>
                <c:pt idx="0">
                  <c:v>Category 1</c:v>
                </c:pt>
                <c:pt idx="1">
                  <c:v>Category 2</c:v>
                </c:pt>
                <c:pt idx="2">
                  <c:v>Category 3</c:v>
                </c:pt>
              </c:strCache>
            </c:strRef>
          </c:cat>
          <c:val>
            <c:numRef>
              <c:f>Sheet1!$B$2:$B$4</c:f>
              <c:numCache>
                <c:formatCode>General</c:formatCode>
                <c:ptCount val="3"/>
                <c:pt idx="0">
                  <c:v>2</c:v>
                </c:pt>
                <c:pt idx="1">
                  <c:v>3</c:v>
                </c:pt>
                <c:pt idx="2">
                  <c:v>4</c:v>
                </c:pt>
              </c:numCache>
            </c:numRef>
          </c:val>
          <c:extLst>
            <c:ext xmlns:c16="http://schemas.microsoft.com/office/drawing/2014/chart" uri="{C3380CC4-5D6E-409C-BE32-E72D297353CC}">
              <c16:uniqueId val="{00000000-B06C-4842-8290-8C09FE703E7C}"/>
            </c:ext>
          </c:extLst>
        </c:ser>
        <c:ser>
          <c:idx val="1"/>
          <c:order val="1"/>
          <c:tx>
            <c:strRef>
              <c:f>Sheet1!$C$1</c:f>
              <c:strCache>
                <c:ptCount val="1"/>
                <c:pt idx="0">
                  <c:v>Series 2</c:v>
                </c:pt>
              </c:strCache>
            </c:strRef>
          </c:tx>
          <c:spPr>
            <a:solidFill>
              <a:schemeClr val="accent1"/>
            </a:solidFill>
            <a:ln>
              <a:noFill/>
            </a:ln>
            <a:effectLst/>
          </c:spPr>
          <c:invertIfNegative val="0"/>
          <c:cat>
            <c:strRef>
              <c:f>Sheet1!$A$2:$A$4</c:f>
              <c:strCache>
                <c:ptCount val="3"/>
                <c:pt idx="0">
                  <c:v>Category 1</c:v>
                </c:pt>
                <c:pt idx="1">
                  <c:v>Category 2</c:v>
                </c:pt>
                <c:pt idx="2">
                  <c:v>Category 3</c:v>
                </c:pt>
              </c:strCache>
            </c:strRef>
          </c:cat>
          <c:val>
            <c:numRef>
              <c:f>Sheet1!$C$2:$C$4</c:f>
              <c:numCache>
                <c:formatCode>General</c:formatCode>
                <c:ptCount val="3"/>
                <c:pt idx="0">
                  <c:v>2</c:v>
                </c:pt>
                <c:pt idx="1">
                  <c:v>5</c:v>
                </c:pt>
                <c:pt idx="2">
                  <c:v>6</c:v>
                </c:pt>
              </c:numCache>
            </c:numRef>
          </c:val>
          <c:extLst>
            <c:ext xmlns:c16="http://schemas.microsoft.com/office/drawing/2014/chart" uri="{C3380CC4-5D6E-409C-BE32-E72D297353CC}">
              <c16:uniqueId val="{00000001-B06C-4842-8290-8C09FE703E7C}"/>
            </c:ext>
          </c:extLst>
        </c:ser>
        <c:ser>
          <c:idx val="2"/>
          <c:order val="2"/>
          <c:tx>
            <c:strRef>
              <c:f>Sheet1!$D$1</c:f>
              <c:strCache>
                <c:ptCount val="1"/>
                <c:pt idx="0">
                  <c:v>Series 3</c:v>
                </c:pt>
              </c:strCache>
            </c:strRef>
          </c:tx>
          <c:spPr>
            <a:solidFill>
              <a:schemeClr val="accent1">
                <a:lumMod val="60000"/>
                <a:lumOff val="40000"/>
              </a:schemeClr>
            </a:solidFill>
            <a:ln>
              <a:noFill/>
            </a:ln>
            <a:effectLst/>
          </c:spPr>
          <c:invertIfNegative val="0"/>
          <c:cat>
            <c:strRef>
              <c:f>Sheet1!$A$2:$A$4</c:f>
              <c:strCache>
                <c:ptCount val="3"/>
                <c:pt idx="0">
                  <c:v>Category 1</c:v>
                </c:pt>
                <c:pt idx="1">
                  <c:v>Category 2</c:v>
                </c:pt>
                <c:pt idx="2">
                  <c:v>Category 3</c:v>
                </c:pt>
              </c:strCache>
            </c:strRef>
          </c:cat>
          <c:val>
            <c:numRef>
              <c:f>Sheet1!$D$2:$D$4</c:f>
              <c:numCache>
                <c:formatCode>General</c:formatCode>
                <c:ptCount val="3"/>
                <c:pt idx="0">
                  <c:v>4</c:v>
                </c:pt>
                <c:pt idx="1">
                  <c:v>2</c:v>
                </c:pt>
                <c:pt idx="2">
                  <c:v>1</c:v>
                </c:pt>
              </c:numCache>
            </c:numRef>
          </c:val>
          <c:extLst>
            <c:ext xmlns:c16="http://schemas.microsoft.com/office/drawing/2014/chart" uri="{C3380CC4-5D6E-409C-BE32-E72D297353CC}">
              <c16:uniqueId val="{00000002-B06C-4842-8290-8C09FE703E7C}"/>
            </c:ext>
          </c:extLst>
        </c:ser>
        <c:dLbls>
          <c:showLegendKey val="0"/>
          <c:showVal val="0"/>
          <c:showCatName val="0"/>
          <c:showSerName val="0"/>
          <c:showPercent val="0"/>
          <c:showBubbleSize val="0"/>
        </c:dLbls>
        <c:gapWidth val="150"/>
        <c:axId val="-2139768760"/>
        <c:axId val="-2105959960"/>
      </c:barChart>
      <c:catAx>
        <c:axId val="-2139768760"/>
        <c:scaling>
          <c:orientation val="minMax"/>
        </c:scaling>
        <c:delete val="0"/>
        <c:axPos val="b"/>
        <c:numFmt formatCode="General" sourceLinked="0"/>
        <c:majorTickMark val="none"/>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Inter" panose="020B0502030000000004" pitchFamily="34" charset="0"/>
                <a:cs typeface="Arial" panose="020B0604020202020204" pitchFamily="34" charset="0"/>
              </a:defRPr>
            </a:pPr>
            <a:endParaRPr lang="en-US"/>
          </a:p>
        </c:txPr>
        <c:crossAx val="-2105959960"/>
        <c:crosses val="autoZero"/>
        <c:auto val="1"/>
        <c:lblAlgn val="ctr"/>
        <c:lblOffset val="100"/>
        <c:noMultiLvlLbl val="0"/>
      </c:catAx>
      <c:valAx>
        <c:axId val="-2105959960"/>
        <c:scaling>
          <c:orientation val="minMax"/>
        </c:scaling>
        <c:delete val="0"/>
        <c:axPos val="l"/>
        <c:majorGridlines>
          <c:spPr>
            <a:ln w="6350" cap="flat" cmpd="sng" algn="ctr">
              <a:solidFill>
                <a:schemeClr val="tx1">
                  <a:tint val="75000"/>
                </a:schemeClr>
              </a:solidFill>
              <a:prstDash val="solid"/>
              <a:round/>
            </a:ln>
            <a:effectLst/>
          </c:spPr>
        </c:majorGridlines>
        <c:numFmt formatCode="General" sourceLinked="1"/>
        <c:majorTickMark val="out"/>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Arial" panose="020B0604020202020204" pitchFamily="34" charset="0"/>
              </a:defRPr>
            </a:pPr>
            <a:endParaRPr lang="en-US"/>
          </a:p>
        </c:txPr>
        <c:crossAx val="-213976876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Inter" panose="020B0502030000000004" pitchFamily="34" charset="0"/>
              <a:cs typeface="Arial" panose="020B0604020202020204" pitchFamily="34" charset="0"/>
            </a:defRPr>
          </a:pPr>
          <a:endParaRPr lang="en-US"/>
        </a:p>
      </c:txPr>
    </c:legend>
    <c:plotVisOnly val="1"/>
    <c:dispBlanksAs val="gap"/>
    <c:showDLblsOverMax val="0"/>
  </c:chart>
  <c:spPr>
    <a:noFill/>
    <a:ln w="6350" cap="flat" cmpd="sng" algn="ctr">
      <a:noFill/>
      <a:prstDash val="solid"/>
      <a:miter lim="800000"/>
    </a:ln>
    <a:effectLst/>
  </c:spPr>
  <c:txPr>
    <a:bodyPr/>
    <a:lstStyle/>
    <a:p>
      <a:pPr>
        <a:defRPr sz="1800"/>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lineChart>
        <c:grouping val="standard"/>
        <c:varyColors val="0"/>
        <c:ser>
          <c:idx val="0"/>
          <c:order val="0"/>
          <c:tx>
            <c:strRef>
              <c:f>Sheet1!$B$1</c:f>
              <c:strCache>
                <c:ptCount val="1"/>
                <c:pt idx="0">
                  <c:v>Series 1</c:v>
                </c:pt>
              </c:strCache>
            </c:strRef>
          </c:tx>
          <c:spPr>
            <a:ln w="31750" cap="rnd" cmpd="sng" algn="ctr">
              <a:solidFill>
                <a:schemeClr val="accent1">
                  <a:lumMod val="75000"/>
                </a:schemeClr>
              </a:solidFill>
              <a:prstDash val="solid"/>
              <a:round/>
            </a:ln>
            <a:effectLst/>
          </c:spPr>
          <c:marker>
            <c:symbol val="circle"/>
            <c:size val="11"/>
            <c:spPr>
              <a:solidFill>
                <a:schemeClr val="accent1">
                  <a:lumMod val="75000"/>
                </a:schemeClr>
              </a:solidFill>
              <a:ln w="6350" cap="flat" cmpd="sng" algn="ctr">
                <a:solidFill>
                  <a:schemeClr val="accent1">
                    <a:lumMod val="75000"/>
                  </a:schemeClr>
                </a:solidFill>
                <a:prstDash val="solid"/>
                <a:round/>
              </a:ln>
              <a:effectLst/>
            </c:spPr>
          </c:marker>
          <c:cat>
            <c:strRef>
              <c:f>Sheet1!$A$2:$A$4</c:f>
              <c:strCache>
                <c:ptCount val="3"/>
                <c:pt idx="0">
                  <c:v>Category 1</c:v>
                </c:pt>
                <c:pt idx="1">
                  <c:v>Category 2</c:v>
                </c:pt>
                <c:pt idx="2">
                  <c:v>Category 3</c:v>
                </c:pt>
              </c:strCache>
            </c:strRef>
          </c:cat>
          <c:val>
            <c:numRef>
              <c:f>Sheet1!$B$2:$B$4</c:f>
              <c:numCache>
                <c:formatCode>General</c:formatCode>
                <c:ptCount val="3"/>
                <c:pt idx="0">
                  <c:v>1.4</c:v>
                </c:pt>
                <c:pt idx="1">
                  <c:v>2.8</c:v>
                </c:pt>
                <c:pt idx="2">
                  <c:v>4.0999999999999996</c:v>
                </c:pt>
              </c:numCache>
            </c:numRef>
          </c:val>
          <c:smooth val="0"/>
          <c:extLst>
            <c:ext xmlns:c16="http://schemas.microsoft.com/office/drawing/2014/chart" uri="{C3380CC4-5D6E-409C-BE32-E72D297353CC}">
              <c16:uniqueId val="{00000000-EB32-4799-B2B8-144D62352DDE}"/>
            </c:ext>
          </c:extLst>
        </c:ser>
        <c:ser>
          <c:idx val="1"/>
          <c:order val="1"/>
          <c:tx>
            <c:strRef>
              <c:f>Sheet1!$C$1</c:f>
              <c:strCache>
                <c:ptCount val="1"/>
                <c:pt idx="0">
                  <c:v>Series 2</c:v>
                </c:pt>
              </c:strCache>
            </c:strRef>
          </c:tx>
          <c:spPr>
            <a:ln w="31750" cap="rnd" cmpd="sng" algn="ctr">
              <a:solidFill>
                <a:schemeClr val="accent1"/>
              </a:solidFill>
              <a:prstDash val="solid"/>
              <a:round/>
            </a:ln>
            <a:effectLst/>
          </c:spPr>
          <c:marker>
            <c:symbol val="circle"/>
            <c:size val="11"/>
            <c:spPr>
              <a:solidFill>
                <a:schemeClr val="accent1"/>
              </a:solidFill>
              <a:ln w="6350" cap="flat" cmpd="sng" algn="ctr">
                <a:solidFill>
                  <a:schemeClr val="accent1"/>
                </a:solidFill>
                <a:prstDash val="solid"/>
                <a:round/>
              </a:ln>
              <a:effectLst/>
            </c:spPr>
          </c:marker>
          <c:cat>
            <c:strRef>
              <c:f>Sheet1!$A$2:$A$4</c:f>
              <c:strCache>
                <c:ptCount val="3"/>
                <c:pt idx="0">
                  <c:v>Category 1</c:v>
                </c:pt>
                <c:pt idx="1">
                  <c:v>Category 2</c:v>
                </c:pt>
                <c:pt idx="2">
                  <c:v>Category 3</c:v>
                </c:pt>
              </c:strCache>
            </c:strRef>
          </c:cat>
          <c:val>
            <c:numRef>
              <c:f>Sheet1!$C$2:$C$4</c:f>
              <c:numCache>
                <c:formatCode>General</c:formatCode>
                <c:ptCount val="3"/>
                <c:pt idx="0">
                  <c:v>2.2000000000000002</c:v>
                </c:pt>
                <c:pt idx="1">
                  <c:v>1.8</c:v>
                </c:pt>
                <c:pt idx="2">
                  <c:v>3.3</c:v>
                </c:pt>
              </c:numCache>
            </c:numRef>
          </c:val>
          <c:smooth val="0"/>
          <c:extLst>
            <c:ext xmlns:c16="http://schemas.microsoft.com/office/drawing/2014/chart" uri="{C3380CC4-5D6E-409C-BE32-E72D297353CC}">
              <c16:uniqueId val="{00000001-EB32-4799-B2B8-144D62352DDE}"/>
            </c:ext>
          </c:extLst>
        </c:ser>
        <c:ser>
          <c:idx val="2"/>
          <c:order val="2"/>
          <c:tx>
            <c:strRef>
              <c:f>Sheet1!$D$1</c:f>
              <c:strCache>
                <c:ptCount val="1"/>
                <c:pt idx="0">
                  <c:v>Series 3</c:v>
                </c:pt>
              </c:strCache>
            </c:strRef>
          </c:tx>
          <c:spPr>
            <a:ln w="31750" cap="rnd" cmpd="sng" algn="ctr">
              <a:solidFill>
                <a:schemeClr val="accent1">
                  <a:lumMod val="60000"/>
                  <a:lumOff val="40000"/>
                </a:schemeClr>
              </a:solidFill>
              <a:prstDash val="solid"/>
              <a:round/>
            </a:ln>
            <a:effectLst/>
          </c:spPr>
          <c:marker>
            <c:symbol val="circle"/>
            <c:size val="11"/>
            <c:spPr>
              <a:solidFill>
                <a:schemeClr val="accent1">
                  <a:lumMod val="60000"/>
                  <a:lumOff val="40000"/>
                </a:schemeClr>
              </a:solidFill>
              <a:ln w="6350" cap="flat" cmpd="sng" algn="ctr">
                <a:solidFill>
                  <a:schemeClr val="accent1">
                    <a:lumMod val="60000"/>
                    <a:lumOff val="40000"/>
                  </a:schemeClr>
                </a:solidFill>
                <a:prstDash val="solid"/>
                <a:round/>
              </a:ln>
              <a:effectLst/>
            </c:spPr>
          </c:marker>
          <c:cat>
            <c:strRef>
              <c:f>Sheet1!$A$2:$A$4</c:f>
              <c:strCache>
                <c:ptCount val="3"/>
                <c:pt idx="0">
                  <c:v>Category 1</c:v>
                </c:pt>
                <c:pt idx="1">
                  <c:v>Category 2</c:v>
                </c:pt>
                <c:pt idx="2">
                  <c:v>Category 3</c:v>
                </c:pt>
              </c:strCache>
            </c:strRef>
          </c:cat>
          <c:val>
            <c:numRef>
              <c:f>Sheet1!$D$2:$D$4</c:f>
              <c:numCache>
                <c:formatCode>General</c:formatCode>
                <c:ptCount val="3"/>
                <c:pt idx="0">
                  <c:v>3.7</c:v>
                </c:pt>
                <c:pt idx="1">
                  <c:v>2.1</c:v>
                </c:pt>
                <c:pt idx="2">
                  <c:v>0.8</c:v>
                </c:pt>
              </c:numCache>
            </c:numRef>
          </c:val>
          <c:smooth val="0"/>
          <c:extLst>
            <c:ext xmlns:c16="http://schemas.microsoft.com/office/drawing/2014/chart" uri="{C3380CC4-5D6E-409C-BE32-E72D297353CC}">
              <c16:uniqueId val="{00000002-EB32-4799-B2B8-144D62352DDE}"/>
            </c:ext>
          </c:extLst>
        </c:ser>
        <c:dLbls>
          <c:showLegendKey val="0"/>
          <c:showVal val="0"/>
          <c:showCatName val="0"/>
          <c:showSerName val="0"/>
          <c:showPercent val="0"/>
          <c:showBubbleSize val="0"/>
        </c:dLbls>
        <c:marker val="1"/>
        <c:smooth val="0"/>
        <c:axId val="-2076446344"/>
        <c:axId val="-2076441576"/>
      </c:lineChart>
      <c:catAx>
        <c:axId val="-2076446344"/>
        <c:scaling>
          <c:orientation val="minMax"/>
        </c:scaling>
        <c:delete val="0"/>
        <c:axPos val="b"/>
        <c:numFmt formatCode="General" sourceLinked="0"/>
        <c:majorTickMark val="none"/>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Inter" panose="020B0502030000000004" pitchFamily="34" charset="0"/>
                <a:cs typeface="Arial" panose="020B0604020202020204" pitchFamily="34" charset="0"/>
              </a:defRPr>
            </a:pPr>
            <a:endParaRPr lang="en-US"/>
          </a:p>
        </c:txPr>
        <c:crossAx val="-2076441576"/>
        <c:crosses val="autoZero"/>
        <c:auto val="1"/>
        <c:lblAlgn val="ctr"/>
        <c:lblOffset val="100"/>
        <c:noMultiLvlLbl val="0"/>
      </c:catAx>
      <c:valAx>
        <c:axId val="-2076441576"/>
        <c:scaling>
          <c:orientation val="minMax"/>
          <c:max val="5"/>
        </c:scaling>
        <c:delete val="0"/>
        <c:axPos val="l"/>
        <c:majorGridlines>
          <c:spPr>
            <a:ln w="6350" cap="flat" cmpd="sng" algn="ctr">
              <a:solidFill>
                <a:schemeClr val="tx1">
                  <a:tint val="75000"/>
                </a:schemeClr>
              </a:solidFill>
              <a:prstDash val="solid"/>
              <a:round/>
            </a:ln>
            <a:effectLst/>
          </c:spPr>
        </c:majorGridlines>
        <c:numFmt formatCode="General" sourceLinked="1"/>
        <c:majorTickMark val="out"/>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Arial" panose="020B0604020202020204" pitchFamily="34" charset="0"/>
              </a:defRPr>
            </a:pPr>
            <a:endParaRPr lang="en-US"/>
          </a:p>
        </c:txPr>
        <c:crossAx val="-2076446344"/>
        <c:crosses val="autoZero"/>
        <c:crossBetween val="between"/>
        <c:majorUnit val="1"/>
      </c:valAx>
      <c:spPr>
        <a:noFill/>
        <a:ln>
          <a:noFill/>
        </a:ln>
        <a:effectLst/>
      </c:spPr>
    </c:plotArea>
    <c:legend>
      <c:legendPos val="t"/>
      <c:overlay val="0"/>
      <c:spPr>
        <a:noFill/>
        <a:ln>
          <a:noFill/>
        </a:ln>
        <a:effectLst/>
      </c:spPr>
      <c:txPr>
        <a:bodyPr rot="0" spcFirstLastPara="1" vertOverflow="ellipsis" vert="horz" wrap="square" anchor="ctr" anchorCtr="1"/>
        <a:lstStyle/>
        <a:p>
          <a:pPr>
            <a:defRPr sz="1400" b="0" i="0" u="none" strike="noStrike" kern="1200" baseline="0">
              <a:solidFill>
                <a:schemeClr val="tx1"/>
              </a:solidFill>
              <a:latin typeface="+mn-lt"/>
              <a:ea typeface="Inter" panose="020B0502030000000004" pitchFamily="34" charset="0"/>
              <a:cs typeface="Arial" panose="020B0604020202020204" pitchFamily="34" charset="0"/>
            </a:defRPr>
          </a:pPr>
          <a:endParaRPr lang="en-US"/>
        </a:p>
      </c:txPr>
    </c:legend>
    <c:plotVisOnly val="1"/>
    <c:dispBlanksAs val="gap"/>
    <c:showDLblsOverMax val="0"/>
  </c:chart>
  <c:spPr>
    <a:noFill/>
    <a:ln w="6350" cap="flat" cmpd="sng" algn="ctr">
      <a:noFill/>
      <a:prstDash val="solid"/>
      <a:miter lim="800000"/>
    </a:ln>
    <a:effectLst/>
  </c:spPr>
  <c:txPr>
    <a:bodyPr/>
    <a:lstStyle/>
    <a:p>
      <a:pPr>
        <a:defRPr sz="1800"/>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0"/>
    <c:plotArea>
      <c:layout/>
      <c:barChart>
        <c:barDir val="col"/>
        <c:grouping val="clustered"/>
        <c:varyColors val="0"/>
        <c:ser>
          <c:idx val="0"/>
          <c:order val="0"/>
          <c:tx>
            <c:strRef>
              <c:f>Sheet1!$B$1</c:f>
              <c:strCache>
                <c:ptCount val="1"/>
                <c:pt idx="0">
                  <c:v>Series 1</c:v>
                </c:pt>
              </c:strCache>
            </c:strRef>
          </c:tx>
          <c:spPr>
            <a:solidFill>
              <a:schemeClr val="accent3">
                <a:lumMod val="75000"/>
              </a:schemeClr>
            </a:solidFill>
            <a:ln>
              <a:noFill/>
            </a:ln>
            <a:effectLst/>
          </c:spPr>
          <c:invertIfNegative val="0"/>
          <c:cat>
            <c:strRef>
              <c:f>Sheet1!$A$2:$A$4</c:f>
              <c:strCache>
                <c:ptCount val="3"/>
                <c:pt idx="0">
                  <c:v>Category 1</c:v>
                </c:pt>
                <c:pt idx="1">
                  <c:v>Category 2</c:v>
                </c:pt>
                <c:pt idx="2">
                  <c:v>Category 3</c:v>
                </c:pt>
              </c:strCache>
            </c:strRef>
          </c:cat>
          <c:val>
            <c:numRef>
              <c:f>Sheet1!$B$2:$B$4</c:f>
              <c:numCache>
                <c:formatCode>General</c:formatCode>
                <c:ptCount val="3"/>
                <c:pt idx="0">
                  <c:v>1.4</c:v>
                </c:pt>
                <c:pt idx="1">
                  <c:v>2.8</c:v>
                </c:pt>
                <c:pt idx="2">
                  <c:v>4.0999999999999996</c:v>
                </c:pt>
              </c:numCache>
            </c:numRef>
          </c:val>
          <c:extLst>
            <c:ext xmlns:c16="http://schemas.microsoft.com/office/drawing/2014/chart" uri="{C3380CC4-5D6E-409C-BE32-E72D297353CC}">
              <c16:uniqueId val="{00000000-5634-4938-9F82-5C93132B339F}"/>
            </c:ext>
          </c:extLst>
        </c:ser>
        <c:ser>
          <c:idx val="1"/>
          <c:order val="1"/>
          <c:tx>
            <c:strRef>
              <c:f>Sheet1!$C$1</c:f>
              <c:strCache>
                <c:ptCount val="1"/>
                <c:pt idx="0">
                  <c:v>Series 2</c:v>
                </c:pt>
              </c:strCache>
            </c:strRef>
          </c:tx>
          <c:spPr>
            <a:solidFill>
              <a:schemeClr val="accent3"/>
            </a:solidFill>
            <a:ln>
              <a:noFill/>
            </a:ln>
            <a:effectLst/>
          </c:spPr>
          <c:invertIfNegative val="0"/>
          <c:cat>
            <c:strRef>
              <c:f>Sheet1!$A$2:$A$4</c:f>
              <c:strCache>
                <c:ptCount val="3"/>
                <c:pt idx="0">
                  <c:v>Category 1</c:v>
                </c:pt>
                <c:pt idx="1">
                  <c:v>Category 2</c:v>
                </c:pt>
                <c:pt idx="2">
                  <c:v>Category 3</c:v>
                </c:pt>
              </c:strCache>
            </c:strRef>
          </c:cat>
          <c:val>
            <c:numRef>
              <c:f>Sheet1!$C$2:$C$4</c:f>
              <c:numCache>
                <c:formatCode>General</c:formatCode>
                <c:ptCount val="3"/>
                <c:pt idx="0">
                  <c:v>2.2000000000000002</c:v>
                </c:pt>
                <c:pt idx="1">
                  <c:v>1.8</c:v>
                </c:pt>
                <c:pt idx="2">
                  <c:v>3.3</c:v>
                </c:pt>
              </c:numCache>
            </c:numRef>
          </c:val>
          <c:extLst>
            <c:ext xmlns:c16="http://schemas.microsoft.com/office/drawing/2014/chart" uri="{C3380CC4-5D6E-409C-BE32-E72D297353CC}">
              <c16:uniqueId val="{00000001-5634-4938-9F82-5C93132B339F}"/>
            </c:ext>
          </c:extLst>
        </c:ser>
        <c:ser>
          <c:idx val="2"/>
          <c:order val="2"/>
          <c:tx>
            <c:strRef>
              <c:f>Sheet1!$D$1</c:f>
              <c:strCache>
                <c:ptCount val="1"/>
                <c:pt idx="0">
                  <c:v>Series 3</c:v>
                </c:pt>
              </c:strCache>
            </c:strRef>
          </c:tx>
          <c:spPr>
            <a:solidFill>
              <a:schemeClr val="accent3">
                <a:lumMod val="60000"/>
                <a:lumOff val="40000"/>
              </a:schemeClr>
            </a:solidFill>
            <a:ln>
              <a:noFill/>
            </a:ln>
            <a:effectLst/>
          </c:spPr>
          <c:invertIfNegative val="0"/>
          <c:cat>
            <c:strRef>
              <c:f>Sheet1!$A$2:$A$4</c:f>
              <c:strCache>
                <c:ptCount val="3"/>
                <c:pt idx="0">
                  <c:v>Category 1</c:v>
                </c:pt>
                <c:pt idx="1">
                  <c:v>Category 2</c:v>
                </c:pt>
                <c:pt idx="2">
                  <c:v>Category 3</c:v>
                </c:pt>
              </c:strCache>
            </c:strRef>
          </c:cat>
          <c:val>
            <c:numRef>
              <c:f>Sheet1!$D$2:$D$4</c:f>
              <c:numCache>
                <c:formatCode>General</c:formatCode>
                <c:ptCount val="3"/>
                <c:pt idx="0">
                  <c:v>3.7</c:v>
                </c:pt>
                <c:pt idx="1">
                  <c:v>2.1</c:v>
                </c:pt>
                <c:pt idx="2">
                  <c:v>0.8</c:v>
                </c:pt>
              </c:numCache>
            </c:numRef>
          </c:val>
          <c:extLst>
            <c:ext xmlns:c16="http://schemas.microsoft.com/office/drawing/2014/chart" uri="{C3380CC4-5D6E-409C-BE32-E72D297353CC}">
              <c16:uniqueId val="{00000002-5634-4938-9F82-5C93132B339F}"/>
            </c:ext>
          </c:extLst>
        </c:ser>
        <c:dLbls>
          <c:showLegendKey val="0"/>
          <c:showVal val="0"/>
          <c:showCatName val="0"/>
          <c:showSerName val="0"/>
          <c:showPercent val="0"/>
          <c:showBubbleSize val="0"/>
        </c:dLbls>
        <c:gapWidth val="150"/>
        <c:axId val="-2076476216"/>
        <c:axId val="-2076677688"/>
      </c:barChart>
      <c:catAx>
        <c:axId val="-2076476216"/>
        <c:scaling>
          <c:orientation val="minMax"/>
        </c:scaling>
        <c:delete val="0"/>
        <c:axPos val="b"/>
        <c:numFmt formatCode="General" sourceLinked="0"/>
        <c:majorTickMark val="none"/>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Inter" panose="020B0502030000000004" pitchFamily="34" charset="0"/>
                <a:cs typeface="Arial" panose="020B0604020202020204" pitchFamily="34" charset="0"/>
              </a:defRPr>
            </a:pPr>
            <a:endParaRPr lang="en-US"/>
          </a:p>
        </c:txPr>
        <c:crossAx val="-2076677688"/>
        <c:crosses val="autoZero"/>
        <c:auto val="1"/>
        <c:lblAlgn val="ctr"/>
        <c:lblOffset val="100"/>
        <c:noMultiLvlLbl val="0"/>
      </c:catAx>
      <c:valAx>
        <c:axId val="-2076677688"/>
        <c:scaling>
          <c:orientation val="minMax"/>
          <c:max val="5"/>
        </c:scaling>
        <c:delete val="0"/>
        <c:axPos val="l"/>
        <c:majorGridlines>
          <c:spPr>
            <a:ln w="6350" cap="flat" cmpd="sng" algn="ctr">
              <a:solidFill>
                <a:schemeClr val="tx1">
                  <a:tint val="75000"/>
                </a:schemeClr>
              </a:solidFill>
              <a:prstDash val="solid"/>
              <a:round/>
            </a:ln>
            <a:effectLst/>
          </c:spPr>
        </c:majorGridlines>
        <c:numFmt formatCode="General" sourceLinked="1"/>
        <c:majorTickMark val="out"/>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Arial" panose="020B0604020202020204" pitchFamily="34" charset="0"/>
              </a:defRPr>
            </a:pPr>
            <a:endParaRPr lang="en-US"/>
          </a:p>
        </c:txPr>
        <c:crossAx val="-2076476216"/>
        <c:crosses val="autoZero"/>
        <c:crossBetween val="between"/>
        <c:majorUnit val="1"/>
      </c:valAx>
      <c:spPr>
        <a:noFill/>
        <a:ln>
          <a:noFill/>
        </a:ln>
        <a:effectLst/>
      </c:spPr>
    </c:plotArea>
    <c:legend>
      <c:legendPos val="t"/>
      <c:overlay val="0"/>
      <c:spPr>
        <a:noFill/>
        <a:ln>
          <a:noFill/>
        </a:ln>
        <a:effectLst/>
      </c:spPr>
      <c:txPr>
        <a:bodyPr rot="0" spcFirstLastPara="1" vertOverflow="ellipsis" vert="horz" wrap="square" anchor="ctr" anchorCtr="1"/>
        <a:lstStyle/>
        <a:p>
          <a:pPr rtl="0">
            <a:defRPr sz="1400" b="0" i="0" u="none" strike="noStrike" kern="1200" baseline="0">
              <a:solidFill>
                <a:schemeClr val="tx1"/>
              </a:solidFill>
              <a:latin typeface="+mn-lt"/>
              <a:ea typeface="Inter" panose="020B0502030000000004" pitchFamily="34" charset="0"/>
              <a:cs typeface="Arial" panose="020B0604020202020204" pitchFamily="34" charset="0"/>
            </a:defRPr>
          </a:pPr>
          <a:endParaRPr lang="en-US"/>
        </a:p>
      </c:txPr>
    </c:legend>
    <c:plotVisOnly val="1"/>
    <c:dispBlanksAs val="gap"/>
    <c:showDLblsOverMax val="0"/>
  </c:chart>
  <c:spPr>
    <a:noFill/>
    <a:ln w="6350" cap="flat" cmpd="sng" algn="ctr">
      <a:noFill/>
      <a:prstDash val="solid"/>
      <a:miter lim="800000"/>
    </a:ln>
    <a:effectLst/>
  </c:spPr>
  <c:txPr>
    <a:bodyPr/>
    <a:lstStyle/>
    <a:p>
      <a:pPr>
        <a:defRPr sz="1800"/>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0"/>
    <c:plotArea>
      <c:layout/>
      <c:barChart>
        <c:barDir val="col"/>
        <c:grouping val="stacked"/>
        <c:varyColors val="0"/>
        <c:ser>
          <c:idx val="0"/>
          <c:order val="0"/>
          <c:tx>
            <c:strRef>
              <c:f>Sheet1!$B$1</c:f>
              <c:strCache>
                <c:ptCount val="1"/>
                <c:pt idx="0">
                  <c:v>Series 1</c:v>
                </c:pt>
              </c:strCache>
            </c:strRef>
          </c:tx>
          <c:spPr>
            <a:solidFill>
              <a:schemeClr val="accent3">
                <a:lumMod val="75000"/>
              </a:schemeClr>
            </a:solidFill>
            <a:ln>
              <a:noFill/>
            </a:ln>
            <a:effectLst/>
          </c:spPr>
          <c:invertIfNegative val="0"/>
          <c:cat>
            <c:strRef>
              <c:f>Sheet1!$A$2:$A$4</c:f>
              <c:strCache>
                <c:ptCount val="3"/>
                <c:pt idx="0">
                  <c:v>Category 1</c:v>
                </c:pt>
                <c:pt idx="1">
                  <c:v>Category 2</c:v>
                </c:pt>
                <c:pt idx="2">
                  <c:v>Category 3</c:v>
                </c:pt>
              </c:strCache>
            </c:strRef>
          </c:cat>
          <c:val>
            <c:numRef>
              <c:f>Sheet1!$B$2:$B$4</c:f>
              <c:numCache>
                <c:formatCode>General</c:formatCode>
                <c:ptCount val="3"/>
                <c:pt idx="0">
                  <c:v>1.4</c:v>
                </c:pt>
                <c:pt idx="1">
                  <c:v>2.8</c:v>
                </c:pt>
                <c:pt idx="2">
                  <c:v>4.0999999999999996</c:v>
                </c:pt>
              </c:numCache>
            </c:numRef>
          </c:val>
          <c:extLst>
            <c:ext xmlns:c16="http://schemas.microsoft.com/office/drawing/2014/chart" uri="{C3380CC4-5D6E-409C-BE32-E72D297353CC}">
              <c16:uniqueId val="{00000000-A720-4DCD-9C02-93EC5FD51FFE}"/>
            </c:ext>
          </c:extLst>
        </c:ser>
        <c:ser>
          <c:idx val="1"/>
          <c:order val="1"/>
          <c:tx>
            <c:strRef>
              <c:f>Sheet1!$C$1</c:f>
              <c:strCache>
                <c:ptCount val="1"/>
                <c:pt idx="0">
                  <c:v>Series 2</c:v>
                </c:pt>
              </c:strCache>
            </c:strRef>
          </c:tx>
          <c:spPr>
            <a:solidFill>
              <a:schemeClr val="accent3"/>
            </a:solidFill>
            <a:ln>
              <a:noFill/>
            </a:ln>
            <a:effectLst/>
          </c:spPr>
          <c:invertIfNegative val="0"/>
          <c:cat>
            <c:strRef>
              <c:f>Sheet1!$A$2:$A$4</c:f>
              <c:strCache>
                <c:ptCount val="3"/>
                <c:pt idx="0">
                  <c:v>Category 1</c:v>
                </c:pt>
                <c:pt idx="1">
                  <c:v>Category 2</c:v>
                </c:pt>
                <c:pt idx="2">
                  <c:v>Category 3</c:v>
                </c:pt>
              </c:strCache>
            </c:strRef>
          </c:cat>
          <c:val>
            <c:numRef>
              <c:f>Sheet1!$C$2:$C$4</c:f>
              <c:numCache>
                <c:formatCode>General</c:formatCode>
                <c:ptCount val="3"/>
                <c:pt idx="0">
                  <c:v>2.2000000000000002</c:v>
                </c:pt>
                <c:pt idx="1">
                  <c:v>1.8</c:v>
                </c:pt>
                <c:pt idx="2">
                  <c:v>3.3</c:v>
                </c:pt>
              </c:numCache>
            </c:numRef>
          </c:val>
          <c:extLst>
            <c:ext xmlns:c16="http://schemas.microsoft.com/office/drawing/2014/chart" uri="{C3380CC4-5D6E-409C-BE32-E72D297353CC}">
              <c16:uniqueId val="{00000001-A720-4DCD-9C02-93EC5FD51FFE}"/>
            </c:ext>
          </c:extLst>
        </c:ser>
        <c:ser>
          <c:idx val="2"/>
          <c:order val="2"/>
          <c:tx>
            <c:strRef>
              <c:f>Sheet1!$D$1</c:f>
              <c:strCache>
                <c:ptCount val="1"/>
                <c:pt idx="0">
                  <c:v>Series 3</c:v>
                </c:pt>
              </c:strCache>
            </c:strRef>
          </c:tx>
          <c:spPr>
            <a:solidFill>
              <a:schemeClr val="accent3">
                <a:lumMod val="60000"/>
                <a:lumOff val="40000"/>
              </a:schemeClr>
            </a:solidFill>
            <a:ln>
              <a:noFill/>
            </a:ln>
            <a:effectLst/>
          </c:spPr>
          <c:invertIfNegative val="0"/>
          <c:cat>
            <c:strRef>
              <c:f>Sheet1!$A$2:$A$4</c:f>
              <c:strCache>
                <c:ptCount val="3"/>
                <c:pt idx="0">
                  <c:v>Category 1</c:v>
                </c:pt>
                <c:pt idx="1">
                  <c:v>Category 2</c:v>
                </c:pt>
                <c:pt idx="2">
                  <c:v>Category 3</c:v>
                </c:pt>
              </c:strCache>
            </c:strRef>
          </c:cat>
          <c:val>
            <c:numRef>
              <c:f>Sheet1!$D$2:$D$4</c:f>
              <c:numCache>
                <c:formatCode>General</c:formatCode>
                <c:ptCount val="3"/>
                <c:pt idx="0">
                  <c:v>3.7</c:v>
                </c:pt>
                <c:pt idx="1">
                  <c:v>2.1</c:v>
                </c:pt>
                <c:pt idx="2">
                  <c:v>0.8</c:v>
                </c:pt>
              </c:numCache>
            </c:numRef>
          </c:val>
          <c:extLst>
            <c:ext xmlns:c16="http://schemas.microsoft.com/office/drawing/2014/chart" uri="{C3380CC4-5D6E-409C-BE32-E72D297353CC}">
              <c16:uniqueId val="{00000002-A720-4DCD-9C02-93EC5FD51FFE}"/>
            </c:ext>
          </c:extLst>
        </c:ser>
        <c:dLbls>
          <c:showLegendKey val="0"/>
          <c:showVal val="0"/>
          <c:showCatName val="0"/>
          <c:showSerName val="0"/>
          <c:showPercent val="0"/>
          <c:showBubbleSize val="0"/>
        </c:dLbls>
        <c:gapWidth val="150"/>
        <c:overlap val="100"/>
        <c:axId val="-2105777208"/>
        <c:axId val="-2105768200"/>
      </c:barChart>
      <c:catAx>
        <c:axId val="-2105777208"/>
        <c:scaling>
          <c:orientation val="minMax"/>
        </c:scaling>
        <c:delete val="0"/>
        <c:axPos val="b"/>
        <c:numFmt formatCode="General" sourceLinked="0"/>
        <c:majorTickMark val="none"/>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Inter" panose="020B0502030000000004" pitchFamily="34" charset="0"/>
                <a:cs typeface="+mn-cs"/>
              </a:defRPr>
            </a:pPr>
            <a:endParaRPr lang="en-US"/>
          </a:p>
        </c:txPr>
        <c:crossAx val="-2105768200"/>
        <c:crosses val="autoZero"/>
        <c:auto val="1"/>
        <c:lblAlgn val="ctr"/>
        <c:lblOffset val="100"/>
        <c:noMultiLvlLbl val="0"/>
      </c:catAx>
      <c:valAx>
        <c:axId val="-2105768200"/>
        <c:scaling>
          <c:orientation val="minMax"/>
        </c:scaling>
        <c:delete val="0"/>
        <c:axPos val="l"/>
        <c:majorGridlines>
          <c:spPr>
            <a:ln w="6350" cap="flat" cmpd="sng" algn="ctr">
              <a:solidFill>
                <a:schemeClr val="tx1">
                  <a:tint val="75000"/>
                </a:schemeClr>
              </a:solidFill>
              <a:prstDash val="solid"/>
              <a:round/>
            </a:ln>
            <a:effectLst/>
          </c:spPr>
        </c:majorGridlines>
        <c:numFmt formatCode="General" sourceLinked="1"/>
        <c:majorTickMark val="out"/>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Inter" panose="020B0502030000000004" pitchFamily="34" charset="0"/>
                <a:cs typeface="+mn-cs"/>
              </a:defRPr>
            </a:pPr>
            <a:endParaRPr lang="en-US"/>
          </a:p>
        </c:txPr>
        <c:crossAx val="-2105777208"/>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Inter" panose="020B0502030000000004" pitchFamily="34" charset="0"/>
              <a:cs typeface="+mn-cs"/>
            </a:defRPr>
          </a:pPr>
          <a:endParaRPr lang="en-US"/>
        </a:p>
      </c:txPr>
    </c:legend>
    <c:plotVisOnly val="1"/>
    <c:dispBlanksAs val="gap"/>
    <c:showDLblsOverMax val="0"/>
  </c:chart>
  <c:spPr>
    <a:noFill/>
    <a:ln w="6350" cap="flat" cmpd="sng" algn="ctr">
      <a:noFill/>
      <a:prstDash val="solid"/>
      <a:miter lim="800000"/>
    </a:ln>
    <a:effectLst/>
  </c:spPr>
  <c:txPr>
    <a:bodyPr/>
    <a:lstStyle/>
    <a:p>
      <a:pPr>
        <a:defRPr sz="1200">
          <a:latin typeface="+mn-lt"/>
          <a:ea typeface="Inter" panose="020B0502030000000004" pitchFamily="34" charset="0"/>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autoTitleDeleted val="0"/>
    <c:plotArea>
      <c:layout/>
      <c:lineChart>
        <c:grouping val="standard"/>
        <c:varyColors val="0"/>
        <c:ser>
          <c:idx val="0"/>
          <c:order val="0"/>
          <c:tx>
            <c:strRef>
              <c:f>Sheet1!$B$1</c:f>
              <c:strCache>
                <c:ptCount val="1"/>
                <c:pt idx="0">
                  <c:v>Series 1</c:v>
                </c:pt>
              </c:strCache>
            </c:strRef>
          </c:tx>
          <c:spPr>
            <a:ln w="31750" cap="rnd" cmpd="sng" algn="ctr">
              <a:solidFill>
                <a:schemeClr val="accent6">
                  <a:lumMod val="75000"/>
                </a:schemeClr>
              </a:solidFill>
              <a:prstDash val="solid"/>
              <a:round/>
            </a:ln>
            <a:effectLst/>
          </c:spPr>
          <c:marker>
            <c:symbol val="circle"/>
            <c:size val="11"/>
            <c:spPr>
              <a:solidFill>
                <a:schemeClr val="accent6">
                  <a:lumMod val="75000"/>
                </a:schemeClr>
              </a:solidFill>
              <a:ln w="6350" cap="flat" cmpd="sng" algn="ctr">
                <a:solidFill>
                  <a:schemeClr val="accent6">
                    <a:lumMod val="75000"/>
                  </a:schemeClr>
                </a:solidFill>
                <a:prstDash val="solid"/>
                <a:round/>
              </a:ln>
              <a:effectLst/>
            </c:spPr>
          </c:marker>
          <c:cat>
            <c:strRef>
              <c:f>Sheet1!$A$2:$A$4</c:f>
              <c:strCache>
                <c:ptCount val="3"/>
                <c:pt idx="0">
                  <c:v>Category 1</c:v>
                </c:pt>
                <c:pt idx="1">
                  <c:v>Category 2</c:v>
                </c:pt>
                <c:pt idx="2">
                  <c:v>Category 3</c:v>
                </c:pt>
              </c:strCache>
            </c:strRef>
          </c:cat>
          <c:val>
            <c:numRef>
              <c:f>Sheet1!$B$2:$B$4</c:f>
              <c:numCache>
                <c:formatCode>General</c:formatCode>
                <c:ptCount val="3"/>
                <c:pt idx="0">
                  <c:v>1.4</c:v>
                </c:pt>
                <c:pt idx="1">
                  <c:v>2.8</c:v>
                </c:pt>
                <c:pt idx="2">
                  <c:v>4.0999999999999996</c:v>
                </c:pt>
              </c:numCache>
            </c:numRef>
          </c:val>
          <c:smooth val="0"/>
          <c:extLst>
            <c:ext xmlns:c16="http://schemas.microsoft.com/office/drawing/2014/chart" uri="{C3380CC4-5D6E-409C-BE32-E72D297353CC}">
              <c16:uniqueId val="{00000000-07DF-4673-ABEF-04DB19452A7F}"/>
            </c:ext>
          </c:extLst>
        </c:ser>
        <c:ser>
          <c:idx val="1"/>
          <c:order val="1"/>
          <c:tx>
            <c:strRef>
              <c:f>Sheet1!$C$1</c:f>
              <c:strCache>
                <c:ptCount val="1"/>
                <c:pt idx="0">
                  <c:v>Series 2</c:v>
                </c:pt>
              </c:strCache>
            </c:strRef>
          </c:tx>
          <c:spPr>
            <a:ln w="31750" cap="rnd" cmpd="sng" algn="ctr">
              <a:solidFill>
                <a:schemeClr val="accent6"/>
              </a:solidFill>
              <a:prstDash val="solid"/>
              <a:round/>
            </a:ln>
            <a:effectLst/>
          </c:spPr>
          <c:marker>
            <c:symbol val="circle"/>
            <c:size val="11"/>
            <c:spPr>
              <a:solidFill>
                <a:schemeClr val="accent6"/>
              </a:solidFill>
              <a:ln w="6350" cap="flat" cmpd="sng" algn="ctr">
                <a:solidFill>
                  <a:schemeClr val="accent6"/>
                </a:solidFill>
                <a:prstDash val="solid"/>
                <a:round/>
              </a:ln>
              <a:effectLst/>
            </c:spPr>
          </c:marker>
          <c:cat>
            <c:strRef>
              <c:f>Sheet1!$A$2:$A$4</c:f>
              <c:strCache>
                <c:ptCount val="3"/>
                <c:pt idx="0">
                  <c:v>Category 1</c:v>
                </c:pt>
                <c:pt idx="1">
                  <c:v>Category 2</c:v>
                </c:pt>
                <c:pt idx="2">
                  <c:v>Category 3</c:v>
                </c:pt>
              </c:strCache>
            </c:strRef>
          </c:cat>
          <c:val>
            <c:numRef>
              <c:f>Sheet1!$C$2:$C$4</c:f>
              <c:numCache>
                <c:formatCode>General</c:formatCode>
                <c:ptCount val="3"/>
                <c:pt idx="0">
                  <c:v>2.2000000000000002</c:v>
                </c:pt>
                <c:pt idx="1">
                  <c:v>1.8</c:v>
                </c:pt>
                <c:pt idx="2">
                  <c:v>3.3</c:v>
                </c:pt>
              </c:numCache>
            </c:numRef>
          </c:val>
          <c:smooth val="0"/>
          <c:extLst>
            <c:ext xmlns:c16="http://schemas.microsoft.com/office/drawing/2014/chart" uri="{C3380CC4-5D6E-409C-BE32-E72D297353CC}">
              <c16:uniqueId val="{00000001-07DF-4673-ABEF-04DB19452A7F}"/>
            </c:ext>
          </c:extLst>
        </c:ser>
        <c:ser>
          <c:idx val="2"/>
          <c:order val="2"/>
          <c:tx>
            <c:strRef>
              <c:f>Sheet1!$D$1</c:f>
              <c:strCache>
                <c:ptCount val="1"/>
                <c:pt idx="0">
                  <c:v>Series 3</c:v>
                </c:pt>
              </c:strCache>
            </c:strRef>
          </c:tx>
          <c:spPr>
            <a:ln w="31750" cap="rnd" cmpd="sng" algn="ctr">
              <a:solidFill>
                <a:schemeClr val="accent6">
                  <a:lumMod val="60000"/>
                  <a:lumOff val="40000"/>
                </a:schemeClr>
              </a:solidFill>
              <a:prstDash val="solid"/>
              <a:round/>
            </a:ln>
            <a:effectLst/>
          </c:spPr>
          <c:marker>
            <c:symbol val="circle"/>
            <c:size val="11"/>
            <c:spPr>
              <a:solidFill>
                <a:schemeClr val="accent6">
                  <a:lumMod val="60000"/>
                  <a:lumOff val="40000"/>
                </a:schemeClr>
              </a:solidFill>
              <a:ln w="6350" cap="flat" cmpd="sng" algn="ctr">
                <a:solidFill>
                  <a:schemeClr val="accent6">
                    <a:lumMod val="60000"/>
                    <a:lumOff val="40000"/>
                  </a:schemeClr>
                </a:solidFill>
                <a:prstDash val="solid"/>
                <a:round/>
              </a:ln>
              <a:effectLst/>
            </c:spPr>
          </c:marker>
          <c:cat>
            <c:strRef>
              <c:f>Sheet1!$A$2:$A$4</c:f>
              <c:strCache>
                <c:ptCount val="3"/>
                <c:pt idx="0">
                  <c:v>Category 1</c:v>
                </c:pt>
                <c:pt idx="1">
                  <c:v>Category 2</c:v>
                </c:pt>
                <c:pt idx="2">
                  <c:v>Category 3</c:v>
                </c:pt>
              </c:strCache>
            </c:strRef>
          </c:cat>
          <c:val>
            <c:numRef>
              <c:f>Sheet1!$D$2:$D$4</c:f>
              <c:numCache>
                <c:formatCode>General</c:formatCode>
                <c:ptCount val="3"/>
                <c:pt idx="0">
                  <c:v>3.7</c:v>
                </c:pt>
                <c:pt idx="1">
                  <c:v>2.1</c:v>
                </c:pt>
                <c:pt idx="2">
                  <c:v>0.8</c:v>
                </c:pt>
              </c:numCache>
            </c:numRef>
          </c:val>
          <c:smooth val="0"/>
          <c:extLst>
            <c:ext xmlns:c16="http://schemas.microsoft.com/office/drawing/2014/chart" uri="{C3380CC4-5D6E-409C-BE32-E72D297353CC}">
              <c16:uniqueId val="{00000002-07DF-4673-ABEF-04DB19452A7F}"/>
            </c:ext>
          </c:extLst>
        </c:ser>
        <c:dLbls>
          <c:showLegendKey val="0"/>
          <c:showVal val="0"/>
          <c:showCatName val="0"/>
          <c:showSerName val="0"/>
          <c:showPercent val="0"/>
          <c:showBubbleSize val="0"/>
        </c:dLbls>
        <c:marker val="1"/>
        <c:smooth val="0"/>
        <c:axId val="-2105679032"/>
        <c:axId val="-2105674280"/>
      </c:lineChart>
      <c:catAx>
        <c:axId val="-2105679032"/>
        <c:scaling>
          <c:orientation val="minMax"/>
        </c:scaling>
        <c:delete val="0"/>
        <c:axPos val="b"/>
        <c:numFmt formatCode="General" sourceLinked="0"/>
        <c:majorTickMark val="none"/>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2105674280"/>
        <c:crosses val="autoZero"/>
        <c:auto val="1"/>
        <c:lblAlgn val="ctr"/>
        <c:lblOffset val="100"/>
        <c:noMultiLvlLbl val="0"/>
      </c:catAx>
      <c:valAx>
        <c:axId val="-2105674280"/>
        <c:scaling>
          <c:orientation val="minMax"/>
          <c:max val="5"/>
        </c:scaling>
        <c:delete val="0"/>
        <c:axPos val="l"/>
        <c:majorGridlines>
          <c:spPr>
            <a:ln w="6350" cap="flat" cmpd="sng" algn="ctr">
              <a:solidFill>
                <a:schemeClr val="tx1">
                  <a:tint val="75000"/>
                </a:schemeClr>
              </a:solidFill>
              <a:prstDash val="solid"/>
              <a:round/>
            </a:ln>
            <a:effectLst/>
          </c:spPr>
        </c:majorGridlines>
        <c:numFmt formatCode="General" sourceLinked="1"/>
        <c:majorTickMark val="out"/>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2105679032"/>
        <c:crosses val="autoZero"/>
        <c:crossBetween val="between"/>
        <c:majorUnit val="1"/>
      </c:valAx>
      <c:spPr>
        <a:noFill/>
        <a:ln>
          <a:noFill/>
        </a:ln>
        <a:effectLst/>
      </c:spPr>
    </c:plotArea>
    <c:legend>
      <c:legendPos val="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6350" cap="flat" cmpd="sng" algn="ctr">
      <a:noFill/>
      <a:prstDash val="solid"/>
      <a:miter lim="800000"/>
    </a:ln>
    <a:effectLst/>
  </c:spPr>
  <c:txPr>
    <a:bodyPr/>
    <a:lstStyle/>
    <a:p>
      <a:pPr>
        <a:defRPr sz="1200">
          <a:latin typeface="+mn-lt"/>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0"/>
    <c:plotArea>
      <c:layout/>
      <c:barChart>
        <c:barDir val="col"/>
        <c:grouping val="clustered"/>
        <c:varyColors val="0"/>
        <c:ser>
          <c:idx val="0"/>
          <c:order val="0"/>
          <c:tx>
            <c:strRef>
              <c:f>Sheet1!$B$1</c:f>
              <c:strCache>
                <c:ptCount val="1"/>
                <c:pt idx="0">
                  <c:v>Series 1</c:v>
                </c:pt>
              </c:strCache>
            </c:strRef>
          </c:tx>
          <c:spPr>
            <a:solidFill>
              <a:schemeClr val="accent2">
                <a:lumMod val="75000"/>
              </a:schemeClr>
            </a:solidFill>
            <a:ln>
              <a:noFill/>
            </a:ln>
            <a:effectLst/>
          </c:spPr>
          <c:invertIfNegative val="0"/>
          <c:cat>
            <c:strRef>
              <c:f>Sheet1!$A$2:$A$4</c:f>
              <c:strCache>
                <c:ptCount val="3"/>
                <c:pt idx="0">
                  <c:v>Category 1</c:v>
                </c:pt>
                <c:pt idx="1">
                  <c:v>Category 2</c:v>
                </c:pt>
                <c:pt idx="2">
                  <c:v>Category 3</c:v>
                </c:pt>
              </c:strCache>
            </c:strRef>
          </c:cat>
          <c:val>
            <c:numRef>
              <c:f>Sheet1!$B$2:$B$4</c:f>
              <c:numCache>
                <c:formatCode>General</c:formatCode>
                <c:ptCount val="3"/>
                <c:pt idx="0">
                  <c:v>1.4</c:v>
                </c:pt>
                <c:pt idx="1">
                  <c:v>2.8</c:v>
                </c:pt>
                <c:pt idx="2">
                  <c:v>4.0999999999999996</c:v>
                </c:pt>
              </c:numCache>
            </c:numRef>
          </c:val>
          <c:extLst>
            <c:ext xmlns:c16="http://schemas.microsoft.com/office/drawing/2014/chart" uri="{C3380CC4-5D6E-409C-BE32-E72D297353CC}">
              <c16:uniqueId val="{00000000-8EA3-4181-BB44-EC975E70F5FC}"/>
            </c:ext>
          </c:extLst>
        </c:ser>
        <c:ser>
          <c:idx val="1"/>
          <c:order val="1"/>
          <c:tx>
            <c:strRef>
              <c:f>Sheet1!$C$1</c:f>
              <c:strCache>
                <c:ptCount val="1"/>
                <c:pt idx="0">
                  <c:v>Series 2</c:v>
                </c:pt>
              </c:strCache>
            </c:strRef>
          </c:tx>
          <c:spPr>
            <a:solidFill>
              <a:schemeClr val="accent2"/>
            </a:solidFill>
            <a:ln>
              <a:noFill/>
            </a:ln>
            <a:effectLst/>
          </c:spPr>
          <c:invertIfNegative val="0"/>
          <c:cat>
            <c:strRef>
              <c:f>Sheet1!$A$2:$A$4</c:f>
              <c:strCache>
                <c:ptCount val="3"/>
                <c:pt idx="0">
                  <c:v>Category 1</c:v>
                </c:pt>
                <c:pt idx="1">
                  <c:v>Category 2</c:v>
                </c:pt>
                <c:pt idx="2">
                  <c:v>Category 3</c:v>
                </c:pt>
              </c:strCache>
            </c:strRef>
          </c:cat>
          <c:val>
            <c:numRef>
              <c:f>Sheet1!$C$2:$C$4</c:f>
              <c:numCache>
                <c:formatCode>General</c:formatCode>
                <c:ptCount val="3"/>
                <c:pt idx="0">
                  <c:v>2.2000000000000002</c:v>
                </c:pt>
                <c:pt idx="1">
                  <c:v>1.8</c:v>
                </c:pt>
                <c:pt idx="2">
                  <c:v>3.3</c:v>
                </c:pt>
              </c:numCache>
            </c:numRef>
          </c:val>
          <c:extLst>
            <c:ext xmlns:c16="http://schemas.microsoft.com/office/drawing/2014/chart" uri="{C3380CC4-5D6E-409C-BE32-E72D297353CC}">
              <c16:uniqueId val="{00000001-8EA3-4181-BB44-EC975E70F5FC}"/>
            </c:ext>
          </c:extLst>
        </c:ser>
        <c:ser>
          <c:idx val="2"/>
          <c:order val="2"/>
          <c:tx>
            <c:strRef>
              <c:f>Sheet1!$D$1</c:f>
              <c:strCache>
                <c:ptCount val="1"/>
                <c:pt idx="0">
                  <c:v>Series 3</c:v>
                </c:pt>
              </c:strCache>
            </c:strRef>
          </c:tx>
          <c:spPr>
            <a:solidFill>
              <a:schemeClr val="accent2">
                <a:lumMod val="60000"/>
                <a:lumOff val="40000"/>
              </a:schemeClr>
            </a:solidFill>
            <a:ln>
              <a:noFill/>
            </a:ln>
            <a:effectLst/>
          </c:spPr>
          <c:invertIfNegative val="0"/>
          <c:cat>
            <c:strRef>
              <c:f>Sheet1!$A$2:$A$4</c:f>
              <c:strCache>
                <c:ptCount val="3"/>
                <c:pt idx="0">
                  <c:v>Category 1</c:v>
                </c:pt>
                <c:pt idx="1">
                  <c:v>Category 2</c:v>
                </c:pt>
                <c:pt idx="2">
                  <c:v>Category 3</c:v>
                </c:pt>
              </c:strCache>
            </c:strRef>
          </c:cat>
          <c:val>
            <c:numRef>
              <c:f>Sheet1!$D$2:$D$4</c:f>
              <c:numCache>
                <c:formatCode>General</c:formatCode>
                <c:ptCount val="3"/>
                <c:pt idx="0">
                  <c:v>3.7</c:v>
                </c:pt>
                <c:pt idx="1">
                  <c:v>2.1</c:v>
                </c:pt>
                <c:pt idx="2">
                  <c:v>0.8</c:v>
                </c:pt>
              </c:numCache>
            </c:numRef>
          </c:val>
          <c:extLst>
            <c:ext xmlns:c16="http://schemas.microsoft.com/office/drawing/2014/chart" uri="{C3380CC4-5D6E-409C-BE32-E72D297353CC}">
              <c16:uniqueId val="{00000002-8EA3-4181-BB44-EC975E70F5FC}"/>
            </c:ext>
          </c:extLst>
        </c:ser>
        <c:dLbls>
          <c:showLegendKey val="0"/>
          <c:showVal val="0"/>
          <c:showCatName val="0"/>
          <c:showSerName val="0"/>
          <c:showPercent val="0"/>
          <c:showBubbleSize val="0"/>
        </c:dLbls>
        <c:gapWidth val="150"/>
        <c:axId val="-2105716904"/>
        <c:axId val="-2105713896"/>
      </c:barChart>
      <c:catAx>
        <c:axId val="-2105716904"/>
        <c:scaling>
          <c:orientation val="minMax"/>
        </c:scaling>
        <c:delete val="0"/>
        <c:axPos val="b"/>
        <c:numFmt formatCode="General" sourceLinked="0"/>
        <c:majorTickMark val="none"/>
        <c:minorTickMark val="none"/>
        <c:tickLblPos val="nextTo"/>
        <c:spPr>
          <a:noFill/>
          <a:ln w="6350" cap="flat" cmpd="sng" algn="ctr">
            <a:solidFill>
              <a:schemeClr val="tx1">
                <a:tint val="75000"/>
              </a:schemeClr>
            </a:solidFill>
            <a:prstDash val="solid"/>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2105713896"/>
        <c:crosses val="autoZero"/>
        <c:auto val="1"/>
        <c:lblAlgn val="ctr"/>
        <c:lblOffset val="100"/>
        <c:noMultiLvlLbl val="0"/>
      </c:catAx>
      <c:valAx>
        <c:axId val="-2105713896"/>
        <c:scaling>
          <c:orientation val="minMax"/>
          <c:max val="5"/>
        </c:scaling>
        <c:delete val="0"/>
        <c:axPos val="l"/>
        <c:majorGridlines>
          <c:spPr>
            <a:ln w="6350" cap="flat" cmpd="sng" algn="ctr">
              <a:solidFill>
                <a:schemeClr val="tx1">
                  <a:tint val="75000"/>
                </a:schemeClr>
              </a:solidFill>
              <a:prstDash val="solid"/>
              <a:round/>
            </a:ln>
            <a:effectLst/>
          </c:spPr>
        </c:majorGridlines>
        <c:numFmt formatCode="General" sourceLinked="1"/>
        <c:majorTickMark val="out"/>
        <c:minorTickMark val="none"/>
        <c:tickLblPos val="nextTo"/>
        <c:spPr>
          <a:noFill/>
          <a:ln w="6350" cap="flat" cmpd="sng" algn="ctr">
            <a:noFill/>
            <a:prstDash val="solid"/>
            <a:round/>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crossAx val="-2105716904"/>
        <c:crosses val="autoZero"/>
        <c:crossBetween val="between"/>
        <c:majorUnit val="1"/>
      </c:valAx>
      <c:spPr>
        <a:noFill/>
        <a:ln>
          <a:noFill/>
        </a:ln>
        <a:effectLst/>
      </c:spPr>
    </c:plotArea>
    <c:legend>
      <c:legendPos val="t"/>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en-US"/>
        </a:p>
      </c:txPr>
    </c:legend>
    <c:plotVisOnly val="1"/>
    <c:dispBlanksAs val="gap"/>
    <c:showDLblsOverMax val="0"/>
  </c:chart>
  <c:spPr>
    <a:noFill/>
    <a:ln w="6350" cap="flat" cmpd="sng" algn="ctr">
      <a:noFill/>
      <a:prstDash val="solid"/>
      <a:miter lim="800000"/>
    </a:ln>
    <a:effectLst/>
  </c:spPr>
  <c:txPr>
    <a:bodyPr/>
    <a:lstStyle/>
    <a:p>
      <a:pPr>
        <a:defRPr sz="1200">
          <a:latin typeface="+mn-lt"/>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Sheet1!$C$1</c:f>
              <c:strCache>
                <c:ptCount val="1"/>
                <c:pt idx="0">
                  <c:v>Revenue</c:v>
                </c:pt>
              </c:strCache>
            </c:strRef>
          </c:tx>
          <c:spPr>
            <a:ln w="76200" cap="rnd">
              <a:solidFill>
                <a:schemeClr val="accent6"/>
              </a:solidFill>
              <a:round/>
            </a:ln>
            <a:effectLst/>
          </c:spPr>
          <c:marker>
            <c:symbol val="none"/>
          </c:marker>
          <c:dPt>
            <c:idx val="0"/>
            <c:bubble3D val="0"/>
            <c:extLst>
              <c:ext xmlns:c16="http://schemas.microsoft.com/office/drawing/2014/chart" uri="{C3380CC4-5D6E-409C-BE32-E72D297353CC}">
                <c16:uniqueId val="{00000000-66A9-40D3-8E65-7AE79D385F13}"/>
              </c:ext>
            </c:extLst>
          </c:dPt>
          <c:dPt>
            <c:idx val="1"/>
            <c:bubble3D val="0"/>
            <c:spPr>
              <a:ln w="76200" cap="rnd">
                <a:solidFill>
                  <a:schemeClr val="bg1">
                    <a:lumMod val="50000"/>
                  </a:schemeClr>
                </a:solidFill>
                <a:round/>
              </a:ln>
              <a:effectLst/>
            </c:spPr>
            <c:extLst>
              <c:ext xmlns:c16="http://schemas.microsoft.com/office/drawing/2014/chart" uri="{C3380CC4-5D6E-409C-BE32-E72D297353CC}">
                <c16:uniqueId val="{00000002-66A9-40D3-8E65-7AE79D385F13}"/>
              </c:ext>
            </c:extLst>
          </c:dPt>
          <c:dPt>
            <c:idx val="2"/>
            <c:bubble3D val="0"/>
            <c:spPr>
              <a:ln w="76200" cap="rnd">
                <a:solidFill>
                  <a:schemeClr val="bg1">
                    <a:lumMod val="50000"/>
                  </a:schemeClr>
                </a:solidFill>
                <a:round/>
              </a:ln>
              <a:effectLst/>
            </c:spPr>
            <c:extLst>
              <c:ext xmlns:c16="http://schemas.microsoft.com/office/drawing/2014/chart" uri="{C3380CC4-5D6E-409C-BE32-E72D297353CC}">
                <c16:uniqueId val="{00000004-66A9-40D3-8E65-7AE79D385F13}"/>
              </c:ext>
            </c:extLst>
          </c:dPt>
          <c:dPt>
            <c:idx val="3"/>
            <c:bubble3D val="0"/>
            <c:spPr>
              <a:ln w="76200" cap="rnd">
                <a:solidFill>
                  <a:schemeClr val="bg1">
                    <a:lumMod val="50000"/>
                  </a:schemeClr>
                </a:solidFill>
                <a:round/>
              </a:ln>
              <a:effectLst/>
            </c:spPr>
            <c:extLst>
              <c:ext xmlns:c16="http://schemas.microsoft.com/office/drawing/2014/chart" uri="{C3380CC4-5D6E-409C-BE32-E72D297353CC}">
                <c16:uniqueId val="{00000006-66A9-40D3-8E65-7AE79D385F13}"/>
              </c:ext>
            </c:extLst>
          </c:dPt>
          <c:dPt>
            <c:idx val="4"/>
            <c:bubble3D val="0"/>
            <c:spPr>
              <a:ln w="76200" cap="rnd">
                <a:solidFill>
                  <a:schemeClr val="bg1">
                    <a:lumMod val="50000"/>
                  </a:schemeClr>
                </a:solidFill>
                <a:round/>
              </a:ln>
              <a:effectLst/>
            </c:spPr>
            <c:extLst>
              <c:ext xmlns:c16="http://schemas.microsoft.com/office/drawing/2014/chart" uri="{C3380CC4-5D6E-409C-BE32-E72D297353CC}">
                <c16:uniqueId val="{00000008-66A9-40D3-8E65-7AE79D385F13}"/>
              </c:ext>
            </c:extLst>
          </c:dPt>
          <c:dPt>
            <c:idx val="5"/>
            <c:bubble3D val="0"/>
            <c:spPr>
              <a:ln w="76200" cap="rnd">
                <a:solidFill>
                  <a:schemeClr val="bg1">
                    <a:lumMod val="50000"/>
                  </a:schemeClr>
                </a:solidFill>
                <a:round/>
              </a:ln>
              <a:effectLst/>
            </c:spPr>
            <c:extLst>
              <c:ext xmlns:c16="http://schemas.microsoft.com/office/drawing/2014/chart" uri="{C3380CC4-5D6E-409C-BE32-E72D297353CC}">
                <c16:uniqueId val="{0000000A-66A9-40D3-8E65-7AE79D385F13}"/>
              </c:ext>
            </c:extLst>
          </c:dPt>
          <c:dPt>
            <c:idx val="6"/>
            <c:bubble3D val="0"/>
            <c:spPr>
              <a:ln w="76200" cap="rnd">
                <a:solidFill>
                  <a:schemeClr val="bg1">
                    <a:lumMod val="50000"/>
                  </a:schemeClr>
                </a:solidFill>
                <a:round/>
              </a:ln>
              <a:effectLst/>
            </c:spPr>
            <c:extLst>
              <c:ext xmlns:c16="http://schemas.microsoft.com/office/drawing/2014/chart" uri="{C3380CC4-5D6E-409C-BE32-E72D297353CC}">
                <c16:uniqueId val="{0000000C-66A9-40D3-8E65-7AE79D385F13}"/>
              </c:ext>
            </c:extLst>
          </c:dPt>
          <c:dPt>
            <c:idx val="7"/>
            <c:bubble3D val="0"/>
            <c:spPr>
              <a:ln w="76200" cap="rnd">
                <a:solidFill>
                  <a:schemeClr val="bg1">
                    <a:lumMod val="50000"/>
                  </a:schemeClr>
                </a:solidFill>
                <a:round/>
              </a:ln>
              <a:effectLst/>
            </c:spPr>
            <c:extLst>
              <c:ext xmlns:c16="http://schemas.microsoft.com/office/drawing/2014/chart" uri="{C3380CC4-5D6E-409C-BE32-E72D297353CC}">
                <c16:uniqueId val="{0000000E-66A9-40D3-8E65-7AE79D385F13}"/>
              </c:ext>
            </c:extLst>
          </c:dPt>
          <c:dPt>
            <c:idx val="8"/>
            <c:bubble3D val="0"/>
            <c:spPr>
              <a:ln w="76200" cap="rnd">
                <a:solidFill>
                  <a:schemeClr val="bg1">
                    <a:lumMod val="50000"/>
                  </a:schemeClr>
                </a:solidFill>
                <a:round/>
              </a:ln>
              <a:effectLst/>
            </c:spPr>
            <c:extLst>
              <c:ext xmlns:c16="http://schemas.microsoft.com/office/drawing/2014/chart" uri="{C3380CC4-5D6E-409C-BE32-E72D297353CC}">
                <c16:uniqueId val="{00000010-66A9-40D3-8E65-7AE79D385F13}"/>
              </c:ext>
            </c:extLst>
          </c:dPt>
          <c:cat>
            <c:multiLvlStrRef>
              <c:f>Sheet1!$A$2:$B$21</c:f>
              <c:multiLvlStrCache>
                <c:ptCount val="20"/>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lvl>
                <c:lvl>
                  <c:pt idx="0">
                    <c:v>FY12</c:v>
                  </c:pt>
                  <c:pt idx="4">
                    <c:v>FY13</c:v>
                  </c:pt>
                  <c:pt idx="8">
                    <c:v>FY14</c:v>
                  </c:pt>
                  <c:pt idx="12">
                    <c:v>FY15</c:v>
                  </c:pt>
                  <c:pt idx="16">
                    <c:v>FY16</c:v>
                  </c:pt>
                </c:lvl>
              </c:multiLvlStrCache>
            </c:multiLvlStrRef>
          </c:cat>
          <c:val>
            <c:numRef>
              <c:f>Sheet1!$C$2:$C$21</c:f>
              <c:numCache>
                <c:formatCode>_("$"* #,##0_);_("$"* \(#,##0\);_("$"* "-"??_);_(@_)</c:formatCode>
                <c:ptCount val="20"/>
                <c:pt idx="0">
                  <c:v>65357142</c:v>
                </c:pt>
                <c:pt idx="1">
                  <c:v>66647468.262495004</c:v>
                </c:pt>
                <c:pt idx="2">
                  <c:v>73087662.068549097</c:v>
                </c:pt>
                <c:pt idx="3">
                  <c:v>78685725.776098102</c:v>
                </c:pt>
                <c:pt idx="4">
                  <c:v>77910505.701420397</c:v>
                </c:pt>
                <c:pt idx="5">
                  <c:v>78776127.019450903</c:v>
                </c:pt>
                <c:pt idx="6">
                  <c:v>73056289.749068007</c:v>
                </c:pt>
                <c:pt idx="7">
                  <c:v>70822205.587653801</c:v>
                </c:pt>
                <c:pt idx="8">
                  <c:v>67106868.710488804</c:v>
                </c:pt>
                <c:pt idx="9">
                  <c:v>68249481.2961386</c:v>
                </c:pt>
                <c:pt idx="10">
                  <c:v>70583467.762193203</c:v>
                </c:pt>
                <c:pt idx="11">
                  <c:v>77833223.384052798</c:v>
                </c:pt>
                <c:pt idx="12">
                  <c:v>77704593.902000397</c:v>
                </c:pt>
                <c:pt idx="13">
                  <c:v>83377045.521800205</c:v>
                </c:pt>
                <c:pt idx="14">
                  <c:v>85906284.880388603</c:v>
                </c:pt>
                <c:pt idx="15">
                  <c:v>90672175.435257301</c:v>
                </c:pt>
                <c:pt idx="16">
                  <c:v>96584267.573347002</c:v>
                </c:pt>
                <c:pt idx="17">
                  <c:v>101741680.964433</c:v>
                </c:pt>
                <c:pt idx="18">
                  <c:v>106472618.74990501</c:v>
                </c:pt>
                <c:pt idx="19">
                  <c:v>112875211.54940701</c:v>
                </c:pt>
              </c:numCache>
            </c:numRef>
          </c:val>
          <c:smooth val="0"/>
          <c:extLst>
            <c:ext xmlns:c16="http://schemas.microsoft.com/office/drawing/2014/chart" uri="{C3380CC4-5D6E-409C-BE32-E72D297353CC}">
              <c16:uniqueId val="{00000011-66A9-40D3-8E65-7AE79D385F13}"/>
            </c:ext>
          </c:extLst>
        </c:ser>
        <c:dLbls>
          <c:showLegendKey val="0"/>
          <c:showVal val="0"/>
          <c:showCatName val="0"/>
          <c:showSerName val="0"/>
          <c:showPercent val="0"/>
          <c:showBubbleSize val="0"/>
        </c:dLbls>
        <c:smooth val="0"/>
        <c:axId val="-2072498152"/>
        <c:axId val="-2072494536"/>
      </c:lineChart>
      <c:catAx>
        <c:axId val="-2072498152"/>
        <c:scaling>
          <c:orientation val="minMax"/>
        </c:scaling>
        <c:delete val="0"/>
        <c:axPos val="b"/>
        <c:numFmt formatCode="General" sourceLinked="1"/>
        <c:majorTickMark val="none"/>
        <c:minorTickMark val="none"/>
        <c:tickLblPos val="nextTo"/>
        <c:spPr>
          <a:noFill/>
          <a:ln w="9525" cap="flat" cmpd="sng" algn="ctr">
            <a:solidFill>
              <a:schemeClr val="tx1">
                <a:lumMod val="50000"/>
                <a:lumOff val="50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2072494536"/>
        <c:crosses val="autoZero"/>
        <c:auto val="1"/>
        <c:lblAlgn val="ctr"/>
        <c:lblOffset val="100"/>
        <c:noMultiLvlLbl val="0"/>
      </c:catAx>
      <c:valAx>
        <c:axId val="-2072494536"/>
        <c:scaling>
          <c:orientation val="minMax"/>
          <c:min val="60000000"/>
        </c:scaling>
        <c:delete val="0"/>
        <c:axPos val="l"/>
        <c:majorGridlines>
          <c:spPr>
            <a:ln w="9525" cap="flat" cmpd="sng" algn="ctr">
              <a:solidFill>
                <a:schemeClr val="tx1">
                  <a:lumMod val="50000"/>
                  <a:lumOff val="50000"/>
                </a:schemeClr>
              </a:solidFill>
              <a:round/>
            </a:ln>
            <a:effectLst/>
          </c:spPr>
        </c:majorGridlines>
        <c:numFmt formatCode="&quot;$&quot;0&quot;M&quot;" sourceLinked="0"/>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2072498152"/>
        <c:crosses val="autoZero"/>
        <c:crossBetween val="between"/>
        <c:dispUnits>
          <c:builtInUnit val="millions"/>
        </c:dispUnits>
      </c:valAx>
      <c:spPr>
        <a:noFill/>
        <a:ln>
          <a:noFill/>
        </a:ln>
        <a:effectLst/>
      </c:spPr>
    </c:plotArea>
    <c:plotVisOnly val="1"/>
    <c:dispBlanksAs val="gap"/>
    <c:showDLblsOverMax val="0"/>
  </c:chart>
  <c:spPr>
    <a:noFill/>
    <a:ln>
      <a:noFill/>
    </a:ln>
    <a:effectLst/>
  </c:spPr>
  <c:txPr>
    <a:bodyPr/>
    <a:lstStyle/>
    <a:p>
      <a:pPr>
        <a:defRPr sz="1050">
          <a:solidFill>
            <a:schemeClr val="tx1"/>
          </a:solidFill>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withinLinear" id="16">
  <a:schemeClr val="accent3"/>
</cs:colorStyle>
</file>

<file path=ppt/charts/colors2.xml><?xml version="1.0" encoding="utf-8"?>
<cs:colorStyle xmlns:cs="http://schemas.microsoft.com/office/drawing/2012/chartStyle" xmlns:a="http://schemas.openxmlformats.org/drawingml/2006/main" meth="withinLinear" id="17">
  <a:schemeClr val="accent4"/>
</cs:colorStyle>
</file>

<file path=ppt/charts/colors3.xml><?xml version="1.0" encoding="utf-8"?>
<cs:colorStyle xmlns:cs="http://schemas.microsoft.com/office/drawing/2012/chartStyle" xmlns:a="http://schemas.openxmlformats.org/drawingml/2006/main" meth="withinLinear" id="15">
  <a:schemeClr val="accent2"/>
</cs:colorStyle>
</file>

<file path=ppt/charts/colors4.xml><?xml version="1.0" encoding="utf-8"?>
<cs:colorStyle xmlns:cs="http://schemas.microsoft.com/office/drawing/2012/chartStyle" xmlns:a="http://schemas.openxmlformats.org/drawingml/2006/main" meth="withinLinear" id="19">
  <a:schemeClr val="accent6"/>
</cs:colorStyle>
</file>

<file path=ppt/charts/colors5.xml><?xml version="1.0" encoding="utf-8"?>
<cs:colorStyle xmlns:cs="http://schemas.microsoft.com/office/drawing/2012/chartStyle" xmlns:a="http://schemas.openxmlformats.org/drawingml/2006/main" meth="withinLinear" id="15">
  <a:schemeClr val="accent2"/>
</cs:colorStyle>
</file>

<file path=ppt/charts/colors6.xml><?xml version="1.0" encoding="utf-8"?>
<cs:colorStyle xmlns:cs="http://schemas.microsoft.com/office/drawing/2012/chartStyle" xmlns:a="http://schemas.openxmlformats.org/drawingml/2006/main" meth="withinLinear" id="14">
  <a:schemeClr val="accent1"/>
</cs:colorStyle>
</file>

<file path=ppt/charts/colors7.xml><?xml version="1.0" encoding="utf-8"?>
<cs:colorStyle xmlns:cs="http://schemas.microsoft.com/office/drawing/2012/chartStyle" xmlns:a="http://schemas.openxmlformats.org/drawingml/2006/main" meth="withinLinear" id="14">
  <a:schemeClr val="accent1"/>
</cs:colorStyle>
</file>

<file path=ppt/charts/colors8.xml><?xml version="1.0" encoding="utf-8"?>
<cs:colorStyle xmlns:cs="http://schemas.microsoft.com/office/drawing/2012/chartStyle" xmlns:a="http://schemas.openxmlformats.org/drawingml/2006/main" meth="withinLinear" id="14">
  <a:schemeClr val="accent1"/>
</cs:colorStyle>
</file>

<file path=ppt/charts/colors9.xml><?xml version="1.0" encoding="utf-8"?>
<cs:colorStyle xmlns:cs="http://schemas.microsoft.com/office/drawing/2012/chartStyle" xmlns:a="http://schemas.openxmlformats.org/drawingml/2006/main" meth="withinLinear" id="16">
  <a:schemeClr val="accent3"/>
</cs:colorStyle>
</file>

<file path=ppt/charts/colors10.xml><?xml version="1.0" encoding="utf-8"?>
<cs:colorStyle xmlns:cs="http://schemas.microsoft.com/office/drawing/2012/chartStyle" xmlns:a="http://schemas.openxmlformats.org/drawingml/2006/main" meth="withinLinear" id="16">
  <a:schemeClr val="accent3"/>
</cs:colorStyle>
</file>

<file path=ppt/charts/colors11.xml><?xml version="1.0" encoding="utf-8"?>
<cs:colorStyle xmlns:cs="http://schemas.microsoft.com/office/drawing/2012/chartStyle" xmlns:a="http://schemas.openxmlformats.org/drawingml/2006/main" meth="withinLinear" id="19">
  <a:schemeClr val="accent6"/>
</cs:colorStyle>
</file>

<file path=ppt/charts/colors12.xml><?xml version="1.0" encoding="utf-8"?>
<cs:colorStyle xmlns:cs="http://schemas.microsoft.com/office/drawing/2012/chartStyle" xmlns:a="http://schemas.openxmlformats.org/drawingml/2006/main" meth="withinLinear" id="15">
  <a:schemeClr val="accent2"/>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118">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3">
      <cs:styleClr val="auto"/>
    </cs:fillRef>
    <cs:effectRef idx="2">
      <a:schemeClr val="dk1"/>
    </cs:effectRef>
    <cs:fontRef idx="minor">
      <a:schemeClr val="tx1"/>
    </cs:fontRef>
  </cs:dataPoint>
  <cs:dataPoint3D>
    <cs:lnRef idx="0"/>
    <cs:fillRef idx="3">
      <cs:styleClr val="auto"/>
    </cs:fillRef>
    <cs:effectRef idx="2">
      <a:schemeClr val="dk1"/>
    </cs:effectRef>
    <cs:fontRef idx="minor">
      <a:schemeClr val="tx1"/>
    </cs:fontRef>
  </cs:dataPoint3D>
  <cs:dataPointLine>
    <cs:lnRef idx="1">
      <cs:styleClr val="auto"/>
    </cs:lnRef>
    <cs:lineWidthScale>5</cs:lineWidthScale>
    <cs:fillRef idx="0"/>
    <cs:effectRef idx="0"/>
    <cs:fontRef idx="minor">
      <a:schemeClr val="tx1"/>
    </cs:fontRef>
    <cs:spPr>
      <a:ln cap="rnd">
        <a:round/>
      </a:ln>
    </cs:spPr>
  </cs:dataPointLine>
  <cs:dataPointMarker>
    <cs:lnRef idx="1">
      <cs:styleClr val="auto"/>
    </cs:lnRef>
    <cs:fillRef idx="3">
      <cs:styleClr val="auto"/>
    </cs:fillRef>
    <cs:effectRef idx="2">
      <a:schemeClr val="dk1"/>
    </cs:effectRef>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0"/>
    <cs:fillRef idx="3">
      <a:schemeClr val="dk1">
        <a:tint val="95000"/>
      </a:schemeClr>
    </cs:fillRef>
    <cs:effectRef idx="2">
      <a:schemeClr val="dk1"/>
    </cs:effectRef>
    <cs:fontRef idx="minor">
      <a:schemeClr val="tx1"/>
    </cs:fontRef>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0"/>
    <cs:fillRef idx="3">
      <a:schemeClr val="dk1">
        <a:tint val="5000"/>
      </a:schemeClr>
    </cs:fillRef>
    <cs:effectRef idx="2">
      <a:schemeClr val="dk1"/>
    </cs:effectRef>
    <cs:fontRef idx="minor">
      <a:schemeClr val="tx1"/>
    </cs:fontRef>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118">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3">
      <cs:styleClr val="auto"/>
    </cs:fillRef>
    <cs:effectRef idx="2">
      <a:schemeClr val="dk1"/>
    </cs:effectRef>
    <cs:fontRef idx="minor">
      <a:schemeClr val="tx1"/>
    </cs:fontRef>
  </cs:dataPoint>
  <cs:dataPoint3D>
    <cs:lnRef idx="0"/>
    <cs:fillRef idx="3">
      <cs:styleClr val="auto"/>
    </cs:fillRef>
    <cs:effectRef idx="2">
      <a:schemeClr val="dk1"/>
    </cs:effectRef>
    <cs:fontRef idx="minor">
      <a:schemeClr val="tx1"/>
    </cs:fontRef>
  </cs:dataPoint3D>
  <cs:dataPointLine>
    <cs:lnRef idx="1">
      <cs:styleClr val="auto"/>
    </cs:lnRef>
    <cs:lineWidthScale>5</cs:lineWidthScale>
    <cs:fillRef idx="0"/>
    <cs:effectRef idx="0"/>
    <cs:fontRef idx="minor">
      <a:schemeClr val="tx1"/>
    </cs:fontRef>
    <cs:spPr>
      <a:ln cap="rnd">
        <a:round/>
      </a:ln>
    </cs:spPr>
  </cs:dataPointLine>
  <cs:dataPointMarker>
    <cs:lnRef idx="1">
      <cs:styleClr val="auto"/>
    </cs:lnRef>
    <cs:fillRef idx="3">
      <cs:styleClr val="auto"/>
    </cs:fillRef>
    <cs:effectRef idx="2">
      <a:schemeClr val="dk1"/>
    </cs:effectRef>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0"/>
    <cs:fillRef idx="3">
      <a:schemeClr val="dk1">
        <a:tint val="95000"/>
      </a:schemeClr>
    </cs:fillRef>
    <cs:effectRef idx="2">
      <a:schemeClr val="dk1"/>
    </cs:effectRef>
    <cs:fontRef idx="minor">
      <a:schemeClr val="tx1"/>
    </cs:fontRef>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0"/>
    <cs:fillRef idx="3">
      <a:schemeClr val="dk1">
        <a:tint val="5000"/>
      </a:schemeClr>
    </cs:fillRef>
    <cs:effectRef idx="2">
      <a:schemeClr val="dk1"/>
    </cs:effectRef>
    <cs:fontRef idx="minor">
      <a:schemeClr val="tx1"/>
    </cs:fontRef>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8.xml><?xml version="1.0" encoding="utf-8"?>
<cs:chartStyle xmlns:cs="http://schemas.microsoft.com/office/drawing/2012/chartStyle" xmlns:a="http://schemas.openxmlformats.org/drawingml/2006/main" id="118">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3">
      <cs:styleClr val="auto"/>
    </cs:fillRef>
    <cs:effectRef idx="2">
      <a:schemeClr val="dk1"/>
    </cs:effectRef>
    <cs:fontRef idx="minor">
      <a:schemeClr val="tx1"/>
    </cs:fontRef>
  </cs:dataPoint>
  <cs:dataPoint3D>
    <cs:lnRef idx="0"/>
    <cs:fillRef idx="3">
      <cs:styleClr val="auto"/>
    </cs:fillRef>
    <cs:effectRef idx="2">
      <a:schemeClr val="dk1"/>
    </cs:effectRef>
    <cs:fontRef idx="minor">
      <a:schemeClr val="tx1"/>
    </cs:fontRef>
  </cs:dataPoint3D>
  <cs:dataPointLine>
    <cs:lnRef idx="1">
      <cs:styleClr val="auto"/>
    </cs:lnRef>
    <cs:lineWidthScale>5</cs:lineWidthScale>
    <cs:fillRef idx="0"/>
    <cs:effectRef idx="0"/>
    <cs:fontRef idx="minor">
      <a:schemeClr val="tx1"/>
    </cs:fontRef>
    <cs:spPr>
      <a:ln cap="rnd">
        <a:round/>
      </a:ln>
    </cs:spPr>
  </cs:dataPointLine>
  <cs:dataPointMarker>
    <cs:lnRef idx="1">
      <cs:styleClr val="auto"/>
    </cs:lnRef>
    <cs:fillRef idx="3">
      <cs:styleClr val="auto"/>
    </cs:fillRef>
    <cs:effectRef idx="2">
      <a:schemeClr val="dk1"/>
    </cs:effectRef>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0"/>
    <cs:fillRef idx="3">
      <a:schemeClr val="dk1">
        <a:tint val="95000"/>
      </a:schemeClr>
    </cs:fillRef>
    <cs:effectRef idx="2">
      <a:schemeClr val="dk1"/>
    </cs:effectRef>
    <cs:fontRef idx="minor">
      <a:schemeClr val="tx1"/>
    </cs:fontRef>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0"/>
    <cs:fillRef idx="3">
      <a:schemeClr val="dk1">
        <a:tint val="5000"/>
      </a:schemeClr>
    </cs:fillRef>
    <cs:effectRef idx="2">
      <a:schemeClr val="dk1"/>
    </cs:effectRef>
    <cs:fontRef idx="minor">
      <a:schemeClr val="tx1"/>
    </cs:fontRef>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9.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0.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1.xml><?xml version="1.0" encoding="utf-8"?>
<cs:chartStyle xmlns:cs="http://schemas.microsoft.com/office/drawing/2012/chartStyle" xmlns:a="http://schemas.openxmlformats.org/drawingml/2006/main" id="118">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3">
      <cs:styleClr val="auto"/>
    </cs:fillRef>
    <cs:effectRef idx="2">
      <a:schemeClr val="dk1"/>
    </cs:effectRef>
    <cs:fontRef idx="minor">
      <a:schemeClr val="tx1"/>
    </cs:fontRef>
  </cs:dataPoint>
  <cs:dataPoint3D>
    <cs:lnRef idx="0"/>
    <cs:fillRef idx="3">
      <cs:styleClr val="auto"/>
    </cs:fillRef>
    <cs:effectRef idx="2">
      <a:schemeClr val="dk1"/>
    </cs:effectRef>
    <cs:fontRef idx="minor">
      <a:schemeClr val="tx1"/>
    </cs:fontRef>
  </cs:dataPoint3D>
  <cs:dataPointLine>
    <cs:lnRef idx="1">
      <cs:styleClr val="auto"/>
    </cs:lnRef>
    <cs:lineWidthScale>5</cs:lineWidthScale>
    <cs:fillRef idx="0"/>
    <cs:effectRef idx="0"/>
    <cs:fontRef idx="minor">
      <a:schemeClr val="tx1"/>
    </cs:fontRef>
    <cs:spPr>
      <a:ln cap="rnd">
        <a:round/>
      </a:ln>
    </cs:spPr>
  </cs:dataPointLine>
  <cs:dataPointMarker>
    <cs:lnRef idx="1">
      <cs:styleClr val="auto"/>
    </cs:lnRef>
    <cs:fillRef idx="3">
      <cs:styleClr val="auto"/>
    </cs:fillRef>
    <cs:effectRef idx="2">
      <a:schemeClr val="dk1"/>
    </cs:effectRef>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0"/>
    <cs:fillRef idx="3">
      <a:schemeClr val="dk1">
        <a:tint val="95000"/>
      </a:schemeClr>
    </cs:fillRef>
    <cs:effectRef idx="2">
      <a:schemeClr val="dk1"/>
    </cs:effectRef>
    <cs:fontRef idx="minor">
      <a:schemeClr val="tx1"/>
    </cs:fontRef>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0"/>
    <cs:fillRef idx="3">
      <a:schemeClr val="dk1">
        <a:tint val="5000"/>
      </a:schemeClr>
    </cs:fillRef>
    <cs:effectRef idx="2">
      <a:schemeClr val="dk1"/>
    </cs:effectRef>
    <cs:fontRef idx="minor">
      <a:schemeClr val="tx1"/>
    </cs:fontRef>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12.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iagrams/colors1.xml><?xml version="1.0" encoding="utf-8"?>
<dgm:colorsDef xmlns:dgm="http://schemas.openxmlformats.org/drawingml/2006/diagram" xmlns:a="http://schemas.openxmlformats.org/drawingml/2006/main" uniqueId="urn:microsoft.com/office/officeart/2005/8/colors/accent4_4">
  <dgm:title val=""/>
  <dgm:desc val=""/>
  <dgm:catLst>
    <dgm:cat type="accent4" pri="11400"/>
  </dgm:catLst>
  <dgm:styleLbl name="node0">
    <dgm:fillClrLst meth="cycle">
      <a:schemeClr val="accent4">
        <a:shade val="60000"/>
      </a:schemeClr>
    </dgm:fillClrLst>
    <dgm:linClrLst meth="repeat">
      <a:schemeClr val="lt1"/>
    </dgm:linClrLst>
    <dgm:effectClrLst/>
    <dgm:txLinClrLst/>
    <dgm:txFillClrLst/>
    <dgm:txEffectClrLst/>
  </dgm:styleLbl>
  <dgm:styleLbl name="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alignNode1">
    <dgm:fillClrLst meth="cycle">
      <a:schemeClr val="accent4">
        <a:shade val="50000"/>
      </a:schemeClr>
      <a:schemeClr val="accent4">
        <a:tint val="55000"/>
      </a:schemeClr>
    </dgm:fillClrLst>
    <dgm:linClrLst meth="cycle">
      <a:schemeClr val="accent4">
        <a:shade val="50000"/>
      </a:schemeClr>
      <a:schemeClr val="accent4">
        <a:tint val="55000"/>
      </a:schemeClr>
    </dgm:linClrLst>
    <dgm:effectClrLst/>
    <dgm:txLinClrLst/>
    <dgm:txFillClrLst/>
    <dgm:txEffectClrLst/>
  </dgm:styleLbl>
  <dgm:styleLbl name="lnNode1">
    <dgm:fillClrLst meth="cycle">
      <a:schemeClr val="accent4">
        <a:shade val="50000"/>
      </a:schemeClr>
      <a:schemeClr val="accent4">
        <a:tint val="55000"/>
      </a:schemeClr>
    </dgm:fillClrLst>
    <dgm:linClrLst meth="repeat">
      <a:schemeClr val="lt1"/>
    </dgm:linClrLst>
    <dgm:effectClrLst/>
    <dgm:txLinClrLst/>
    <dgm:txFillClrLst/>
    <dgm:txEffectClrLst/>
  </dgm:styleLbl>
  <dgm:styleLbl name="vennNode1">
    <dgm:fillClrLst meth="cycle">
      <a:schemeClr val="accent4">
        <a:shade val="80000"/>
        <a:alpha val="50000"/>
      </a:schemeClr>
      <a:schemeClr val="accent4">
        <a:tint val="50000"/>
        <a:alpha val="50000"/>
      </a:schemeClr>
    </dgm:fillClrLst>
    <dgm:linClrLst meth="repeat">
      <a:schemeClr val="lt1"/>
    </dgm:linClrLst>
    <dgm:effectClrLst/>
    <dgm:txLinClrLst/>
    <dgm:txFillClrLst/>
    <dgm:txEffectClrLst/>
  </dgm:styleLbl>
  <dgm:styleLbl name="node2">
    <dgm:fillClrLst>
      <a:schemeClr val="accent4">
        <a:shade val="80000"/>
      </a:schemeClr>
    </dgm:fillClrLst>
    <dgm:linClrLst meth="repeat">
      <a:schemeClr val="lt1"/>
    </dgm:linClrLst>
    <dgm:effectClrLst/>
    <dgm:txLinClrLst/>
    <dgm:txFillClrLst/>
    <dgm:txEffectClrLst/>
  </dgm:styleLbl>
  <dgm:styleLbl name="node3">
    <dgm:fillClrLst>
      <a:schemeClr val="accent4">
        <a:tint val="99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f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bgSibTrans2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dgm:txEffectClrLst/>
  </dgm:styleLbl>
  <dgm:styleLbl name="sibTrans1D1">
    <dgm:fillClrLst meth="cycle">
      <a:schemeClr val="accent4">
        <a:shade val="90000"/>
      </a:schemeClr>
      <a:schemeClr val="accent4">
        <a:tint val="50000"/>
      </a:schemeClr>
    </dgm:fillClrLst>
    <dgm:linClrLst meth="cycle">
      <a:schemeClr val="accent4">
        <a:shade val="90000"/>
      </a:schemeClr>
      <a:schemeClr val="accent4">
        <a:tint val="5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0000"/>
      </a:schemeClr>
    </dgm:fillClrLst>
    <dgm:linClrLst meth="repeat">
      <a:schemeClr val="lt1"/>
    </dgm:linClrLst>
    <dgm:effectClrLst/>
    <dgm:txLinClrLst/>
    <dgm:txFillClrLst/>
    <dgm:txEffectClrLst/>
  </dgm:styleLbl>
  <dgm:styleLbl name="asst3">
    <dgm:fillClrLst>
      <a:schemeClr val="accent4">
        <a:tint val="70000"/>
      </a:schemeClr>
    </dgm:fillClrLst>
    <dgm:linClrLst meth="repeat">
      <a:schemeClr val="lt1"/>
    </dgm:linClrLst>
    <dgm:effectClrLst/>
    <dgm:txLinClrLst/>
    <dgm:txFillClrLst/>
    <dgm:txEffectClrLst/>
  </dgm:styleLbl>
  <dgm:styleLbl name="asst4">
    <dgm:fillClrLst>
      <a:schemeClr val="accent4">
        <a:tint val="5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shade val="80000"/>
      </a:schemeClr>
    </dgm:linClrLst>
    <dgm:effectClrLst/>
    <dgm:txLinClrLst/>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dk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4">
        <a:tint val="90000"/>
      </a:schemeClr>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4">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4">
        <a:shade val="50000"/>
      </a:schemeClr>
      <a:schemeClr val="accent4">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alignAccFollowNode1">
    <dgm:fillClrLst meth="repeat">
      <a:schemeClr val="accent4">
        <a:alpha val="90000"/>
        <a:tint val="55000"/>
      </a:schemeClr>
    </dgm:fillClrLst>
    <dgm:linClrLst meth="repeat">
      <a:schemeClr val="accent4">
        <a:alpha val="90000"/>
        <a:tint val="55000"/>
      </a:schemeClr>
    </dgm:linClrLst>
    <dgm:effectClrLst/>
    <dgm:txLinClrLst/>
    <dgm:txFillClrLst meth="repeat">
      <a:schemeClr val="dk1"/>
    </dgm:txFillClrLst>
    <dgm:txEffectClrLst/>
  </dgm:styleLbl>
  <dgm:styleLbl name="bgAccFollowNode1">
    <dgm:fillClrLst meth="repeat">
      <a:schemeClr val="accent4">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50000"/>
      </a:schemeClr>
    </dgm:linClrLst>
    <dgm:effectClrLst/>
    <dgm:txLinClrLst/>
    <dgm:txFillClrLst meth="repeat">
      <a:schemeClr val="dk1"/>
    </dgm:txFillClrLst>
    <dgm:txEffectClrLst/>
  </dgm:styleLbl>
  <dgm:styleLbl name="bgShp">
    <dgm:fillClrLst meth="repeat">
      <a:schemeClr val="accent4">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55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D8C106-AB6B-4315-9D52-511FA52375E2}" type="doc">
      <dgm:prSet loTypeId="urn:microsoft.com/office/officeart/2005/8/layout/orgChart1" loCatId="hierarchy" qsTypeId="urn:microsoft.com/office/officeart/2005/8/quickstyle/simple1" qsCatId="simple" csTypeId="urn:microsoft.com/office/officeart/2005/8/colors/accent4_4" csCatId="accent4" phldr="1"/>
      <dgm:spPr/>
      <dgm:t>
        <a:bodyPr/>
        <a:lstStyle/>
        <a:p>
          <a:endParaRPr lang="en-US"/>
        </a:p>
      </dgm:t>
    </dgm:pt>
    <dgm:pt modelId="{CAC7766B-DE5C-43C0-8D0C-9669FC20A417}">
      <dgm:prSet phldrT="[Text]" custT="1"/>
      <dgm:spPr>
        <a:xfrm>
          <a:off x="4557658" y="825"/>
          <a:ext cx="1375497" cy="687748"/>
        </a:xfrm>
        <a:prstGeom prst="rect">
          <a:avLst/>
        </a:prstGeom>
        <a:solidFill>
          <a:schemeClr val="accent6"/>
        </a:solidFill>
        <a:ln w="25400" cap="flat" cmpd="sng" algn="ctr">
          <a:noFill/>
          <a:prstDash val="solid"/>
        </a:ln>
        <a:effectLst/>
      </dgm:spPr>
      <dgm:t>
        <a:bodyPr/>
        <a:lstStyle/>
        <a:p>
          <a:pPr>
            <a:spcAft>
              <a:spcPts val="0"/>
            </a:spcAft>
            <a:buNone/>
          </a:pPr>
          <a:r>
            <a:rPr lang="en-US" sz="1400">
              <a:solidFill>
                <a:srgbClr val="FFFFFF"/>
              </a:solidFill>
              <a:latin typeface="Arial"/>
              <a:ea typeface="+mn-ea"/>
              <a:cs typeface="+mn-cs"/>
            </a:rPr>
            <a:t>First Last name</a:t>
          </a:r>
          <a:br>
            <a:rPr lang="en-US" sz="1400">
              <a:solidFill>
                <a:srgbClr val="FFFFFF"/>
              </a:solidFill>
              <a:latin typeface="Arial"/>
              <a:ea typeface="+mn-ea"/>
              <a:cs typeface="+mn-cs"/>
            </a:rPr>
          </a:br>
          <a:r>
            <a:rPr lang="en-US" sz="1400">
              <a:solidFill>
                <a:srgbClr val="FFFFFF"/>
              </a:solidFill>
              <a:latin typeface="Arial"/>
              <a:ea typeface="+mn-ea"/>
              <a:cs typeface="+mn-cs"/>
            </a:rPr>
            <a:t>Title</a:t>
          </a:r>
        </a:p>
      </dgm:t>
    </dgm:pt>
    <dgm:pt modelId="{123441FF-A604-4232-8C87-D8A668FA704E}" type="parTrans" cxnId="{F9036422-8328-465F-9803-889E26F3CF79}">
      <dgm:prSet/>
      <dgm:spPr/>
      <dgm:t>
        <a:bodyPr/>
        <a:lstStyle/>
        <a:p>
          <a:endParaRPr lang="en-US" sz="1400"/>
        </a:p>
      </dgm:t>
    </dgm:pt>
    <dgm:pt modelId="{F6C24BAF-26F2-4AEA-AE48-D0829896368A}" type="sibTrans" cxnId="{F9036422-8328-465F-9803-889E26F3CF79}">
      <dgm:prSet/>
      <dgm:spPr/>
      <dgm:t>
        <a:bodyPr/>
        <a:lstStyle/>
        <a:p>
          <a:endParaRPr lang="en-US" sz="1400"/>
        </a:p>
      </dgm:t>
    </dgm:pt>
    <dgm:pt modelId="{BCFC1DB8-E20E-488E-9798-3C2165C96211}">
      <dgm:prSet phldrT="[Text]" custT="1"/>
      <dgm:spPr>
        <a:xfrm>
          <a:off x="1228954" y="977428"/>
          <a:ext cx="1375497" cy="687748"/>
        </a:xfrm>
        <a:prstGeom prst="rect">
          <a:avLst/>
        </a:prstGeom>
        <a:solidFill>
          <a:schemeClr val="tx2">
            <a:lumMod val="75000"/>
          </a:schemeClr>
        </a:solidFill>
        <a:ln w="25400" cap="flat" cmpd="sng" algn="ctr">
          <a:noFill/>
          <a:prstDash val="solid"/>
        </a:ln>
        <a:effectLst/>
      </dgm:spPr>
      <dgm:t>
        <a:bodyPr/>
        <a:lstStyle/>
        <a:p>
          <a:pPr>
            <a:spcAft>
              <a:spcPts val="0"/>
            </a:spcAft>
            <a:buNone/>
          </a:pPr>
          <a:r>
            <a:rPr lang="en-US" sz="1400">
              <a:solidFill>
                <a:srgbClr val="FFFFFF"/>
              </a:solidFill>
              <a:latin typeface="Arial"/>
              <a:ea typeface="+mn-ea"/>
              <a:cs typeface="+mn-cs"/>
            </a:rPr>
            <a:t>First Last name</a:t>
          </a:r>
          <a:br>
            <a:rPr lang="en-US" sz="1400">
              <a:solidFill>
                <a:srgbClr val="FFFFFF"/>
              </a:solidFill>
              <a:latin typeface="Arial"/>
              <a:ea typeface="+mn-ea"/>
              <a:cs typeface="+mn-cs"/>
            </a:rPr>
          </a:br>
          <a:r>
            <a:rPr lang="en-US" sz="1400">
              <a:solidFill>
                <a:srgbClr val="FFFFFF"/>
              </a:solidFill>
              <a:latin typeface="Arial"/>
              <a:ea typeface="+mn-ea"/>
              <a:cs typeface="+mn-cs"/>
            </a:rPr>
            <a:t>Title</a:t>
          </a:r>
        </a:p>
      </dgm:t>
    </dgm:pt>
    <dgm:pt modelId="{D18D9544-C6DC-4E8B-814D-01C3B3051336}" type="parTrans" cxnId="{C435DBC4-CBE3-477E-9424-B92060BE29E4}">
      <dgm:prSet/>
      <dgm:spPr>
        <a:xfrm>
          <a:off x="1916702" y="688573"/>
          <a:ext cx="3328703" cy="288854"/>
        </a:xfrm>
        <a:custGeom>
          <a:avLst/>
          <a:gdLst/>
          <a:ahLst/>
          <a:cxnLst/>
          <a:rect l="0" t="0" r="0" b="0"/>
          <a:pathLst>
            <a:path>
              <a:moveTo>
                <a:pt x="3328703" y="0"/>
              </a:moveTo>
              <a:lnTo>
                <a:pt x="3328703" y="144427"/>
              </a:lnTo>
              <a:lnTo>
                <a:pt x="0" y="144427"/>
              </a:lnTo>
              <a:lnTo>
                <a:pt x="0" y="288854"/>
              </a:lnTo>
            </a:path>
          </a:pathLst>
        </a:custGeom>
        <a:noFill/>
        <a:ln w="19050" cap="flat" cmpd="sng" algn="ctr">
          <a:solidFill>
            <a:schemeClr val="tx2">
              <a:lumMod val="75000"/>
            </a:schemeClr>
          </a:solidFill>
          <a:prstDash val="solid"/>
        </a:ln>
        <a:effectLst/>
      </dgm:spPr>
      <dgm:t>
        <a:bodyPr/>
        <a:lstStyle/>
        <a:p>
          <a:endParaRPr lang="en-US" sz="1400"/>
        </a:p>
      </dgm:t>
    </dgm:pt>
    <dgm:pt modelId="{DBF2B36A-F30F-44F4-AF48-9D96D4AAB2E9}" type="sibTrans" cxnId="{C435DBC4-CBE3-477E-9424-B92060BE29E4}">
      <dgm:prSet/>
      <dgm:spPr/>
      <dgm:t>
        <a:bodyPr/>
        <a:lstStyle/>
        <a:p>
          <a:endParaRPr lang="en-US" sz="1400"/>
        </a:p>
      </dgm:t>
    </dgm:pt>
    <dgm:pt modelId="{AA742382-B9AB-46D5-85B3-4975F8345D0F}">
      <dgm:prSet phldrT="[Text]" custT="1"/>
      <dgm:spPr>
        <a:xfrm>
          <a:off x="2893306" y="977428"/>
          <a:ext cx="1375497" cy="687748"/>
        </a:xfrm>
        <a:prstGeom prst="rect">
          <a:avLst/>
        </a:prstGeom>
        <a:solidFill>
          <a:schemeClr val="tx2">
            <a:lumMod val="75000"/>
          </a:schemeClr>
        </a:solidFill>
        <a:ln w="25400" cap="flat" cmpd="sng" algn="ctr">
          <a:noFill/>
          <a:prstDash val="solid"/>
        </a:ln>
        <a:effectLst/>
      </dgm:spPr>
      <dgm:t>
        <a:bodyPr/>
        <a:lstStyle/>
        <a:p>
          <a:pPr>
            <a:spcAft>
              <a:spcPts val="0"/>
            </a:spcAft>
            <a:buNone/>
          </a:pPr>
          <a:r>
            <a:rPr lang="en-US" sz="1400">
              <a:solidFill>
                <a:srgbClr val="FFFFFF"/>
              </a:solidFill>
              <a:latin typeface="Arial"/>
              <a:ea typeface="+mn-ea"/>
              <a:cs typeface="+mn-cs"/>
            </a:rPr>
            <a:t>First Last name</a:t>
          </a:r>
          <a:br>
            <a:rPr lang="en-US" sz="1400">
              <a:solidFill>
                <a:srgbClr val="FFFFFF"/>
              </a:solidFill>
              <a:latin typeface="Arial"/>
              <a:ea typeface="+mn-ea"/>
              <a:cs typeface="+mn-cs"/>
            </a:rPr>
          </a:br>
          <a:r>
            <a:rPr lang="en-US" sz="1400">
              <a:solidFill>
                <a:srgbClr val="FFFFFF"/>
              </a:solidFill>
              <a:latin typeface="Arial"/>
              <a:ea typeface="+mn-ea"/>
              <a:cs typeface="+mn-cs"/>
            </a:rPr>
            <a:t>Title</a:t>
          </a:r>
        </a:p>
      </dgm:t>
    </dgm:pt>
    <dgm:pt modelId="{AB878720-E2E4-48AD-93AB-FB2752E60B0B}" type="parTrans" cxnId="{C01D74D5-3100-4C1E-99CC-64FF431D2E9D}">
      <dgm:prSet/>
      <dgm:spPr>
        <a:noFill/>
        <a:ln w="19050" cap="flat" cmpd="sng" algn="ctr">
          <a:solidFill>
            <a:prstClr val="white">
              <a:lumMod val="50000"/>
            </a:prstClr>
          </a:solidFill>
          <a:prstDash val="solid"/>
          <a:miter lim="800000"/>
        </a:ln>
        <a:effectLst/>
      </dgm:spPr>
      <dgm:t>
        <a:bodyPr/>
        <a:lstStyle/>
        <a:p>
          <a:endParaRPr lang="en-US" sz="1400"/>
        </a:p>
      </dgm:t>
    </dgm:pt>
    <dgm:pt modelId="{C5BF387A-5F6E-4795-AB54-F288C9500B42}" type="sibTrans" cxnId="{C01D74D5-3100-4C1E-99CC-64FF431D2E9D}">
      <dgm:prSet/>
      <dgm:spPr/>
      <dgm:t>
        <a:bodyPr/>
        <a:lstStyle/>
        <a:p>
          <a:endParaRPr lang="en-US" sz="1400"/>
        </a:p>
      </dgm:t>
    </dgm:pt>
    <dgm:pt modelId="{0B9630DD-45DC-4982-B27A-0E7F3FE5C054}">
      <dgm:prSet phldrT="[Text]" custT="1"/>
      <dgm:spPr>
        <a:xfrm>
          <a:off x="4557658" y="977428"/>
          <a:ext cx="1375497" cy="687748"/>
        </a:xfrm>
        <a:prstGeom prst="rect">
          <a:avLst/>
        </a:prstGeom>
        <a:solidFill>
          <a:schemeClr val="tx2">
            <a:lumMod val="75000"/>
          </a:schemeClr>
        </a:solidFill>
        <a:ln w="25400" cap="flat" cmpd="sng" algn="ctr">
          <a:noFill/>
          <a:prstDash val="solid"/>
        </a:ln>
        <a:effectLst/>
      </dgm:spPr>
      <dgm:t>
        <a:bodyPr/>
        <a:lstStyle/>
        <a:p>
          <a:pPr>
            <a:spcAft>
              <a:spcPts val="0"/>
            </a:spcAft>
            <a:buNone/>
          </a:pPr>
          <a:r>
            <a:rPr lang="en-US" sz="1400">
              <a:solidFill>
                <a:srgbClr val="FFFFFF"/>
              </a:solidFill>
              <a:latin typeface="Arial"/>
              <a:ea typeface="+mn-ea"/>
              <a:cs typeface="+mn-cs"/>
            </a:rPr>
            <a:t>First Last name</a:t>
          </a:r>
          <a:br>
            <a:rPr lang="en-US" sz="1400">
              <a:solidFill>
                <a:srgbClr val="FFFFFF"/>
              </a:solidFill>
              <a:latin typeface="Arial"/>
              <a:ea typeface="+mn-ea"/>
              <a:cs typeface="+mn-cs"/>
            </a:rPr>
          </a:br>
          <a:r>
            <a:rPr lang="en-US" sz="1400">
              <a:solidFill>
                <a:srgbClr val="FFFFFF"/>
              </a:solidFill>
              <a:latin typeface="Arial"/>
              <a:ea typeface="+mn-ea"/>
              <a:cs typeface="+mn-cs"/>
            </a:rPr>
            <a:t>Title</a:t>
          </a:r>
        </a:p>
      </dgm:t>
    </dgm:pt>
    <dgm:pt modelId="{B11F1905-85FC-4008-BDE2-B64BA0ED4016}" type="parTrans" cxnId="{66BB4B95-B380-405F-9101-538561CECD10}">
      <dgm:prSet/>
      <dgm:spPr>
        <a:noFill/>
        <a:ln w="19050" cap="flat" cmpd="sng" algn="ctr">
          <a:solidFill>
            <a:schemeClr val="tx2">
              <a:lumMod val="75000"/>
            </a:schemeClr>
          </a:solidFill>
          <a:prstDash val="solid"/>
          <a:miter lim="800000"/>
        </a:ln>
        <a:effectLst/>
      </dgm:spPr>
      <dgm:t>
        <a:bodyPr/>
        <a:lstStyle/>
        <a:p>
          <a:endParaRPr lang="en-US" sz="1400"/>
        </a:p>
      </dgm:t>
    </dgm:pt>
    <dgm:pt modelId="{AFBA3676-B10F-49C8-9E5F-3B378C8863F4}" type="sibTrans" cxnId="{66BB4B95-B380-405F-9101-538561CECD10}">
      <dgm:prSet/>
      <dgm:spPr/>
      <dgm:t>
        <a:bodyPr/>
        <a:lstStyle/>
        <a:p>
          <a:endParaRPr lang="en-US" sz="1400"/>
        </a:p>
      </dgm:t>
    </dgm:pt>
    <dgm:pt modelId="{7F35887A-95CA-4842-B854-0BCEFA80CFED}">
      <dgm:prSet custT="1"/>
      <dgm:spPr>
        <a:xfrm>
          <a:off x="1572828" y="1954031"/>
          <a:ext cx="1375497" cy="687748"/>
        </a:xfrm>
        <a:prstGeom prst="rect">
          <a:avLst/>
        </a:prstGeom>
        <a:solidFill>
          <a:schemeClr val="tx2">
            <a:lumMod val="75000"/>
          </a:schemeClr>
        </a:solidFill>
        <a:ln w="25400" cap="flat" cmpd="sng" algn="ctr">
          <a:noFill/>
          <a:prstDash val="solid"/>
        </a:ln>
        <a:effectLst/>
      </dgm:spPr>
      <dgm:t>
        <a:bodyPr/>
        <a:lstStyle/>
        <a:p>
          <a:pPr>
            <a:spcAft>
              <a:spcPts val="0"/>
            </a:spcAft>
            <a:buNone/>
          </a:pPr>
          <a:r>
            <a:rPr lang="en-US" sz="1400">
              <a:solidFill>
                <a:srgbClr val="FFFFFF"/>
              </a:solidFill>
              <a:latin typeface="Arial"/>
              <a:ea typeface="+mn-ea"/>
              <a:cs typeface="+mn-cs"/>
            </a:rPr>
            <a:t>First Last name</a:t>
          </a:r>
          <a:br>
            <a:rPr lang="en-US" sz="1400">
              <a:solidFill>
                <a:srgbClr val="FFFFFF"/>
              </a:solidFill>
              <a:latin typeface="Arial"/>
              <a:ea typeface="+mn-ea"/>
              <a:cs typeface="+mn-cs"/>
            </a:rPr>
          </a:br>
          <a:r>
            <a:rPr lang="en-US" sz="1400">
              <a:solidFill>
                <a:srgbClr val="FFFFFF"/>
              </a:solidFill>
              <a:latin typeface="Arial"/>
              <a:ea typeface="+mn-ea"/>
              <a:cs typeface="+mn-cs"/>
            </a:rPr>
            <a:t>Title</a:t>
          </a:r>
        </a:p>
      </dgm:t>
    </dgm:pt>
    <dgm:pt modelId="{F015E32E-AAA1-4BB0-BDD8-6759360ED2E4}" type="parTrans" cxnId="{2DC017F7-A665-45C7-90DA-82B8E3DB48DB}">
      <dgm:prSet/>
      <dgm:spPr>
        <a:noFill/>
        <a:ln w="19050" cap="flat" cmpd="sng" algn="ctr">
          <a:solidFill>
            <a:schemeClr val="tx2">
              <a:lumMod val="75000"/>
            </a:schemeClr>
          </a:solidFill>
          <a:prstDash val="solid"/>
          <a:miter lim="800000"/>
        </a:ln>
        <a:effectLst/>
      </dgm:spPr>
      <dgm:t>
        <a:bodyPr/>
        <a:lstStyle/>
        <a:p>
          <a:endParaRPr lang="en-US" sz="1400"/>
        </a:p>
      </dgm:t>
    </dgm:pt>
    <dgm:pt modelId="{56333043-0BC6-4863-A462-0EDF25B21C0F}" type="sibTrans" cxnId="{2DC017F7-A665-45C7-90DA-82B8E3DB48DB}">
      <dgm:prSet/>
      <dgm:spPr/>
      <dgm:t>
        <a:bodyPr/>
        <a:lstStyle/>
        <a:p>
          <a:endParaRPr lang="en-US" sz="1400"/>
        </a:p>
      </dgm:t>
    </dgm:pt>
    <dgm:pt modelId="{809E65BE-CBC2-4AEC-83E9-9F7C5F516596}">
      <dgm:prSet custT="1"/>
      <dgm:spPr>
        <a:xfrm>
          <a:off x="1572828" y="2930634"/>
          <a:ext cx="1375497" cy="687748"/>
        </a:xfrm>
        <a:prstGeom prst="rect">
          <a:avLst/>
        </a:prstGeom>
        <a:solidFill>
          <a:schemeClr val="tx2">
            <a:lumMod val="75000"/>
          </a:schemeClr>
        </a:solidFill>
        <a:ln w="25400" cap="flat" cmpd="sng" algn="ctr">
          <a:noFill/>
          <a:prstDash val="solid"/>
        </a:ln>
        <a:effectLst/>
      </dgm:spPr>
      <dgm:t>
        <a:bodyPr/>
        <a:lstStyle/>
        <a:p>
          <a:pPr>
            <a:spcAft>
              <a:spcPts val="0"/>
            </a:spcAft>
            <a:buNone/>
          </a:pPr>
          <a:r>
            <a:rPr lang="en-US" sz="1400">
              <a:solidFill>
                <a:srgbClr val="FFFFFF"/>
              </a:solidFill>
              <a:latin typeface="Arial"/>
              <a:ea typeface="+mn-ea"/>
              <a:cs typeface="+mn-cs"/>
            </a:rPr>
            <a:t>First Last name</a:t>
          </a:r>
          <a:br>
            <a:rPr lang="en-US" sz="1400">
              <a:solidFill>
                <a:srgbClr val="FFFFFF"/>
              </a:solidFill>
              <a:latin typeface="Arial"/>
              <a:ea typeface="+mn-ea"/>
              <a:cs typeface="+mn-cs"/>
            </a:rPr>
          </a:br>
          <a:r>
            <a:rPr lang="en-US" sz="1400">
              <a:solidFill>
                <a:srgbClr val="FFFFFF"/>
              </a:solidFill>
              <a:latin typeface="Arial"/>
              <a:ea typeface="+mn-ea"/>
              <a:cs typeface="+mn-cs"/>
            </a:rPr>
            <a:t>Title</a:t>
          </a:r>
        </a:p>
      </dgm:t>
    </dgm:pt>
    <dgm:pt modelId="{269BE651-2EB5-4251-BE5E-AA1710240684}" type="parTrans" cxnId="{DA02DB60-B31F-41E7-A44E-EB99FFCDA920}">
      <dgm:prSet/>
      <dgm:spPr>
        <a:noFill/>
        <a:ln w="19050" cap="flat" cmpd="sng" algn="ctr">
          <a:solidFill>
            <a:schemeClr val="tx2">
              <a:lumMod val="75000"/>
            </a:schemeClr>
          </a:solidFill>
          <a:prstDash val="solid"/>
          <a:miter lim="800000"/>
        </a:ln>
        <a:effectLst/>
      </dgm:spPr>
      <dgm:t>
        <a:bodyPr/>
        <a:lstStyle/>
        <a:p>
          <a:endParaRPr lang="en-US" sz="1400"/>
        </a:p>
      </dgm:t>
    </dgm:pt>
    <dgm:pt modelId="{0C50DBCB-33A0-43BD-9002-C6C5B48C62E1}" type="sibTrans" cxnId="{DA02DB60-B31F-41E7-A44E-EB99FFCDA920}">
      <dgm:prSet/>
      <dgm:spPr/>
      <dgm:t>
        <a:bodyPr/>
        <a:lstStyle/>
        <a:p>
          <a:endParaRPr lang="en-US" sz="1400"/>
        </a:p>
      </dgm:t>
    </dgm:pt>
    <dgm:pt modelId="{DC8912E3-73FC-48BA-96E2-EF00F51D97E3}">
      <dgm:prSet custT="1"/>
      <dgm:spPr>
        <a:xfrm>
          <a:off x="1572828" y="3907238"/>
          <a:ext cx="1375497" cy="687748"/>
        </a:xfrm>
        <a:prstGeom prst="rect">
          <a:avLst/>
        </a:prstGeom>
        <a:solidFill>
          <a:schemeClr val="tx2">
            <a:lumMod val="75000"/>
          </a:schemeClr>
        </a:solidFill>
        <a:ln w="25400" cap="flat" cmpd="sng" algn="ctr">
          <a:noFill/>
          <a:prstDash val="solid"/>
        </a:ln>
        <a:effectLst/>
      </dgm:spPr>
      <dgm:t>
        <a:bodyPr/>
        <a:lstStyle/>
        <a:p>
          <a:pPr>
            <a:spcAft>
              <a:spcPts val="0"/>
            </a:spcAft>
            <a:buNone/>
          </a:pPr>
          <a:r>
            <a:rPr lang="en-US" sz="1400">
              <a:solidFill>
                <a:srgbClr val="FFFFFF"/>
              </a:solidFill>
              <a:latin typeface="Arial"/>
              <a:ea typeface="+mn-ea"/>
              <a:cs typeface="+mn-cs"/>
            </a:rPr>
            <a:t>First Last name</a:t>
          </a:r>
          <a:br>
            <a:rPr lang="en-US" sz="1400">
              <a:solidFill>
                <a:srgbClr val="FFFFFF"/>
              </a:solidFill>
              <a:latin typeface="Arial"/>
              <a:ea typeface="+mn-ea"/>
              <a:cs typeface="+mn-cs"/>
            </a:rPr>
          </a:br>
          <a:r>
            <a:rPr lang="en-US" sz="1400">
              <a:solidFill>
                <a:srgbClr val="FFFFFF"/>
              </a:solidFill>
              <a:latin typeface="Arial"/>
              <a:ea typeface="+mn-ea"/>
              <a:cs typeface="+mn-cs"/>
            </a:rPr>
            <a:t>Title</a:t>
          </a:r>
        </a:p>
      </dgm:t>
    </dgm:pt>
    <dgm:pt modelId="{B396B97E-3E91-4B38-AABD-62C59CF9C503}" type="parTrans" cxnId="{38BD042B-B818-4AEF-885B-F4563F364FF8}">
      <dgm:prSet/>
      <dgm:spPr>
        <a:noFill/>
        <a:ln w="19050" cap="flat" cmpd="sng" algn="ctr">
          <a:solidFill>
            <a:schemeClr val="tx2">
              <a:lumMod val="75000"/>
            </a:schemeClr>
          </a:solidFill>
          <a:prstDash val="solid"/>
          <a:miter lim="800000"/>
        </a:ln>
        <a:effectLst/>
      </dgm:spPr>
      <dgm:t>
        <a:bodyPr/>
        <a:lstStyle/>
        <a:p>
          <a:endParaRPr lang="en-US" sz="1400"/>
        </a:p>
      </dgm:t>
    </dgm:pt>
    <dgm:pt modelId="{551CEC86-6645-4819-B110-D7AA7E0F3440}" type="sibTrans" cxnId="{38BD042B-B818-4AEF-885B-F4563F364FF8}">
      <dgm:prSet/>
      <dgm:spPr/>
      <dgm:t>
        <a:bodyPr/>
        <a:lstStyle/>
        <a:p>
          <a:endParaRPr lang="en-US" sz="1400"/>
        </a:p>
      </dgm:t>
    </dgm:pt>
    <dgm:pt modelId="{D934C719-7005-4CAB-BC25-228BD365EE27}">
      <dgm:prSet custT="1"/>
      <dgm:spPr>
        <a:xfrm>
          <a:off x="3237180" y="1954031"/>
          <a:ext cx="1375497" cy="687748"/>
        </a:xfrm>
        <a:prstGeom prst="rect">
          <a:avLst/>
        </a:prstGeom>
        <a:solidFill>
          <a:schemeClr val="tx2">
            <a:lumMod val="75000"/>
          </a:schemeClr>
        </a:solidFill>
        <a:ln w="25400" cap="flat" cmpd="sng" algn="ctr">
          <a:noFill/>
          <a:prstDash val="solid"/>
        </a:ln>
        <a:effectLst/>
      </dgm:spPr>
      <dgm:t>
        <a:bodyPr/>
        <a:lstStyle/>
        <a:p>
          <a:pPr>
            <a:spcAft>
              <a:spcPts val="0"/>
            </a:spcAft>
            <a:buNone/>
          </a:pPr>
          <a:r>
            <a:rPr lang="en-US" sz="1400">
              <a:solidFill>
                <a:srgbClr val="FFFFFF"/>
              </a:solidFill>
              <a:latin typeface="Arial"/>
              <a:ea typeface="+mn-ea"/>
              <a:cs typeface="+mn-cs"/>
            </a:rPr>
            <a:t>First Last name</a:t>
          </a:r>
          <a:br>
            <a:rPr lang="en-US" sz="1400">
              <a:solidFill>
                <a:srgbClr val="FFFFFF"/>
              </a:solidFill>
              <a:latin typeface="Arial"/>
              <a:ea typeface="+mn-ea"/>
              <a:cs typeface="+mn-cs"/>
            </a:rPr>
          </a:br>
          <a:r>
            <a:rPr lang="en-US" sz="1400">
              <a:solidFill>
                <a:srgbClr val="FFFFFF"/>
              </a:solidFill>
              <a:latin typeface="Arial"/>
              <a:ea typeface="+mn-ea"/>
              <a:cs typeface="+mn-cs"/>
            </a:rPr>
            <a:t>Title</a:t>
          </a:r>
        </a:p>
      </dgm:t>
    </dgm:pt>
    <dgm:pt modelId="{DDD4C94E-F9A1-4210-81D8-49DA7F7F0E11}" type="parTrans" cxnId="{31AAE6AF-44CD-44D2-82D6-1B4287CC1AB2}">
      <dgm:prSet/>
      <dgm:spPr>
        <a:noFill/>
        <a:ln w="19050" cap="flat" cmpd="sng" algn="ctr">
          <a:solidFill>
            <a:schemeClr val="tx2">
              <a:lumMod val="75000"/>
            </a:schemeClr>
          </a:solidFill>
          <a:prstDash val="solid"/>
          <a:miter lim="800000"/>
        </a:ln>
        <a:effectLst/>
      </dgm:spPr>
      <dgm:t>
        <a:bodyPr/>
        <a:lstStyle/>
        <a:p>
          <a:endParaRPr lang="en-US" sz="1400"/>
        </a:p>
      </dgm:t>
    </dgm:pt>
    <dgm:pt modelId="{737432C9-82ED-4871-B971-EFA69EAD1AD3}" type="sibTrans" cxnId="{31AAE6AF-44CD-44D2-82D6-1B4287CC1AB2}">
      <dgm:prSet/>
      <dgm:spPr/>
      <dgm:t>
        <a:bodyPr/>
        <a:lstStyle/>
        <a:p>
          <a:endParaRPr lang="en-US" sz="1400"/>
        </a:p>
      </dgm:t>
    </dgm:pt>
    <dgm:pt modelId="{DF9F58FE-39E2-4BDD-B477-60A676B103AD}">
      <dgm:prSet custT="1"/>
      <dgm:spPr>
        <a:xfrm>
          <a:off x="3237180" y="2930634"/>
          <a:ext cx="1375497" cy="687748"/>
        </a:xfrm>
        <a:prstGeom prst="rect">
          <a:avLst/>
        </a:prstGeom>
        <a:solidFill>
          <a:schemeClr val="tx2">
            <a:lumMod val="75000"/>
          </a:schemeClr>
        </a:solidFill>
        <a:ln w="25400" cap="flat" cmpd="sng" algn="ctr">
          <a:noFill/>
          <a:prstDash val="solid"/>
        </a:ln>
        <a:effectLst/>
      </dgm:spPr>
      <dgm:t>
        <a:bodyPr/>
        <a:lstStyle/>
        <a:p>
          <a:pPr>
            <a:spcAft>
              <a:spcPts val="0"/>
            </a:spcAft>
            <a:buNone/>
          </a:pPr>
          <a:r>
            <a:rPr lang="en-US" sz="1400">
              <a:solidFill>
                <a:srgbClr val="FFFFFF"/>
              </a:solidFill>
              <a:latin typeface="Arial"/>
              <a:ea typeface="+mn-ea"/>
              <a:cs typeface="+mn-cs"/>
            </a:rPr>
            <a:t>First Last name</a:t>
          </a:r>
          <a:br>
            <a:rPr lang="en-US" sz="1400">
              <a:solidFill>
                <a:srgbClr val="FFFFFF"/>
              </a:solidFill>
              <a:latin typeface="Arial"/>
              <a:ea typeface="+mn-ea"/>
              <a:cs typeface="+mn-cs"/>
            </a:rPr>
          </a:br>
          <a:r>
            <a:rPr lang="en-US" sz="1400">
              <a:solidFill>
                <a:srgbClr val="FFFFFF"/>
              </a:solidFill>
              <a:latin typeface="Arial"/>
              <a:ea typeface="+mn-ea"/>
              <a:cs typeface="+mn-cs"/>
            </a:rPr>
            <a:t>Title</a:t>
          </a:r>
        </a:p>
      </dgm:t>
    </dgm:pt>
    <dgm:pt modelId="{B24B5565-0948-47BA-BF24-F27AAD15713B}" type="parTrans" cxnId="{DC563B65-0645-44D0-9DA9-F3A6574CA2DF}">
      <dgm:prSet/>
      <dgm:spPr>
        <a:noFill/>
        <a:ln w="19050" cap="flat" cmpd="sng" algn="ctr">
          <a:solidFill>
            <a:schemeClr val="tx2">
              <a:lumMod val="75000"/>
            </a:schemeClr>
          </a:solidFill>
          <a:prstDash val="solid"/>
          <a:miter lim="800000"/>
        </a:ln>
        <a:effectLst/>
      </dgm:spPr>
      <dgm:t>
        <a:bodyPr/>
        <a:lstStyle/>
        <a:p>
          <a:endParaRPr lang="en-US" sz="1400"/>
        </a:p>
      </dgm:t>
    </dgm:pt>
    <dgm:pt modelId="{80FC369D-A7F3-4E26-BDD9-61BFDFFFAB64}" type="sibTrans" cxnId="{DC563B65-0645-44D0-9DA9-F3A6574CA2DF}">
      <dgm:prSet/>
      <dgm:spPr/>
      <dgm:t>
        <a:bodyPr/>
        <a:lstStyle/>
        <a:p>
          <a:endParaRPr lang="en-US" sz="1400"/>
        </a:p>
      </dgm:t>
    </dgm:pt>
    <dgm:pt modelId="{C23D9BD1-9D1F-429B-9AB9-E66F5F1D6AD4}">
      <dgm:prSet custT="1"/>
      <dgm:spPr>
        <a:xfrm>
          <a:off x="3237180" y="3907238"/>
          <a:ext cx="1375497" cy="687748"/>
        </a:xfrm>
        <a:prstGeom prst="rect">
          <a:avLst/>
        </a:prstGeom>
        <a:solidFill>
          <a:schemeClr val="tx2">
            <a:lumMod val="75000"/>
          </a:schemeClr>
        </a:solidFill>
        <a:ln w="25400" cap="flat" cmpd="sng" algn="ctr">
          <a:noFill/>
          <a:prstDash val="solid"/>
        </a:ln>
        <a:effectLst/>
      </dgm:spPr>
      <dgm:t>
        <a:bodyPr/>
        <a:lstStyle/>
        <a:p>
          <a:pPr>
            <a:spcAft>
              <a:spcPts val="0"/>
            </a:spcAft>
            <a:buNone/>
          </a:pPr>
          <a:r>
            <a:rPr lang="en-US" sz="1400">
              <a:solidFill>
                <a:srgbClr val="FFFFFF"/>
              </a:solidFill>
              <a:latin typeface="Arial"/>
              <a:ea typeface="+mn-ea"/>
              <a:cs typeface="+mn-cs"/>
            </a:rPr>
            <a:t>First Last name</a:t>
          </a:r>
          <a:br>
            <a:rPr lang="en-US" sz="1400">
              <a:solidFill>
                <a:srgbClr val="FFFFFF"/>
              </a:solidFill>
              <a:latin typeface="Arial"/>
              <a:ea typeface="+mn-ea"/>
              <a:cs typeface="+mn-cs"/>
            </a:rPr>
          </a:br>
          <a:r>
            <a:rPr lang="en-US" sz="1400">
              <a:solidFill>
                <a:srgbClr val="FFFFFF"/>
              </a:solidFill>
              <a:latin typeface="Arial"/>
              <a:ea typeface="+mn-ea"/>
              <a:cs typeface="+mn-cs"/>
            </a:rPr>
            <a:t>Title</a:t>
          </a:r>
        </a:p>
      </dgm:t>
    </dgm:pt>
    <dgm:pt modelId="{A43A6C65-DACD-4597-835F-5AD6F9D6F95D}" type="parTrans" cxnId="{52EA9B57-5B8A-4334-96DB-C24BE48CADD6}">
      <dgm:prSet/>
      <dgm:spPr>
        <a:noFill/>
        <a:ln w="19050" cap="flat" cmpd="sng" algn="ctr">
          <a:solidFill>
            <a:schemeClr val="tx2">
              <a:lumMod val="75000"/>
            </a:schemeClr>
          </a:solidFill>
          <a:prstDash val="solid"/>
          <a:miter lim="800000"/>
        </a:ln>
        <a:effectLst/>
      </dgm:spPr>
      <dgm:t>
        <a:bodyPr/>
        <a:lstStyle/>
        <a:p>
          <a:endParaRPr lang="en-US" sz="1400"/>
        </a:p>
      </dgm:t>
    </dgm:pt>
    <dgm:pt modelId="{EC900F5E-F010-4E33-AC75-335C7A339E21}" type="sibTrans" cxnId="{52EA9B57-5B8A-4334-96DB-C24BE48CADD6}">
      <dgm:prSet/>
      <dgm:spPr/>
      <dgm:t>
        <a:bodyPr/>
        <a:lstStyle/>
        <a:p>
          <a:endParaRPr lang="en-US" sz="1400"/>
        </a:p>
      </dgm:t>
    </dgm:pt>
    <dgm:pt modelId="{8B235049-B234-44E5-A1B1-B7ABAFFB1C25}">
      <dgm:prSet custT="1"/>
      <dgm:spPr>
        <a:xfrm>
          <a:off x="6222010" y="977428"/>
          <a:ext cx="1375497" cy="687748"/>
        </a:xfrm>
        <a:prstGeom prst="rect">
          <a:avLst/>
        </a:prstGeom>
        <a:solidFill>
          <a:schemeClr val="tx2">
            <a:lumMod val="75000"/>
          </a:schemeClr>
        </a:solidFill>
        <a:ln w="25400" cap="flat" cmpd="sng" algn="ctr">
          <a:noFill/>
          <a:prstDash val="solid"/>
        </a:ln>
        <a:effectLst/>
      </dgm:spPr>
      <dgm:t>
        <a:bodyPr/>
        <a:lstStyle/>
        <a:p>
          <a:pPr>
            <a:spcAft>
              <a:spcPts val="0"/>
            </a:spcAft>
            <a:buNone/>
          </a:pPr>
          <a:r>
            <a:rPr lang="en-US" sz="1400">
              <a:solidFill>
                <a:srgbClr val="FFFFFF"/>
              </a:solidFill>
              <a:latin typeface="Arial"/>
              <a:ea typeface="+mn-ea"/>
              <a:cs typeface="+mn-cs"/>
            </a:rPr>
            <a:t>First Last name</a:t>
          </a:r>
          <a:br>
            <a:rPr lang="en-US" sz="1400">
              <a:solidFill>
                <a:srgbClr val="FFFFFF"/>
              </a:solidFill>
              <a:latin typeface="Arial"/>
              <a:ea typeface="+mn-ea"/>
              <a:cs typeface="+mn-cs"/>
            </a:rPr>
          </a:br>
          <a:r>
            <a:rPr lang="en-US" sz="1400">
              <a:solidFill>
                <a:srgbClr val="FFFFFF"/>
              </a:solidFill>
              <a:latin typeface="Arial"/>
              <a:ea typeface="+mn-ea"/>
              <a:cs typeface="+mn-cs"/>
            </a:rPr>
            <a:t>Title</a:t>
          </a:r>
        </a:p>
      </dgm:t>
    </dgm:pt>
    <dgm:pt modelId="{043A8A99-9D07-4021-9D53-293BBC520170}" type="parTrans" cxnId="{04EA3B0D-5F01-496F-8EE0-13D4B025C50C}">
      <dgm:prSet/>
      <dgm:spPr>
        <a:noFill/>
        <a:ln w="19050" cap="flat" cmpd="sng" algn="ctr">
          <a:solidFill>
            <a:schemeClr val="tx2">
              <a:lumMod val="75000"/>
            </a:schemeClr>
          </a:solidFill>
          <a:prstDash val="solid"/>
          <a:miter lim="800000"/>
        </a:ln>
        <a:effectLst/>
      </dgm:spPr>
      <dgm:t>
        <a:bodyPr/>
        <a:lstStyle/>
        <a:p>
          <a:endParaRPr lang="en-US" sz="1400"/>
        </a:p>
      </dgm:t>
    </dgm:pt>
    <dgm:pt modelId="{99F559AF-6F77-4EAC-9701-7B9A6A7B65AC}" type="sibTrans" cxnId="{04EA3B0D-5F01-496F-8EE0-13D4B025C50C}">
      <dgm:prSet/>
      <dgm:spPr/>
      <dgm:t>
        <a:bodyPr/>
        <a:lstStyle/>
        <a:p>
          <a:endParaRPr lang="en-US" sz="1400"/>
        </a:p>
      </dgm:t>
    </dgm:pt>
    <dgm:pt modelId="{10626948-2CA7-4932-BD15-209216404999}">
      <dgm:prSet custT="1"/>
      <dgm:spPr>
        <a:xfrm>
          <a:off x="7886362" y="977428"/>
          <a:ext cx="1375497" cy="687748"/>
        </a:xfrm>
        <a:prstGeom prst="rect">
          <a:avLst/>
        </a:prstGeom>
        <a:solidFill>
          <a:schemeClr val="tx2">
            <a:lumMod val="75000"/>
          </a:schemeClr>
        </a:solidFill>
        <a:ln w="25400" cap="flat" cmpd="sng" algn="ctr">
          <a:noFill/>
          <a:prstDash val="solid"/>
        </a:ln>
        <a:effectLst/>
      </dgm:spPr>
      <dgm:t>
        <a:bodyPr/>
        <a:lstStyle/>
        <a:p>
          <a:pPr>
            <a:spcAft>
              <a:spcPts val="0"/>
            </a:spcAft>
            <a:buNone/>
          </a:pPr>
          <a:r>
            <a:rPr lang="en-US" sz="1400">
              <a:solidFill>
                <a:srgbClr val="FFFFFF"/>
              </a:solidFill>
              <a:latin typeface="Arial"/>
              <a:ea typeface="+mn-ea"/>
              <a:cs typeface="+mn-cs"/>
            </a:rPr>
            <a:t>First Last name</a:t>
          </a:r>
          <a:br>
            <a:rPr lang="en-US" sz="1400">
              <a:solidFill>
                <a:srgbClr val="FFFFFF"/>
              </a:solidFill>
              <a:latin typeface="Arial"/>
              <a:ea typeface="+mn-ea"/>
              <a:cs typeface="+mn-cs"/>
            </a:rPr>
          </a:br>
          <a:r>
            <a:rPr lang="en-US" sz="1400">
              <a:solidFill>
                <a:srgbClr val="FFFFFF"/>
              </a:solidFill>
              <a:latin typeface="Arial"/>
              <a:ea typeface="+mn-ea"/>
              <a:cs typeface="+mn-cs"/>
            </a:rPr>
            <a:t>Title</a:t>
          </a:r>
        </a:p>
      </dgm:t>
    </dgm:pt>
    <dgm:pt modelId="{61F7B281-6802-428A-A032-2F4DA8D68C37}" type="parTrans" cxnId="{8BDDE632-155C-4BEC-891D-77D39BC96BF5}">
      <dgm:prSet/>
      <dgm:spPr>
        <a:noFill/>
        <a:ln w="19050" cap="flat" cmpd="sng" algn="ctr">
          <a:solidFill>
            <a:schemeClr val="tx2">
              <a:lumMod val="75000"/>
            </a:schemeClr>
          </a:solidFill>
          <a:prstDash val="solid"/>
          <a:miter lim="800000"/>
        </a:ln>
        <a:effectLst/>
      </dgm:spPr>
      <dgm:t>
        <a:bodyPr/>
        <a:lstStyle/>
        <a:p>
          <a:endParaRPr lang="en-US" sz="1400"/>
        </a:p>
      </dgm:t>
    </dgm:pt>
    <dgm:pt modelId="{5752CD5F-0FEE-4372-AE8B-F4BFC93DFA96}" type="sibTrans" cxnId="{8BDDE632-155C-4BEC-891D-77D39BC96BF5}">
      <dgm:prSet/>
      <dgm:spPr/>
      <dgm:t>
        <a:bodyPr/>
        <a:lstStyle/>
        <a:p>
          <a:endParaRPr lang="en-US" sz="1400"/>
        </a:p>
      </dgm:t>
    </dgm:pt>
    <dgm:pt modelId="{797EBE0A-FA3D-44C1-889A-ECAA0AF11724}">
      <dgm:prSet custT="1"/>
      <dgm:spPr>
        <a:xfrm>
          <a:off x="4901532" y="1954031"/>
          <a:ext cx="1375497" cy="687748"/>
        </a:xfrm>
        <a:prstGeom prst="rect">
          <a:avLst/>
        </a:prstGeom>
        <a:solidFill>
          <a:schemeClr val="tx2">
            <a:lumMod val="75000"/>
          </a:schemeClr>
        </a:solidFill>
        <a:ln w="25400" cap="flat" cmpd="sng" algn="ctr">
          <a:noFill/>
          <a:prstDash val="solid"/>
        </a:ln>
        <a:effectLst/>
      </dgm:spPr>
      <dgm:t>
        <a:bodyPr/>
        <a:lstStyle/>
        <a:p>
          <a:pPr>
            <a:spcAft>
              <a:spcPts val="0"/>
            </a:spcAft>
            <a:buNone/>
          </a:pPr>
          <a:r>
            <a:rPr lang="en-US" sz="1400">
              <a:solidFill>
                <a:srgbClr val="FFFFFF"/>
              </a:solidFill>
              <a:latin typeface="Arial"/>
              <a:ea typeface="+mn-ea"/>
              <a:cs typeface="+mn-cs"/>
            </a:rPr>
            <a:t>First Last name</a:t>
          </a:r>
          <a:br>
            <a:rPr lang="en-US" sz="1400">
              <a:solidFill>
                <a:srgbClr val="FFFFFF"/>
              </a:solidFill>
              <a:latin typeface="Arial"/>
              <a:ea typeface="+mn-ea"/>
              <a:cs typeface="+mn-cs"/>
            </a:rPr>
          </a:br>
          <a:r>
            <a:rPr lang="en-US" sz="1400">
              <a:solidFill>
                <a:srgbClr val="FFFFFF"/>
              </a:solidFill>
              <a:latin typeface="Arial"/>
              <a:ea typeface="+mn-ea"/>
              <a:cs typeface="+mn-cs"/>
            </a:rPr>
            <a:t>Title</a:t>
          </a:r>
        </a:p>
      </dgm:t>
    </dgm:pt>
    <dgm:pt modelId="{4F5BC8CD-0658-4A3C-811B-57D5D1536C95}" type="parTrans" cxnId="{5E01B739-7BFF-4563-BD19-12E7929D650C}">
      <dgm:prSet/>
      <dgm:spPr>
        <a:noFill/>
        <a:ln w="19050" cap="flat" cmpd="sng" algn="ctr">
          <a:solidFill>
            <a:schemeClr val="tx2">
              <a:lumMod val="75000"/>
            </a:schemeClr>
          </a:solidFill>
          <a:prstDash val="solid"/>
          <a:miter lim="800000"/>
        </a:ln>
        <a:effectLst/>
      </dgm:spPr>
      <dgm:t>
        <a:bodyPr/>
        <a:lstStyle/>
        <a:p>
          <a:endParaRPr lang="en-US" sz="1400"/>
        </a:p>
      </dgm:t>
    </dgm:pt>
    <dgm:pt modelId="{E5F22F3C-445D-4360-9B3B-BC9A4FBB553B}" type="sibTrans" cxnId="{5E01B739-7BFF-4563-BD19-12E7929D650C}">
      <dgm:prSet/>
      <dgm:spPr/>
      <dgm:t>
        <a:bodyPr/>
        <a:lstStyle/>
        <a:p>
          <a:endParaRPr lang="en-US" sz="1400"/>
        </a:p>
      </dgm:t>
    </dgm:pt>
    <dgm:pt modelId="{C6F51D29-3E82-4A74-9F1C-CC4F8A4342BC}">
      <dgm:prSet custT="1"/>
      <dgm:spPr>
        <a:xfrm>
          <a:off x="4901532" y="2930634"/>
          <a:ext cx="1375497" cy="687748"/>
        </a:xfrm>
        <a:prstGeom prst="rect">
          <a:avLst/>
        </a:prstGeom>
        <a:solidFill>
          <a:schemeClr val="tx2">
            <a:lumMod val="75000"/>
          </a:schemeClr>
        </a:solidFill>
        <a:ln w="25400" cap="flat" cmpd="sng" algn="ctr">
          <a:noFill/>
          <a:prstDash val="solid"/>
        </a:ln>
        <a:effectLst/>
      </dgm:spPr>
      <dgm:t>
        <a:bodyPr/>
        <a:lstStyle/>
        <a:p>
          <a:pPr>
            <a:spcAft>
              <a:spcPts val="0"/>
            </a:spcAft>
            <a:buNone/>
          </a:pPr>
          <a:r>
            <a:rPr lang="en-US" sz="1400">
              <a:solidFill>
                <a:srgbClr val="FFFFFF"/>
              </a:solidFill>
              <a:latin typeface="Arial"/>
              <a:ea typeface="+mn-ea"/>
              <a:cs typeface="+mn-cs"/>
            </a:rPr>
            <a:t>First Last name</a:t>
          </a:r>
          <a:br>
            <a:rPr lang="en-US" sz="1400">
              <a:solidFill>
                <a:srgbClr val="FFFFFF"/>
              </a:solidFill>
              <a:latin typeface="Arial"/>
              <a:ea typeface="+mn-ea"/>
              <a:cs typeface="+mn-cs"/>
            </a:rPr>
          </a:br>
          <a:r>
            <a:rPr lang="en-US" sz="1400">
              <a:solidFill>
                <a:srgbClr val="FFFFFF"/>
              </a:solidFill>
              <a:latin typeface="Arial"/>
              <a:ea typeface="+mn-ea"/>
              <a:cs typeface="+mn-cs"/>
            </a:rPr>
            <a:t>Title</a:t>
          </a:r>
        </a:p>
      </dgm:t>
    </dgm:pt>
    <dgm:pt modelId="{9BCFB88A-7A72-4BFF-80DD-6768F812ED8C}" type="parTrans" cxnId="{140A672D-3DB6-44D4-BC4F-11F685B69F1E}">
      <dgm:prSet/>
      <dgm:spPr>
        <a:noFill/>
        <a:ln w="19050" cap="flat" cmpd="sng" algn="ctr">
          <a:solidFill>
            <a:schemeClr val="tx2">
              <a:lumMod val="75000"/>
            </a:schemeClr>
          </a:solidFill>
          <a:prstDash val="solid"/>
          <a:miter lim="800000"/>
        </a:ln>
        <a:effectLst/>
      </dgm:spPr>
      <dgm:t>
        <a:bodyPr/>
        <a:lstStyle/>
        <a:p>
          <a:endParaRPr lang="en-US" sz="1400"/>
        </a:p>
      </dgm:t>
    </dgm:pt>
    <dgm:pt modelId="{7A4EEB7C-1B62-47B5-BDDD-1867335463F3}" type="sibTrans" cxnId="{140A672D-3DB6-44D4-BC4F-11F685B69F1E}">
      <dgm:prSet/>
      <dgm:spPr/>
      <dgm:t>
        <a:bodyPr/>
        <a:lstStyle/>
        <a:p>
          <a:endParaRPr lang="en-US" sz="1400"/>
        </a:p>
      </dgm:t>
    </dgm:pt>
    <dgm:pt modelId="{7F805D0C-4670-4B58-B7AF-82A28E8062DF}">
      <dgm:prSet custT="1"/>
      <dgm:spPr>
        <a:xfrm>
          <a:off x="4901532" y="3907238"/>
          <a:ext cx="1375497" cy="687748"/>
        </a:xfrm>
        <a:prstGeom prst="rect">
          <a:avLst/>
        </a:prstGeom>
        <a:solidFill>
          <a:schemeClr val="tx2">
            <a:lumMod val="75000"/>
          </a:schemeClr>
        </a:solidFill>
        <a:ln w="25400" cap="flat" cmpd="sng" algn="ctr">
          <a:noFill/>
          <a:prstDash val="solid"/>
        </a:ln>
        <a:effectLst/>
      </dgm:spPr>
      <dgm:t>
        <a:bodyPr/>
        <a:lstStyle/>
        <a:p>
          <a:pPr>
            <a:spcAft>
              <a:spcPts val="0"/>
            </a:spcAft>
            <a:buNone/>
          </a:pPr>
          <a:r>
            <a:rPr lang="en-US" sz="1400">
              <a:solidFill>
                <a:srgbClr val="FFFFFF"/>
              </a:solidFill>
              <a:latin typeface="Arial"/>
              <a:ea typeface="+mn-ea"/>
              <a:cs typeface="+mn-cs"/>
            </a:rPr>
            <a:t>First Last name</a:t>
          </a:r>
          <a:br>
            <a:rPr lang="en-US" sz="1400">
              <a:solidFill>
                <a:srgbClr val="FFFFFF"/>
              </a:solidFill>
              <a:latin typeface="Arial"/>
              <a:ea typeface="+mn-ea"/>
              <a:cs typeface="+mn-cs"/>
            </a:rPr>
          </a:br>
          <a:r>
            <a:rPr lang="en-US" sz="1400">
              <a:solidFill>
                <a:srgbClr val="FFFFFF"/>
              </a:solidFill>
              <a:latin typeface="Arial"/>
              <a:ea typeface="+mn-ea"/>
              <a:cs typeface="+mn-cs"/>
            </a:rPr>
            <a:t>Title</a:t>
          </a:r>
        </a:p>
      </dgm:t>
    </dgm:pt>
    <dgm:pt modelId="{E1E0B7C0-5813-4EB3-B178-2AC103542086}" type="parTrans" cxnId="{37708662-4796-4509-9F66-CE2E102BAEB6}">
      <dgm:prSet/>
      <dgm:spPr>
        <a:noFill/>
        <a:ln w="19050" cap="flat" cmpd="sng" algn="ctr">
          <a:solidFill>
            <a:schemeClr val="tx2">
              <a:lumMod val="75000"/>
            </a:schemeClr>
          </a:solidFill>
          <a:prstDash val="solid"/>
          <a:miter lim="800000"/>
        </a:ln>
        <a:effectLst/>
      </dgm:spPr>
      <dgm:t>
        <a:bodyPr/>
        <a:lstStyle/>
        <a:p>
          <a:endParaRPr lang="en-US" sz="1400"/>
        </a:p>
      </dgm:t>
    </dgm:pt>
    <dgm:pt modelId="{68848E53-B798-4FD0-9881-399C88419096}" type="sibTrans" cxnId="{37708662-4796-4509-9F66-CE2E102BAEB6}">
      <dgm:prSet/>
      <dgm:spPr/>
      <dgm:t>
        <a:bodyPr/>
        <a:lstStyle/>
        <a:p>
          <a:endParaRPr lang="en-US" sz="1400"/>
        </a:p>
      </dgm:t>
    </dgm:pt>
    <dgm:pt modelId="{53183A82-D76E-4CE9-9F04-9EE893285A2D}">
      <dgm:prSet custT="1"/>
      <dgm:spPr>
        <a:xfrm>
          <a:off x="6565884" y="1954031"/>
          <a:ext cx="1375497" cy="687748"/>
        </a:xfrm>
        <a:prstGeom prst="rect">
          <a:avLst/>
        </a:prstGeom>
        <a:solidFill>
          <a:schemeClr val="tx2">
            <a:lumMod val="75000"/>
          </a:schemeClr>
        </a:solidFill>
        <a:ln w="25400" cap="flat" cmpd="sng" algn="ctr">
          <a:noFill/>
          <a:prstDash val="solid"/>
        </a:ln>
        <a:effectLst/>
      </dgm:spPr>
      <dgm:t>
        <a:bodyPr/>
        <a:lstStyle/>
        <a:p>
          <a:pPr>
            <a:spcAft>
              <a:spcPts val="0"/>
            </a:spcAft>
            <a:buNone/>
          </a:pPr>
          <a:r>
            <a:rPr lang="en-US" sz="1400">
              <a:solidFill>
                <a:srgbClr val="FFFFFF"/>
              </a:solidFill>
              <a:latin typeface="Arial"/>
              <a:ea typeface="+mn-ea"/>
              <a:cs typeface="+mn-cs"/>
            </a:rPr>
            <a:t>First Last name</a:t>
          </a:r>
          <a:br>
            <a:rPr lang="en-US" sz="1400">
              <a:solidFill>
                <a:srgbClr val="FFFFFF"/>
              </a:solidFill>
              <a:latin typeface="Arial"/>
              <a:ea typeface="+mn-ea"/>
              <a:cs typeface="+mn-cs"/>
            </a:rPr>
          </a:br>
          <a:r>
            <a:rPr lang="en-US" sz="1400">
              <a:solidFill>
                <a:srgbClr val="FFFFFF"/>
              </a:solidFill>
              <a:latin typeface="Arial"/>
              <a:ea typeface="+mn-ea"/>
              <a:cs typeface="+mn-cs"/>
            </a:rPr>
            <a:t>Title</a:t>
          </a:r>
        </a:p>
      </dgm:t>
    </dgm:pt>
    <dgm:pt modelId="{11539ECC-D4E7-44CC-A0DE-673A9887E002}" type="parTrans" cxnId="{5CEC72F2-0D23-40DD-80B9-F383526C5315}">
      <dgm:prSet/>
      <dgm:spPr>
        <a:noFill/>
        <a:ln w="19050" cap="flat" cmpd="sng" algn="ctr">
          <a:solidFill>
            <a:schemeClr val="tx2">
              <a:lumMod val="75000"/>
            </a:schemeClr>
          </a:solidFill>
          <a:prstDash val="solid"/>
          <a:miter lim="800000"/>
        </a:ln>
        <a:effectLst/>
      </dgm:spPr>
      <dgm:t>
        <a:bodyPr/>
        <a:lstStyle/>
        <a:p>
          <a:endParaRPr lang="en-US" sz="1400"/>
        </a:p>
      </dgm:t>
    </dgm:pt>
    <dgm:pt modelId="{139F716A-9B92-4975-9731-FA6C878E6FE1}" type="sibTrans" cxnId="{5CEC72F2-0D23-40DD-80B9-F383526C5315}">
      <dgm:prSet/>
      <dgm:spPr/>
      <dgm:t>
        <a:bodyPr/>
        <a:lstStyle/>
        <a:p>
          <a:endParaRPr lang="en-US" sz="1400"/>
        </a:p>
      </dgm:t>
    </dgm:pt>
    <dgm:pt modelId="{5C5D01FC-152F-4264-B9E7-54104E1325BD}">
      <dgm:prSet custT="1"/>
      <dgm:spPr>
        <a:xfrm>
          <a:off x="6565884" y="2930634"/>
          <a:ext cx="1375497" cy="687748"/>
        </a:xfrm>
        <a:prstGeom prst="rect">
          <a:avLst/>
        </a:prstGeom>
        <a:solidFill>
          <a:schemeClr val="tx2">
            <a:lumMod val="75000"/>
          </a:schemeClr>
        </a:solidFill>
        <a:ln w="25400" cap="flat" cmpd="sng" algn="ctr">
          <a:noFill/>
          <a:prstDash val="solid"/>
        </a:ln>
        <a:effectLst/>
      </dgm:spPr>
      <dgm:t>
        <a:bodyPr/>
        <a:lstStyle/>
        <a:p>
          <a:pPr>
            <a:spcAft>
              <a:spcPts val="0"/>
            </a:spcAft>
            <a:buNone/>
          </a:pPr>
          <a:r>
            <a:rPr lang="en-US" sz="1400">
              <a:solidFill>
                <a:srgbClr val="FFFFFF"/>
              </a:solidFill>
              <a:latin typeface="Arial"/>
              <a:ea typeface="+mn-ea"/>
              <a:cs typeface="+mn-cs"/>
            </a:rPr>
            <a:t>First Last name</a:t>
          </a:r>
          <a:br>
            <a:rPr lang="en-US" sz="1400">
              <a:solidFill>
                <a:srgbClr val="FFFFFF"/>
              </a:solidFill>
              <a:latin typeface="Arial"/>
              <a:ea typeface="+mn-ea"/>
              <a:cs typeface="+mn-cs"/>
            </a:rPr>
          </a:br>
          <a:r>
            <a:rPr lang="en-US" sz="1400">
              <a:solidFill>
                <a:srgbClr val="FFFFFF"/>
              </a:solidFill>
              <a:latin typeface="Arial"/>
              <a:ea typeface="+mn-ea"/>
              <a:cs typeface="+mn-cs"/>
            </a:rPr>
            <a:t>Title</a:t>
          </a:r>
        </a:p>
      </dgm:t>
    </dgm:pt>
    <dgm:pt modelId="{6DBDEB50-577D-4B1D-A533-1A9545C88DD3}" type="parTrans" cxnId="{75B1AEA9-5174-42F4-92CE-C24AEB9B7868}">
      <dgm:prSet/>
      <dgm:spPr>
        <a:noFill/>
        <a:ln w="19050" cap="flat" cmpd="sng" algn="ctr">
          <a:solidFill>
            <a:schemeClr val="tx2">
              <a:lumMod val="75000"/>
            </a:schemeClr>
          </a:solidFill>
          <a:prstDash val="solid"/>
          <a:miter lim="800000"/>
        </a:ln>
        <a:effectLst/>
      </dgm:spPr>
      <dgm:t>
        <a:bodyPr/>
        <a:lstStyle/>
        <a:p>
          <a:endParaRPr lang="en-US" sz="1400"/>
        </a:p>
      </dgm:t>
    </dgm:pt>
    <dgm:pt modelId="{8E973520-4C7C-4B1A-B6E5-1E9C56F1710F}" type="sibTrans" cxnId="{75B1AEA9-5174-42F4-92CE-C24AEB9B7868}">
      <dgm:prSet/>
      <dgm:spPr/>
      <dgm:t>
        <a:bodyPr/>
        <a:lstStyle/>
        <a:p>
          <a:endParaRPr lang="en-US" sz="1400"/>
        </a:p>
      </dgm:t>
    </dgm:pt>
    <dgm:pt modelId="{741A7F10-8E68-4242-B2D4-9C5545AEEF21}">
      <dgm:prSet custT="1"/>
      <dgm:spPr>
        <a:xfrm>
          <a:off x="6565884" y="3907238"/>
          <a:ext cx="1375497" cy="687748"/>
        </a:xfrm>
        <a:prstGeom prst="rect">
          <a:avLst/>
        </a:prstGeom>
        <a:solidFill>
          <a:schemeClr val="tx2">
            <a:lumMod val="75000"/>
          </a:schemeClr>
        </a:solidFill>
        <a:ln w="25400" cap="flat" cmpd="sng" algn="ctr">
          <a:noFill/>
          <a:prstDash val="solid"/>
        </a:ln>
        <a:effectLst/>
      </dgm:spPr>
      <dgm:t>
        <a:bodyPr/>
        <a:lstStyle/>
        <a:p>
          <a:pPr>
            <a:spcAft>
              <a:spcPts val="0"/>
            </a:spcAft>
            <a:buNone/>
          </a:pPr>
          <a:r>
            <a:rPr lang="en-US" sz="1400">
              <a:solidFill>
                <a:srgbClr val="FFFFFF"/>
              </a:solidFill>
              <a:latin typeface="Arial"/>
              <a:ea typeface="+mn-ea"/>
              <a:cs typeface="+mn-cs"/>
            </a:rPr>
            <a:t>First Last name</a:t>
          </a:r>
          <a:br>
            <a:rPr lang="en-US" sz="1400">
              <a:solidFill>
                <a:srgbClr val="FFFFFF"/>
              </a:solidFill>
              <a:latin typeface="Arial"/>
              <a:ea typeface="+mn-ea"/>
              <a:cs typeface="+mn-cs"/>
            </a:rPr>
          </a:br>
          <a:r>
            <a:rPr lang="en-US" sz="1400">
              <a:solidFill>
                <a:srgbClr val="FFFFFF"/>
              </a:solidFill>
              <a:latin typeface="Arial"/>
              <a:ea typeface="+mn-ea"/>
              <a:cs typeface="+mn-cs"/>
            </a:rPr>
            <a:t>Title</a:t>
          </a:r>
        </a:p>
      </dgm:t>
    </dgm:pt>
    <dgm:pt modelId="{CDCDA65B-568C-4B4E-9818-BF675E500830}" type="parTrans" cxnId="{1E7DCD42-E14A-4B49-AF37-183D502D9CC8}">
      <dgm:prSet/>
      <dgm:spPr>
        <a:noFill/>
        <a:ln w="19050" cap="flat" cmpd="sng" algn="ctr">
          <a:solidFill>
            <a:schemeClr val="tx2">
              <a:lumMod val="75000"/>
            </a:schemeClr>
          </a:solidFill>
          <a:prstDash val="solid"/>
          <a:miter lim="800000"/>
        </a:ln>
        <a:effectLst/>
      </dgm:spPr>
      <dgm:t>
        <a:bodyPr/>
        <a:lstStyle/>
        <a:p>
          <a:endParaRPr lang="en-US" sz="1400"/>
        </a:p>
      </dgm:t>
    </dgm:pt>
    <dgm:pt modelId="{A89FB83A-A471-4DFE-8AD2-5F507FCFE1F6}" type="sibTrans" cxnId="{1E7DCD42-E14A-4B49-AF37-183D502D9CC8}">
      <dgm:prSet/>
      <dgm:spPr/>
      <dgm:t>
        <a:bodyPr/>
        <a:lstStyle/>
        <a:p>
          <a:endParaRPr lang="en-US" sz="1400"/>
        </a:p>
      </dgm:t>
    </dgm:pt>
    <dgm:pt modelId="{BF5DA61F-1D7A-4994-A6F3-AF287ED7F4CD}">
      <dgm:prSet custT="1"/>
      <dgm:spPr>
        <a:xfrm>
          <a:off x="8230236" y="1954031"/>
          <a:ext cx="1375497" cy="687748"/>
        </a:xfrm>
        <a:prstGeom prst="rect">
          <a:avLst/>
        </a:prstGeom>
        <a:solidFill>
          <a:schemeClr val="tx2">
            <a:lumMod val="75000"/>
          </a:schemeClr>
        </a:solidFill>
        <a:ln w="25400" cap="flat" cmpd="sng" algn="ctr">
          <a:noFill/>
          <a:prstDash val="solid"/>
        </a:ln>
        <a:effectLst/>
      </dgm:spPr>
      <dgm:t>
        <a:bodyPr/>
        <a:lstStyle/>
        <a:p>
          <a:pPr>
            <a:spcAft>
              <a:spcPts val="0"/>
            </a:spcAft>
            <a:buNone/>
          </a:pPr>
          <a:r>
            <a:rPr lang="en-US" sz="1400">
              <a:solidFill>
                <a:srgbClr val="FFFFFF"/>
              </a:solidFill>
              <a:latin typeface="Arial"/>
              <a:ea typeface="+mn-ea"/>
              <a:cs typeface="+mn-cs"/>
            </a:rPr>
            <a:t>First Last name</a:t>
          </a:r>
          <a:br>
            <a:rPr lang="en-US" sz="1400">
              <a:solidFill>
                <a:srgbClr val="FFFFFF"/>
              </a:solidFill>
              <a:latin typeface="Arial"/>
              <a:ea typeface="+mn-ea"/>
              <a:cs typeface="+mn-cs"/>
            </a:rPr>
          </a:br>
          <a:r>
            <a:rPr lang="en-US" sz="1400">
              <a:solidFill>
                <a:srgbClr val="FFFFFF"/>
              </a:solidFill>
              <a:latin typeface="Arial"/>
              <a:ea typeface="+mn-ea"/>
              <a:cs typeface="+mn-cs"/>
            </a:rPr>
            <a:t>Title</a:t>
          </a:r>
        </a:p>
      </dgm:t>
    </dgm:pt>
    <dgm:pt modelId="{01138214-4019-4A61-9A33-6715F7249B45}" type="parTrans" cxnId="{9B9188E3-2AF2-4CEE-93A2-416D246F9E7A}">
      <dgm:prSet/>
      <dgm:spPr>
        <a:noFill/>
        <a:ln w="19050" cap="flat" cmpd="sng" algn="ctr">
          <a:solidFill>
            <a:schemeClr val="tx2">
              <a:lumMod val="75000"/>
            </a:schemeClr>
          </a:solidFill>
          <a:prstDash val="solid"/>
          <a:miter lim="800000"/>
        </a:ln>
        <a:effectLst/>
      </dgm:spPr>
      <dgm:t>
        <a:bodyPr/>
        <a:lstStyle/>
        <a:p>
          <a:endParaRPr lang="en-US" sz="1400"/>
        </a:p>
      </dgm:t>
    </dgm:pt>
    <dgm:pt modelId="{70C8ADDA-B913-4118-AB3E-843A89EF74A1}" type="sibTrans" cxnId="{9B9188E3-2AF2-4CEE-93A2-416D246F9E7A}">
      <dgm:prSet/>
      <dgm:spPr/>
      <dgm:t>
        <a:bodyPr/>
        <a:lstStyle/>
        <a:p>
          <a:endParaRPr lang="en-US" sz="1400"/>
        </a:p>
      </dgm:t>
    </dgm:pt>
    <dgm:pt modelId="{761A11F0-81C0-44C6-80C4-689ECA9F81D7}">
      <dgm:prSet custT="1"/>
      <dgm:spPr>
        <a:xfrm>
          <a:off x="8230236" y="2930634"/>
          <a:ext cx="1375497" cy="687748"/>
        </a:xfrm>
        <a:prstGeom prst="rect">
          <a:avLst/>
        </a:prstGeom>
        <a:solidFill>
          <a:schemeClr val="tx2">
            <a:lumMod val="75000"/>
          </a:schemeClr>
        </a:solidFill>
        <a:ln w="25400" cap="flat" cmpd="sng" algn="ctr">
          <a:noFill/>
          <a:prstDash val="solid"/>
        </a:ln>
        <a:effectLst/>
      </dgm:spPr>
      <dgm:t>
        <a:bodyPr/>
        <a:lstStyle/>
        <a:p>
          <a:pPr>
            <a:spcAft>
              <a:spcPts val="0"/>
            </a:spcAft>
            <a:buNone/>
          </a:pPr>
          <a:r>
            <a:rPr lang="en-US" sz="1400">
              <a:solidFill>
                <a:srgbClr val="FFFFFF"/>
              </a:solidFill>
              <a:latin typeface="Arial"/>
              <a:ea typeface="+mn-ea"/>
              <a:cs typeface="+mn-cs"/>
            </a:rPr>
            <a:t>First Last name</a:t>
          </a:r>
          <a:br>
            <a:rPr lang="en-US" sz="1400">
              <a:solidFill>
                <a:srgbClr val="FFFFFF"/>
              </a:solidFill>
              <a:latin typeface="Arial"/>
              <a:ea typeface="+mn-ea"/>
              <a:cs typeface="+mn-cs"/>
            </a:rPr>
          </a:br>
          <a:r>
            <a:rPr lang="en-US" sz="1400">
              <a:solidFill>
                <a:srgbClr val="FFFFFF"/>
              </a:solidFill>
              <a:latin typeface="Arial"/>
              <a:ea typeface="+mn-ea"/>
              <a:cs typeface="+mn-cs"/>
            </a:rPr>
            <a:t>Title</a:t>
          </a:r>
        </a:p>
      </dgm:t>
    </dgm:pt>
    <dgm:pt modelId="{7488C60C-2221-4768-8377-A2D609F3A8CB}" type="parTrans" cxnId="{D270AD69-F40A-4E6B-8F41-5B05571387AF}">
      <dgm:prSet/>
      <dgm:spPr>
        <a:noFill/>
        <a:ln w="19050" cap="flat" cmpd="sng" algn="ctr">
          <a:solidFill>
            <a:schemeClr val="tx2">
              <a:lumMod val="75000"/>
            </a:schemeClr>
          </a:solidFill>
          <a:prstDash val="solid"/>
          <a:miter lim="800000"/>
        </a:ln>
        <a:effectLst/>
      </dgm:spPr>
      <dgm:t>
        <a:bodyPr/>
        <a:lstStyle/>
        <a:p>
          <a:endParaRPr lang="en-US" sz="1400"/>
        </a:p>
      </dgm:t>
    </dgm:pt>
    <dgm:pt modelId="{952C477D-536C-4610-B393-A3E348F43D20}" type="sibTrans" cxnId="{D270AD69-F40A-4E6B-8F41-5B05571387AF}">
      <dgm:prSet/>
      <dgm:spPr/>
      <dgm:t>
        <a:bodyPr/>
        <a:lstStyle/>
        <a:p>
          <a:endParaRPr lang="en-US" sz="1400"/>
        </a:p>
      </dgm:t>
    </dgm:pt>
    <dgm:pt modelId="{EA2EDD3D-839A-4AB2-B667-2FA8C6ECB7FF}">
      <dgm:prSet custT="1"/>
      <dgm:spPr>
        <a:xfrm>
          <a:off x="8230236" y="3907238"/>
          <a:ext cx="1375497" cy="687748"/>
        </a:xfrm>
        <a:prstGeom prst="rect">
          <a:avLst/>
        </a:prstGeom>
        <a:solidFill>
          <a:schemeClr val="tx2">
            <a:lumMod val="75000"/>
          </a:schemeClr>
        </a:solidFill>
        <a:ln w="25400" cap="flat" cmpd="sng" algn="ctr">
          <a:noFill/>
          <a:prstDash val="solid"/>
        </a:ln>
        <a:effectLst/>
      </dgm:spPr>
      <dgm:t>
        <a:bodyPr/>
        <a:lstStyle/>
        <a:p>
          <a:pPr>
            <a:spcAft>
              <a:spcPts val="0"/>
            </a:spcAft>
            <a:buNone/>
          </a:pPr>
          <a:r>
            <a:rPr lang="en-US" sz="1400">
              <a:solidFill>
                <a:srgbClr val="FFFFFF"/>
              </a:solidFill>
              <a:latin typeface="Arial"/>
              <a:ea typeface="+mn-ea"/>
              <a:cs typeface="+mn-cs"/>
            </a:rPr>
            <a:t>First Last name</a:t>
          </a:r>
          <a:br>
            <a:rPr lang="en-US" sz="1400">
              <a:solidFill>
                <a:srgbClr val="FFFFFF"/>
              </a:solidFill>
              <a:latin typeface="Arial"/>
              <a:ea typeface="+mn-ea"/>
              <a:cs typeface="+mn-cs"/>
            </a:rPr>
          </a:br>
          <a:r>
            <a:rPr lang="en-US" sz="1400">
              <a:solidFill>
                <a:srgbClr val="FFFFFF"/>
              </a:solidFill>
              <a:latin typeface="Arial"/>
              <a:ea typeface="+mn-ea"/>
              <a:cs typeface="+mn-cs"/>
            </a:rPr>
            <a:t>Title</a:t>
          </a:r>
        </a:p>
      </dgm:t>
    </dgm:pt>
    <dgm:pt modelId="{954346A7-C751-4604-B681-C10B879AC867}" type="parTrans" cxnId="{2B202ECC-A583-441A-87D5-C71FB0EE88F0}">
      <dgm:prSet/>
      <dgm:spPr>
        <a:noFill/>
        <a:ln w="19050" cap="flat" cmpd="sng" algn="ctr">
          <a:solidFill>
            <a:schemeClr val="tx2">
              <a:lumMod val="75000"/>
            </a:schemeClr>
          </a:solidFill>
          <a:prstDash val="solid"/>
          <a:miter lim="800000"/>
        </a:ln>
        <a:effectLst/>
      </dgm:spPr>
      <dgm:t>
        <a:bodyPr/>
        <a:lstStyle/>
        <a:p>
          <a:endParaRPr lang="en-US" sz="1400"/>
        </a:p>
      </dgm:t>
    </dgm:pt>
    <dgm:pt modelId="{9E0A3E72-F863-4689-B11D-A2C909B8FE14}" type="sibTrans" cxnId="{2B202ECC-A583-441A-87D5-C71FB0EE88F0}">
      <dgm:prSet/>
      <dgm:spPr/>
      <dgm:t>
        <a:bodyPr/>
        <a:lstStyle/>
        <a:p>
          <a:endParaRPr lang="en-US" sz="1400"/>
        </a:p>
      </dgm:t>
    </dgm:pt>
    <dgm:pt modelId="{B064F59B-7ACD-4B1D-A89B-889D79F3DA65}" type="pres">
      <dgm:prSet presAssocID="{84D8C106-AB6B-4315-9D52-511FA52375E2}" presName="hierChild1" presStyleCnt="0">
        <dgm:presLayoutVars>
          <dgm:orgChart val="1"/>
          <dgm:chPref val="1"/>
          <dgm:dir/>
          <dgm:animOne val="branch"/>
          <dgm:animLvl val="lvl"/>
          <dgm:resizeHandles/>
        </dgm:presLayoutVars>
      </dgm:prSet>
      <dgm:spPr/>
    </dgm:pt>
    <dgm:pt modelId="{0131C301-4D9B-480A-B1BA-AF21600BC51C}" type="pres">
      <dgm:prSet presAssocID="{CAC7766B-DE5C-43C0-8D0C-9669FC20A417}" presName="hierRoot1" presStyleCnt="0">
        <dgm:presLayoutVars>
          <dgm:hierBranch val="init"/>
        </dgm:presLayoutVars>
      </dgm:prSet>
      <dgm:spPr/>
    </dgm:pt>
    <dgm:pt modelId="{B3464EDE-C03B-4F3F-9162-4000190ADDB0}" type="pres">
      <dgm:prSet presAssocID="{CAC7766B-DE5C-43C0-8D0C-9669FC20A417}" presName="rootComposite1" presStyleCnt="0"/>
      <dgm:spPr/>
    </dgm:pt>
    <dgm:pt modelId="{668F5963-2D79-4176-9C0E-288E4E3476DD}" type="pres">
      <dgm:prSet presAssocID="{CAC7766B-DE5C-43C0-8D0C-9669FC20A417}" presName="rootText1" presStyleLbl="node0" presStyleIdx="0" presStyleCnt="1">
        <dgm:presLayoutVars>
          <dgm:chPref val="3"/>
        </dgm:presLayoutVars>
      </dgm:prSet>
      <dgm:spPr/>
    </dgm:pt>
    <dgm:pt modelId="{71F4FE19-3A5A-4257-8991-5FCC55FD3DCC}" type="pres">
      <dgm:prSet presAssocID="{CAC7766B-DE5C-43C0-8D0C-9669FC20A417}" presName="rootConnector1" presStyleLbl="node1" presStyleIdx="0" presStyleCnt="0"/>
      <dgm:spPr/>
    </dgm:pt>
    <dgm:pt modelId="{B3FFCEEF-365D-406B-B8DC-6CE4F52AA080}" type="pres">
      <dgm:prSet presAssocID="{CAC7766B-DE5C-43C0-8D0C-9669FC20A417}" presName="hierChild2" presStyleCnt="0"/>
      <dgm:spPr/>
    </dgm:pt>
    <dgm:pt modelId="{3FEFECCE-615F-4F9D-9206-2527AC70D5FC}" type="pres">
      <dgm:prSet presAssocID="{D18D9544-C6DC-4E8B-814D-01C3B3051336}" presName="Name37" presStyleLbl="parChTrans1D2" presStyleIdx="0" presStyleCnt="5"/>
      <dgm:spPr/>
    </dgm:pt>
    <dgm:pt modelId="{78A55B3D-2A9F-4DE4-AB80-1E85441F3B33}" type="pres">
      <dgm:prSet presAssocID="{BCFC1DB8-E20E-488E-9798-3C2165C96211}" presName="hierRoot2" presStyleCnt="0">
        <dgm:presLayoutVars>
          <dgm:hierBranch val="init"/>
        </dgm:presLayoutVars>
      </dgm:prSet>
      <dgm:spPr/>
    </dgm:pt>
    <dgm:pt modelId="{E824F7D0-F135-4AC6-846B-01A165205E61}" type="pres">
      <dgm:prSet presAssocID="{BCFC1DB8-E20E-488E-9798-3C2165C96211}" presName="rootComposite" presStyleCnt="0"/>
      <dgm:spPr/>
    </dgm:pt>
    <dgm:pt modelId="{23FBB7A9-B771-423F-B44E-5A6F22A4D3EC}" type="pres">
      <dgm:prSet presAssocID="{BCFC1DB8-E20E-488E-9798-3C2165C96211}" presName="rootText" presStyleLbl="node2" presStyleIdx="0" presStyleCnt="5">
        <dgm:presLayoutVars>
          <dgm:chPref val="3"/>
        </dgm:presLayoutVars>
      </dgm:prSet>
      <dgm:spPr/>
    </dgm:pt>
    <dgm:pt modelId="{4FDCBD84-D876-4ADA-A03B-FD20E5936127}" type="pres">
      <dgm:prSet presAssocID="{BCFC1DB8-E20E-488E-9798-3C2165C96211}" presName="rootConnector" presStyleLbl="node2" presStyleIdx="0" presStyleCnt="5"/>
      <dgm:spPr/>
    </dgm:pt>
    <dgm:pt modelId="{15ED4874-424C-412E-A6B4-24A28572162D}" type="pres">
      <dgm:prSet presAssocID="{BCFC1DB8-E20E-488E-9798-3C2165C96211}" presName="hierChild4" presStyleCnt="0"/>
      <dgm:spPr/>
    </dgm:pt>
    <dgm:pt modelId="{26504001-AF88-4F04-84FA-327BFA0CE6AF}" type="pres">
      <dgm:prSet presAssocID="{F015E32E-AAA1-4BB0-BDD8-6759360ED2E4}" presName="Name37" presStyleLbl="parChTrans1D3" presStyleIdx="0" presStyleCnt="15"/>
      <dgm:spPr>
        <a:xfrm>
          <a:off x="1366503" y="1665177"/>
          <a:ext cx="206324" cy="632728"/>
        </a:xfrm>
        <a:custGeom>
          <a:avLst/>
          <a:gdLst/>
          <a:ahLst/>
          <a:cxnLst/>
          <a:rect l="0" t="0" r="0" b="0"/>
          <a:pathLst>
            <a:path>
              <a:moveTo>
                <a:pt x="0" y="0"/>
              </a:moveTo>
              <a:lnTo>
                <a:pt x="0" y="632728"/>
              </a:lnTo>
              <a:lnTo>
                <a:pt x="206324" y="632728"/>
              </a:lnTo>
            </a:path>
          </a:pathLst>
        </a:custGeom>
      </dgm:spPr>
    </dgm:pt>
    <dgm:pt modelId="{A11E71D0-9D6F-4F2C-AF1F-8699559B7029}" type="pres">
      <dgm:prSet presAssocID="{7F35887A-95CA-4842-B854-0BCEFA80CFED}" presName="hierRoot2" presStyleCnt="0">
        <dgm:presLayoutVars>
          <dgm:hierBranch val="init"/>
        </dgm:presLayoutVars>
      </dgm:prSet>
      <dgm:spPr/>
    </dgm:pt>
    <dgm:pt modelId="{1BB0FBEB-5550-4FFF-8079-18325DEFA0BC}" type="pres">
      <dgm:prSet presAssocID="{7F35887A-95CA-4842-B854-0BCEFA80CFED}" presName="rootComposite" presStyleCnt="0"/>
      <dgm:spPr/>
    </dgm:pt>
    <dgm:pt modelId="{3C443A09-E547-4366-B5A8-0A9485E1CD8E}" type="pres">
      <dgm:prSet presAssocID="{7F35887A-95CA-4842-B854-0BCEFA80CFED}" presName="rootText" presStyleLbl="node3" presStyleIdx="0" presStyleCnt="15">
        <dgm:presLayoutVars>
          <dgm:chPref val="3"/>
        </dgm:presLayoutVars>
      </dgm:prSet>
      <dgm:spPr/>
    </dgm:pt>
    <dgm:pt modelId="{A1252696-9BD9-48F5-A3EA-ED8E72E67FC1}" type="pres">
      <dgm:prSet presAssocID="{7F35887A-95CA-4842-B854-0BCEFA80CFED}" presName="rootConnector" presStyleLbl="node3" presStyleIdx="0" presStyleCnt="15"/>
      <dgm:spPr/>
    </dgm:pt>
    <dgm:pt modelId="{12921BEE-29C6-4EBC-85A9-A03EE7954B26}" type="pres">
      <dgm:prSet presAssocID="{7F35887A-95CA-4842-B854-0BCEFA80CFED}" presName="hierChild4" presStyleCnt="0"/>
      <dgm:spPr/>
    </dgm:pt>
    <dgm:pt modelId="{47E68F23-8B0C-45FD-A07A-44EC5F05E2A6}" type="pres">
      <dgm:prSet presAssocID="{7F35887A-95CA-4842-B854-0BCEFA80CFED}" presName="hierChild5" presStyleCnt="0"/>
      <dgm:spPr/>
    </dgm:pt>
    <dgm:pt modelId="{13E858BC-E02F-4ADE-8875-95F3AF297281}" type="pres">
      <dgm:prSet presAssocID="{269BE651-2EB5-4251-BE5E-AA1710240684}" presName="Name37" presStyleLbl="parChTrans1D3" presStyleIdx="1" presStyleCnt="15"/>
      <dgm:spPr>
        <a:xfrm>
          <a:off x="1366503" y="1665177"/>
          <a:ext cx="206324" cy="1609331"/>
        </a:xfrm>
        <a:custGeom>
          <a:avLst/>
          <a:gdLst/>
          <a:ahLst/>
          <a:cxnLst/>
          <a:rect l="0" t="0" r="0" b="0"/>
          <a:pathLst>
            <a:path>
              <a:moveTo>
                <a:pt x="0" y="0"/>
              </a:moveTo>
              <a:lnTo>
                <a:pt x="0" y="1609332"/>
              </a:lnTo>
              <a:lnTo>
                <a:pt x="206324" y="1609332"/>
              </a:lnTo>
            </a:path>
          </a:pathLst>
        </a:custGeom>
      </dgm:spPr>
    </dgm:pt>
    <dgm:pt modelId="{FCDB0359-D1A0-4A22-9E44-ED54DF88AEBB}" type="pres">
      <dgm:prSet presAssocID="{809E65BE-CBC2-4AEC-83E9-9F7C5F516596}" presName="hierRoot2" presStyleCnt="0">
        <dgm:presLayoutVars>
          <dgm:hierBranch val="init"/>
        </dgm:presLayoutVars>
      </dgm:prSet>
      <dgm:spPr/>
    </dgm:pt>
    <dgm:pt modelId="{1761516E-7CE3-49FE-9062-D0DA6D92B7C4}" type="pres">
      <dgm:prSet presAssocID="{809E65BE-CBC2-4AEC-83E9-9F7C5F516596}" presName="rootComposite" presStyleCnt="0"/>
      <dgm:spPr/>
    </dgm:pt>
    <dgm:pt modelId="{4AF2629C-38D2-4327-BA3C-D37B81BA2116}" type="pres">
      <dgm:prSet presAssocID="{809E65BE-CBC2-4AEC-83E9-9F7C5F516596}" presName="rootText" presStyleLbl="node3" presStyleIdx="1" presStyleCnt="15">
        <dgm:presLayoutVars>
          <dgm:chPref val="3"/>
        </dgm:presLayoutVars>
      </dgm:prSet>
      <dgm:spPr/>
    </dgm:pt>
    <dgm:pt modelId="{AFDE2CDE-C106-4211-B5C7-066E71FB3C98}" type="pres">
      <dgm:prSet presAssocID="{809E65BE-CBC2-4AEC-83E9-9F7C5F516596}" presName="rootConnector" presStyleLbl="node3" presStyleIdx="1" presStyleCnt="15"/>
      <dgm:spPr/>
    </dgm:pt>
    <dgm:pt modelId="{A77FD861-3266-4712-929A-E04FF8B1FA36}" type="pres">
      <dgm:prSet presAssocID="{809E65BE-CBC2-4AEC-83E9-9F7C5F516596}" presName="hierChild4" presStyleCnt="0"/>
      <dgm:spPr/>
    </dgm:pt>
    <dgm:pt modelId="{882E42C5-E19B-42CE-A731-21D20623A99C}" type="pres">
      <dgm:prSet presAssocID="{809E65BE-CBC2-4AEC-83E9-9F7C5F516596}" presName="hierChild5" presStyleCnt="0"/>
      <dgm:spPr/>
    </dgm:pt>
    <dgm:pt modelId="{2C23AC5A-5011-427A-9453-B475EAD5ED30}" type="pres">
      <dgm:prSet presAssocID="{B396B97E-3E91-4B38-AABD-62C59CF9C503}" presName="Name37" presStyleLbl="parChTrans1D3" presStyleIdx="2" presStyleCnt="15"/>
      <dgm:spPr>
        <a:xfrm>
          <a:off x="1366503" y="1665177"/>
          <a:ext cx="206324" cy="2585935"/>
        </a:xfrm>
        <a:custGeom>
          <a:avLst/>
          <a:gdLst/>
          <a:ahLst/>
          <a:cxnLst/>
          <a:rect l="0" t="0" r="0" b="0"/>
          <a:pathLst>
            <a:path>
              <a:moveTo>
                <a:pt x="0" y="0"/>
              </a:moveTo>
              <a:lnTo>
                <a:pt x="0" y="2585935"/>
              </a:lnTo>
              <a:lnTo>
                <a:pt x="206324" y="2585935"/>
              </a:lnTo>
            </a:path>
          </a:pathLst>
        </a:custGeom>
      </dgm:spPr>
    </dgm:pt>
    <dgm:pt modelId="{E84640F1-5136-41A4-A1CC-68F76CF916FA}" type="pres">
      <dgm:prSet presAssocID="{DC8912E3-73FC-48BA-96E2-EF00F51D97E3}" presName="hierRoot2" presStyleCnt="0">
        <dgm:presLayoutVars>
          <dgm:hierBranch val="init"/>
        </dgm:presLayoutVars>
      </dgm:prSet>
      <dgm:spPr/>
    </dgm:pt>
    <dgm:pt modelId="{59996EA8-754F-40ED-810B-D66555FFF9AC}" type="pres">
      <dgm:prSet presAssocID="{DC8912E3-73FC-48BA-96E2-EF00F51D97E3}" presName="rootComposite" presStyleCnt="0"/>
      <dgm:spPr/>
    </dgm:pt>
    <dgm:pt modelId="{8B2302D9-62AF-4774-8636-3035255D15D5}" type="pres">
      <dgm:prSet presAssocID="{DC8912E3-73FC-48BA-96E2-EF00F51D97E3}" presName="rootText" presStyleLbl="node3" presStyleIdx="2" presStyleCnt="15">
        <dgm:presLayoutVars>
          <dgm:chPref val="3"/>
        </dgm:presLayoutVars>
      </dgm:prSet>
      <dgm:spPr/>
    </dgm:pt>
    <dgm:pt modelId="{6DCC693E-650D-4353-A548-A274AAFD89B4}" type="pres">
      <dgm:prSet presAssocID="{DC8912E3-73FC-48BA-96E2-EF00F51D97E3}" presName="rootConnector" presStyleLbl="node3" presStyleIdx="2" presStyleCnt="15"/>
      <dgm:spPr/>
    </dgm:pt>
    <dgm:pt modelId="{72B5E191-5338-42FE-B791-F4A7CBAAFA68}" type="pres">
      <dgm:prSet presAssocID="{DC8912E3-73FC-48BA-96E2-EF00F51D97E3}" presName="hierChild4" presStyleCnt="0"/>
      <dgm:spPr/>
    </dgm:pt>
    <dgm:pt modelId="{6412B9AE-49C8-4DC8-B905-FC0B72BCAC71}" type="pres">
      <dgm:prSet presAssocID="{DC8912E3-73FC-48BA-96E2-EF00F51D97E3}" presName="hierChild5" presStyleCnt="0"/>
      <dgm:spPr/>
    </dgm:pt>
    <dgm:pt modelId="{720528DC-C73D-46E4-99A6-FC7130D11E7D}" type="pres">
      <dgm:prSet presAssocID="{BCFC1DB8-E20E-488E-9798-3C2165C96211}" presName="hierChild5" presStyleCnt="0"/>
      <dgm:spPr/>
    </dgm:pt>
    <dgm:pt modelId="{59C3AA54-0B88-411D-8431-164CB208FECF}" type="pres">
      <dgm:prSet presAssocID="{AB878720-E2E4-48AD-93AB-FB2752E60B0B}" presName="Name37" presStyleLbl="parChTrans1D2" presStyleIdx="1" presStyleCnt="5"/>
      <dgm:spPr>
        <a:xfrm>
          <a:off x="3581054" y="688574"/>
          <a:ext cx="1664351" cy="288854"/>
        </a:xfrm>
        <a:custGeom>
          <a:avLst/>
          <a:gdLst/>
          <a:ahLst/>
          <a:cxnLst/>
          <a:rect l="0" t="0" r="0" b="0"/>
          <a:pathLst>
            <a:path>
              <a:moveTo>
                <a:pt x="1664351" y="0"/>
              </a:moveTo>
              <a:lnTo>
                <a:pt x="1664351" y="144427"/>
              </a:lnTo>
              <a:lnTo>
                <a:pt x="0" y="144427"/>
              </a:lnTo>
              <a:lnTo>
                <a:pt x="0" y="288854"/>
              </a:lnTo>
            </a:path>
          </a:pathLst>
        </a:custGeom>
      </dgm:spPr>
    </dgm:pt>
    <dgm:pt modelId="{8C5F5B2A-4640-4976-B4B5-52F61D848B26}" type="pres">
      <dgm:prSet presAssocID="{AA742382-B9AB-46D5-85B3-4975F8345D0F}" presName="hierRoot2" presStyleCnt="0">
        <dgm:presLayoutVars>
          <dgm:hierBranch val="init"/>
        </dgm:presLayoutVars>
      </dgm:prSet>
      <dgm:spPr/>
    </dgm:pt>
    <dgm:pt modelId="{D4DC5536-0CC2-4CA7-A847-59B7F10F13EE}" type="pres">
      <dgm:prSet presAssocID="{AA742382-B9AB-46D5-85B3-4975F8345D0F}" presName="rootComposite" presStyleCnt="0"/>
      <dgm:spPr/>
    </dgm:pt>
    <dgm:pt modelId="{CF6B3BA9-CCEA-42F0-90A2-591A81DCDB5C}" type="pres">
      <dgm:prSet presAssocID="{AA742382-B9AB-46D5-85B3-4975F8345D0F}" presName="rootText" presStyleLbl="node2" presStyleIdx="1" presStyleCnt="5">
        <dgm:presLayoutVars>
          <dgm:chPref val="3"/>
        </dgm:presLayoutVars>
      </dgm:prSet>
      <dgm:spPr/>
    </dgm:pt>
    <dgm:pt modelId="{7A4EFEE2-037B-4360-B102-527266C79072}" type="pres">
      <dgm:prSet presAssocID="{AA742382-B9AB-46D5-85B3-4975F8345D0F}" presName="rootConnector" presStyleLbl="node2" presStyleIdx="1" presStyleCnt="5"/>
      <dgm:spPr/>
    </dgm:pt>
    <dgm:pt modelId="{38D5F6CE-C45A-4CD8-9935-C38657A02C3B}" type="pres">
      <dgm:prSet presAssocID="{AA742382-B9AB-46D5-85B3-4975F8345D0F}" presName="hierChild4" presStyleCnt="0"/>
      <dgm:spPr/>
    </dgm:pt>
    <dgm:pt modelId="{3C85892C-F690-46EE-B901-67B5AB741C3D}" type="pres">
      <dgm:prSet presAssocID="{DDD4C94E-F9A1-4210-81D8-49DA7F7F0E11}" presName="Name37" presStyleLbl="parChTrans1D3" presStyleIdx="3" presStyleCnt="15"/>
      <dgm:spPr>
        <a:xfrm>
          <a:off x="3030855" y="1665177"/>
          <a:ext cx="206324" cy="632728"/>
        </a:xfrm>
        <a:custGeom>
          <a:avLst/>
          <a:gdLst/>
          <a:ahLst/>
          <a:cxnLst/>
          <a:rect l="0" t="0" r="0" b="0"/>
          <a:pathLst>
            <a:path>
              <a:moveTo>
                <a:pt x="0" y="0"/>
              </a:moveTo>
              <a:lnTo>
                <a:pt x="0" y="632728"/>
              </a:lnTo>
              <a:lnTo>
                <a:pt x="206324" y="632728"/>
              </a:lnTo>
            </a:path>
          </a:pathLst>
        </a:custGeom>
      </dgm:spPr>
    </dgm:pt>
    <dgm:pt modelId="{34E5A7BC-E0FD-4394-BE4A-3B857D40EE89}" type="pres">
      <dgm:prSet presAssocID="{D934C719-7005-4CAB-BC25-228BD365EE27}" presName="hierRoot2" presStyleCnt="0">
        <dgm:presLayoutVars>
          <dgm:hierBranch val="init"/>
        </dgm:presLayoutVars>
      </dgm:prSet>
      <dgm:spPr/>
    </dgm:pt>
    <dgm:pt modelId="{E347BEEA-C0EF-4D73-A0FF-76657C77161A}" type="pres">
      <dgm:prSet presAssocID="{D934C719-7005-4CAB-BC25-228BD365EE27}" presName="rootComposite" presStyleCnt="0"/>
      <dgm:spPr/>
    </dgm:pt>
    <dgm:pt modelId="{C1BBCEF4-1866-4B4B-BF9F-3CDA1FDF7E01}" type="pres">
      <dgm:prSet presAssocID="{D934C719-7005-4CAB-BC25-228BD365EE27}" presName="rootText" presStyleLbl="node3" presStyleIdx="3" presStyleCnt="15">
        <dgm:presLayoutVars>
          <dgm:chPref val="3"/>
        </dgm:presLayoutVars>
      </dgm:prSet>
      <dgm:spPr/>
    </dgm:pt>
    <dgm:pt modelId="{D73523D9-79A0-4DA4-9310-229FFAE31C85}" type="pres">
      <dgm:prSet presAssocID="{D934C719-7005-4CAB-BC25-228BD365EE27}" presName="rootConnector" presStyleLbl="node3" presStyleIdx="3" presStyleCnt="15"/>
      <dgm:spPr/>
    </dgm:pt>
    <dgm:pt modelId="{9374402F-6003-4D6C-8B9C-09EEFE256483}" type="pres">
      <dgm:prSet presAssocID="{D934C719-7005-4CAB-BC25-228BD365EE27}" presName="hierChild4" presStyleCnt="0"/>
      <dgm:spPr/>
    </dgm:pt>
    <dgm:pt modelId="{EC1EB6F7-B760-442B-9E70-24C9C430EF06}" type="pres">
      <dgm:prSet presAssocID="{D934C719-7005-4CAB-BC25-228BD365EE27}" presName="hierChild5" presStyleCnt="0"/>
      <dgm:spPr/>
    </dgm:pt>
    <dgm:pt modelId="{87E723CD-3C2C-47F8-86B6-17AC2FA74266}" type="pres">
      <dgm:prSet presAssocID="{B24B5565-0948-47BA-BF24-F27AAD15713B}" presName="Name37" presStyleLbl="parChTrans1D3" presStyleIdx="4" presStyleCnt="15"/>
      <dgm:spPr>
        <a:xfrm>
          <a:off x="3030855" y="1665177"/>
          <a:ext cx="206324" cy="1609331"/>
        </a:xfrm>
        <a:custGeom>
          <a:avLst/>
          <a:gdLst/>
          <a:ahLst/>
          <a:cxnLst/>
          <a:rect l="0" t="0" r="0" b="0"/>
          <a:pathLst>
            <a:path>
              <a:moveTo>
                <a:pt x="0" y="0"/>
              </a:moveTo>
              <a:lnTo>
                <a:pt x="0" y="1609332"/>
              </a:lnTo>
              <a:lnTo>
                <a:pt x="206324" y="1609332"/>
              </a:lnTo>
            </a:path>
          </a:pathLst>
        </a:custGeom>
      </dgm:spPr>
    </dgm:pt>
    <dgm:pt modelId="{F6062BE7-B6E7-406B-AD18-933A55BF4864}" type="pres">
      <dgm:prSet presAssocID="{DF9F58FE-39E2-4BDD-B477-60A676B103AD}" presName="hierRoot2" presStyleCnt="0">
        <dgm:presLayoutVars>
          <dgm:hierBranch val="init"/>
        </dgm:presLayoutVars>
      </dgm:prSet>
      <dgm:spPr/>
    </dgm:pt>
    <dgm:pt modelId="{8179F9EC-4802-45EE-8C52-4F8225A274A8}" type="pres">
      <dgm:prSet presAssocID="{DF9F58FE-39E2-4BDD-B477-60A676B103AD}" presName="rootComposite" presStyleCnt="0"/>
      <dgm:spPr/>
    </dgm:pt>
    <dgm:pt modelId="{56F020A6-83B5-40EF-93AC-23F371309CAE}" type="pres">
      <dgm:prSet presAssocID="{DF9F58FE-39E2-4BDD-B477-60A676B103AD}" presName="rootText" presStyleLbl="node3" presStyleIdx="4" presStyleCnt="15">
        <dgm:presLayoutVars>
          <dgm:chPref val="3"/>
        </dgm:presLayoutVars>
      </dgm:prSet>
      <dgm:spPr/>
    </dgm:pt>
    <dgm:pt modelId="{6865EE3D-9B4E-44C9-9251-C987577E3961}" type="pres">
      <dgm:prSet presAssocID="{DF9F58FE-39E2-4BDD-B477-60A676B103AD}" presName="rootConnector" presStyleLbl="node3" presStyleIdx="4" presStyleCnt="15"/>
      <dgm:spPr/>
    </dgm:pt>
    <dgm:pt modelId="{C1C943D6-05C6-456D-B4EC-7DD14BD1753E}" type="pres">
      <dgm:prSet presAssocID="{DF9F58FE-39E2-4BDD-B477-60A676B103AD}" presName="hierChild4" presStyleCnt="0"/>
      <dgm:spPr/>
    </dgm:pt>
    <dgm:pt modelId="{A4FAE7FE-CB42-4519-9729-CCF2CBDAB517}" type="pres">
      <dgm:prSet presAssocID="{DF9F58FE-39E2-4BDD-B477-60A676B103AD}" presName="hierChild5" presStyleCnt="0"/>
      <dgm:spPr/>
    </dgm:pt>
    <dgm:pt modelId="{F624ED58-A477-43D1-8EB5-D9897944F26A}" type="pres">
      <dgm:prSet presAssocID="{A43A6C65-DACD-4597-835F-5AD6F9D6F95D}" presName="Name37" presStyleLbl="parChTrans1D3" presStyleIdx="5" presStyleCnt="15"/>
      <dgm:spPr>
        <a:xfrm>
          <a:off x="3030855" y="1665177"/>
          <a:ext cx="206324" cy="2585935"/>
        </a:xfrm>
        <a:custGeom>
          <a:avLst/>
          <a:gdLst/>
          <a:ahLst/>
          <a:cxnLst/>
          <a:rect l="0" t="0" r="0" b="0"/>
          <a:pathLst>
            <a:path>
              <a:moveTo>
                <a:pt x="0" y="0"/>
              </a:moveTo>
              <a:lnTo>
                <a:pt x="0" y="2585935"/>
              </a:lnTo>
              <a:lnTo>
                <a:pt x="206324" y="2585935"/>
              </a:lnTo>
            </a:path>
          </a:pathLst>
        </a:custGeom>
      </dgm:spPr>
    </dgm:pt>
    <dgm:pt modelId="{AA940316-7CBA-4671-A815-BCB1F085FF0F}" type="pres">
      <dgm:prSet presAssocID="{C23D9BD1-9D1F-429B-9AB9-E66F5F1D6AD4}" presName="hierRoot2" presStyleCnt="0">
        <dgm:presLayoutVars>
          <dgm:hierBranch val="init"/>
        </dgm:presLayoutVars>
      </dgm:prSet>
      <dgm:spPr/>
    </dgm:pt>
    <dgm:pt modelId="{AF22E312-363B-4D02-87B2-FBB8A8A89173}" type="pres">
      <dgm:prSet presAssocID="{C23D9BD1-9D1F-429B-9AB9-E66F5F1D6AD4}" presName="rootComposite" presStyleCnt="0"/>
      <dgm:spPr/>
    </dgm:pt>
    <dgm:pt modelId="{3BE13EE2-D7DE-4D7E-99C8-1FB617AC49C6}" type="pres">
      <dgm:prSet presAssocID="{C23D9BD1-9D1F-429B-9AB9-E66F5F1D6AD4}" presName="rootText" presStyleLbl="node3" presStyleIdx="5" presStyleCnt="15">
        <dgm:presLayoutVars>
          <dgm:chPref val="3"/>
        </dgm:presLayoutVars>
      </dgm:prSet>
      <dgm:spPr/>
    </dgm:pt>
    <dgm:pt modelId="{4DB06F3B-C418-440A-A92D-82B03A8162A4}" type="pres">
      <dgm:prSet presAssocID="{C23D9BD1-9D1F-429B-9AB9-E66F5F1D6AD4}" presName="rootConnector" presStyleLbl="node3" presStyleIdx="5" presStyleCnt="15"/>
      <dgm:spPr/>
    </dgm:pt>
    <dgm:pt modelId="{3D600008-AAC0-4264-8E7B-8B18CDC4A349}" type="pres">
      <dgm:prSet presAssocID="{C23D9BD1-9D1F-429B-9AB9-E66F5F1D6AD4}" presName="hierChild4" presStyleCnt="0"/>
      <dgm:spPr/>
    </dgm:pt>
    <dgm:pt modelId="{0CDABE83-8A40-47DA-A9EB-A1157898A168}" type="pres">
      <dgm:prSet presAssocID="{C23D9BD1-9D1F-429B-9AB9-E66F5F1D6AD4}" presName="hierChild5" presStyleCnt="0"/>
      <dgm:spPr/>
    </dgm:pt>
    <dgm:pt modelId="{C76F4858-AA87-470D-B187-E1BA9C0625CB}" type="pres">
      <dgm:prSet presAssocID="{AA742382-B9AB-46D5-85B3-4975F8345D0F}" presName="hierChild5" presStyleCnt="0"/>
      <dgm:spPr/>
    </dgm:pt>
    <dgm:pt modelId="{35E02B75-3A75-4452-ADA0-6BA9BBB6FE02}" type="pres">
      <dgm:prSet presAssocID="{B11F1905-85FC-4008-BDE2-B64BA0ED4016}" presName="Name37" presStyleLbl="parChTrans1D2" presStyleIdx="2" presStyleCnt="5"/>
      <dgm:spPr>
        <a:xfrm>
          <a:off x="5199686" y="688574"/>
          <a:ext cx="91440" cy="288854"/>
        </a:xfrm>
        <a:custGeom>
          <a:avLst/>
          <a:gdLst/>
          <a:ahLst/>
          <a:cxnLst/>
          <a:rect l="0" t="0" r="0" b="0"/>
          <a:pathLst>
            <a:path>
              <a:moveTo>
                <a:pt x="45720" y="0"/>
              </a:moveTo>
              <a:lnTo>
                <a:pt x="45720" y="288854"/>
              </a:lnTo>
            </a:path>
          </a:pathLst>
        </a:custGeom>
      </dgm:spPr>
    </dgm:pt>
    <dgm:pt modelId="{F4E1D80D-D191-45C0-924F-8904C61185FD}" type="pres">
      <dgm:prSet presAssocID="{0B9630DD-45DC-4982-B27A-0E7F3FE5C054}" presName="hierRoot2" presStyleCnt="0">
        <dgm:presLayoutVars>
          <dgm:hierBranch val="init"/>
        </dgm:presLayoutVars>
      </dgm:prSet>
      <dgm:spPr/>
    </dgm:pt>
    <dgm:pt modelId="{7727B643-AA82-4491-B112-EFFBD8869576}" type="pres">
      <dgm:prSet presAssocID="{0B9630DD-45DC-4982-B27A-0E7F3FE5C054}" presName="rootComposite" presStyleCnt="0"/>
      <dgm:spPr/>
    </dgm:pt>
    <dgm:pt modelId="{BEB9B56E-7763-417E-98EA-2949C30A4058}" type="pres">
      <dgm:prSet presAssocID="{0B9630DD-45DC-4982-B27A-0E7F3FE5C054}" presName="rootText" presStyleLbl="node2" presStyleIdx="2" presStyleCnt="5">
        <dgm:presLayoutVars>
          <dgm:chPref val="3"/>
        </dgm:presLayoutVars>
      </dgm:prSet>
      <dgm:spPr/>
    </dgm:pt>
    <dgm:pt modelId="{081A5E9C-2370-4BA7-8DD7-F6055BE6554D}" type="pres">
      <dgm:prSet presAssocID="{0B9630DD-45DC-4982-B27A-0E7F3FE5C054}" presName="rootConnector" presStyleLbl="node2" presStyleIdx="2" presStyleCnt="5"/>
      <dgm:spPr/>
    </dgm:pt>
    <dgm:pt modelId="{E535410F-D3CD-42FF-8301-77A1EFC27B12}" type="pres">
      <dgm:prSet presAssocID="{0B9630DD-45DC-4982-B27A-0E7F3FE5C054}" presName="hierChild4" presStyleCnt="0"/>
      <dgm:spPr/>
    </dgm:pt>
    <dgm:pt modelId="{E16BD1C3-C690-48AA-8773-265B3AB22BC7}" type="pres">
      <dgm:prSet presAssocID="{4F5BC8CD-0658-4A3C-811B-57D5D1536C95}" presName="Name37" presStyleLbl="parChTrans1D3" presStyleIdx="6" presStyleCnt="15"/>
      <dgm:spPr>
        <a:xfrm>
          <a:off x="4695207" y="1665177"/>
          <a:ext cx="206324" cy="632728"/>
        </a:xfrm>
        <a:custGeom>
          <a:avLst/>
          <a:gdLst/>
          <a:ahLst/>
          <a:cxnLst/>
          <a:rect l="0" t="0" r="0" b="0"/>
          <a:pathLst>
            <a:path>
              <a:moveTo>
                <a:pt x="0" y="0"/>
              </a:moveTo>
              <a:lnTo>
                <a:pt x="0" y="632728"/>
              </a:lnTo>
              <a:lnTo>
                <a:pt x="206324" y="632728"/>
              </a:lnTo>
            </a:path>
          </a:pathLst>
        </a:custGeom>
      </dgm:spPr>
    </dgm:pt>
    <dgm:pt modelId="{C7566DB5-309F-40DA-AE6E-98074FDFC44C}" type="pres">
      <dgm:prSet presAssocID="{797EBE0A-FA3D-44C1-889A-ECAA0AF11724}" presName="hierRoot2" presStyleCnt="0">
        <dgm:presLayoutVars>
          <dgm:hierBranch val="init"/>
        </dgm:presLayoutVars>
      </dgm:prSet>
      <dgm:spPr/>
    </dgm:pt>
    <dgm:pt modelId="{80B28E79-BEB2-4A69-A0B3-DF091F114045}" type="pres">
      <dgm:prSet presAssocID="{797EBE0A-FA3D-44C1-889A-ECAA0AF11724}" presName="rootComposite" presStyleCnt="0"/>
      <dgm:spPr/>
    </dgm:pt>
    <dgm:pt modelId="{36E4E0D3-6BC5-42DB-9101-F3C9D44C0137}" type="pres">
      <dgm:prSet presAssocID="{797EBE0A-FA3D-44C1-889A-ECAA0AF11724}" presName="rootText" presStyleLbl="node3" presStyleIdx="6" presStyleCnt="15">
        <dgm:presLayoutVars>
          <dgm:chPref val="3"/>
        </dgm:presLayoutVars>
      </dgm:prSet>
      <dgm:spPr/>
    </dgm:pt>
    <dgm:pt modelId="{D196F54C-1E66-437C-A02A-897E1E5D5106}" type="pres">
      <dgm:prSet presAssocID="{797EBE0A-FA3D-44C1-889A-ECAA0AF11724}" presName="rootConnector" presStyleLbl="node3" presStyleIdx="6" presStyleCnt="15"/>
      <dgm:spPr/>
    </dgm:pt>
    <dgm:pt modelId="{FEF0B7EC-1D38-457F-A5E9-4A852FB62B2F}" type="pres">
      <dgm:prSet presAssocID="{797EBE0A-FA3D-44C1-889A-ECAA0AF11724}" presName="hierChild4" presStyleCnt="0"/>
      <dgm:spPr/>
    </dgm:pt>
    <dgm:pt modelId="{83BA8D95-6DFD-4D1A-88BF-F1EE53DBEEB8}" type="pres">
      <dgm:prSet presAssocID="{797EBE0A-FA3D-44C1-889A-ECAA0AF11724}" presName="hierChild5" presStyleCnt="0"/>
      <dgm:spPr/>
    </dgm:pt>
    <dgm:pt modelId="{5F6AE5B0-9329-459D-A00A-C6328F432969}" type="pres">
      <dgm:prSet presAssocID="{9BCFB88A-7A72-4BFF-80DD-6768F812ED8C}" presName="Name37" presStyleLbl="parChTrans1D3" presStyleIdx="7" presStyleCnt="15"/>
      <dgm:spPr>
        <a:xfrm>
          <a:off x="4695207" y="1665177"/>
          <a:ext cx="206324" cy="1609331"/>
        </a:xfrm>
        <a:custGeom>
          <a:avLst/>
          <a:gdLst/>
          <a:ahLst/>
          <a:cxnLst/>
          <a:rect l="0" t="0" r="0" b="0"/>
          <a:pathLst>
            <a:path>
              <a:moveTo>
                <a:pt x="0" y="0"/>
              </a:moveTo>
              <a:lnTo>
                <a:pt x="0" y="1609332"/>
              </a:lnTo>
              <a:lnTo>
                <a:pt x="206324" y="1609332"/>
              </a:lnTo>
            </a:path>
          </a:pathLst>
        </a:custGeom>
      </dgm:spPr>
    </dgm:pt>
    <dgm:pt modelId="{15138F3F-6868-421C-8B18-CE8DAE09A3EB}" type="pres">
      <dgm:prSet presAssocID="{C6F51D29-3E82-4A74-9F1C-CC4F8A4342BC}" presName="hierRoot2" presStyleCnt="0">
        <dgm:presLayoutVars>
          <dgm:hierBranch val="init"/>
        </dgm:presLayoutVars>
      </dgm:prSet>
      <dgm:spPr/>
    </dgm:pt>
    <dgm:pt modelId="{0AA5384D-E80B-43D1-AFD0-42206FD2C7F1}" type="pres">
      <dgm:prSet presAssocID="{C6F51D29-3E82-4A74-9F1C-CC4F8A4342BC}" presName="rootComposite" presStyleCnt="0"/>
      <dgm:spPr/>
    </dgm:pt>
    <dgm:pt modelId="{FA01404B-1BBD-4DF0-8459-EF8886DFBEF1}" type="pres">
      <dgm:prSet presAssocID="{C6F51D29-3E82-4A74-9F1C-CC4F8A4342BC}" presName="rootText" presStyleLbl="node3" presStyleIdx="7" presStyleCnt="15">
        <dgm:presLayoutVars>
          <dgm:chPref val="3"/>
        </dgm:presLayoutVars>
      </dgm:prSet>
      <dgm:spPr/>
    </dgm:pt>
    <dgm:pt modelId="{C8D559D0-CE86-465D-8CA3-759A4E681376}" type="pres">
      <dgm:prSet presAssocID="{C6F51D29-3E82-4A74-9F1C-CC4F8A4342BC}" presName="rootConnector" presStyleLbl="node3" presStyleIdx="7" presStyleCnt="15"/>
      <dgm:spPr/>
    </dgm:pt>
    <dgm:pt modelId="{006921A7-EB06-4F85-8988-B5892C79908D}" type="pres">
      <dgm:prSet presAssocID="{C6F51D29-3E82-4A74-9F1C-CC4F8A4342BC}" presName="hierChild4" presStyleCnt="0"/>
      <dgm:spPr/>
    </dgm:pt>
    <dgm:pt modelId="{487F2DCB-4DD7-47A1-A7BE-ABEF80B2193B}" type="pres">
      <dgm:prSet presAssocID="{C6F51D29-3E82-4A74-9F1C-CC4F8A4342BC}" presName="hierChild5" presStyleCnt="0"/>
      <dgm:spPr/>
    </dgm:pt>
    <dgm:pt modelId="{393EFB96-94D3-42C7-A50E-ED3001C66A62}" type="pres">
      <dgm:prSet presAssocID="{E1E0B7C0-5813-4EB3-B178-2AC103542086}" presName="Name37" presStyleLbl="parChTrans1D3" presStyleIdx="8" presStyleCnt="15"/>
      <dgm:spPr>
        <a:xfrm>
          <a:off x="4695207" y="1665177"/>
          <a:ext cx="206324" cy="2585935"/>
        </a:xfrm>
        <a:custGeom>
          <a:avLst/>
          <a:gdLst/>
          <a:ahLst/>
          <a:cxnLst/>
          <a:rect l="0" t="0" r="0" b="0"/>
          <a:pathLst>
            <a:path>
              <a:moveTo>
                <a:pt x="0" y="0"/>
              </a:moveTo>
              <a:lnTo>
                <a:pt x="0" y="2585935"/>
              </a:lnTo>
              <a:lnTo>
                <a:pt x="206324" y="2585935"/>
              </a:lnTo>
            </a:path>
          </a:pathLst>
        </a:custGeom>
      </dgm:spPr>
    </dgm:pt>
    <dgm:pt modelId="{4D78E398-468E-4DF5-A209-C7CC64A3B456}" type="pres">
      <dgm:prSet presAssocID="{7F805D0C-4670-4B58-B7AF-82A28E8062DF}" presName="hierRoot2" presStyleCnt="0">
        <dgm:presLayoutVars>
          <dgm:hierBranch val="init"/>
        </dgm:presLayoutVars>
      </dgm:prSet>
      <dgm:spPr/>
    </dgm:pt>
    <dgm:pt modelId="{76C2CDB8-665A-4293-BC24-76FEB8C5F2DC}" type="pres">
      <dgm:prSet presAssocID="{7F805D0C-4670-4B58-B7AF-82A28E8062DF}" presName="rootComposite" presStyleCnt="0"/>
      <dgm:spPr/>
    </dgm:pt>
    <dgm:pt modelId="{2032DB75-C7C2-4ADD-8CBF-773C6A5BD18A}" type="pres">
      <dgm:prSet presAssocID="{7F805D0C-4670-4B58-B7AF-82A28E8062DF}" presName="rootText" presStyleLbl="node3" presStyleIdx="8" presStyleCnt="15">
        <dgm:presLayoutVars>
          <dgm:chPref val="3"/>
        </dgm:presLayoutVars>
      </dgm:prSet>
      <dgm:spPr/>
    </dgm:pt>
    <dgm:pt modelId="{35026E73-09E0-4FAA-8E51-3004C9B312C9}" type="pres">
      <dgm:prSet presAssocID="{7F805D0C-4670-4B58-B7AF-82A28E8062DF}" presName="rootConnector" presStyleLbl="node3" presStyleIdx="8" presStyleCnt="15"/>
      <dgm:spPr/>
    </dgm:pt>
    <dgm:pt modelId="{5C3FD3B3-EE0A-49D0-ACE6-3AE760129440}" type="pres">
      <dgm:prSet presAssocID="{7F805D0C-4670-4B58-B7AF-82A28E8062DF}" presName="hierChild4" presStyleCnt="0"/>
      <dgm:spPr/>
    </dgm:pt>
    <dgm:pt modelId="{6D54EDFA-97EF-4D3F-87C8-10604449D885}" type="pres">
      <dgm:prSet presAssocID="{7F805D0C-4670-4B58-B7AF-82A28E8062DF}" presName="hierChild5" presStyleCnt="0"/>
      <dgm:spPr/>
    </dgm:pt>
    <dgm:pt modelId="{4D65D1DC-C33D-4854-8DE4-6946A6DC7FF1}" type="pres">
      <dgm:prSet presAssocID="{0B9630DD-45DC-4982-B27A-0E7F3FE5C054}" presName="hierChild5" presStyleCnt="0"/>
      <dgm:spPr/>
    </dgm:pt>
    <dgm:pt modelId="{2DE0AF74-97A7-4DBA-AD2D-F1235B4038AC}" type="pres">
      <dgm:prSet presAssocID="{043A8A99-9D07-4021-9D53-293BBC520170}" presName="Name37" presStyleLbl="parChTrans1D2" presStyleIdx="3" presStyleCnt="5"/>
      <dgm:spPr>
        <a:xfrm>
          <a:off x="5245406" y="688574"/>
          <a:ext cx="1664351" cy="288854"/>
        </a:xfrm>
        <a:custGeom>
          <a:avLst/>
          <a:gdLst/>
          <a:ahLst/>
          <a:cxnLst/>
          <a:rect l="0" t="0" r="0" b="0"/>
          <a:pathLst>
            <a:path>
              <a:moveTo>
                <a:pt x="0" y="0"/>
              </a:moveTo>
              <a:lnTo>
                <a:pt x="0" y="144427"/>
              </a:lnTo>
              <a:lnTo>
                <a:pt x="1664351" y="144427"/>
              </a:lnTo>
              <a:lnTo>
                <a:pt x="1664351" y="288854"/>
              </a:lnTo>
            </a:path>
          </a:pathLst>
        </a:custGeom>
      </dgm:spPr>
    </dgm:pt>
    <dgm:pt modelId="{A805D97A-52DB-426E-81B0-7FDDB12E3E67}" type="pres">
      <dgm:prSet presAssocID="{8B235049-B234-44E5-A1B1-B7ABAFFB1C25}" presName="hierRoot2" presStyleCnt="0">
        <dgm:presLayoutVars>
          <dgm:hierBranch val="init"/>
        </dgm:presLayoutVars>
      </dgm:prSet>
      <dgm:spPr/>
    </dgm:pt>
    <dgm:pt modelId="{BE049AA6-3214-42D3-8052-17923364BCBE}" type="pres">
      <dgm:prSet presAssocID="{8B235049-B234-44E5-A1B1-B7ABAFFB1C25}" presName="rootComposite" presStyleCnt="0"/>
      <dgm:spPr/>
    </dgm:pt>
    <dgm:pt modelId="{53B0321A-9FFE-4A1E-AD97-4D01E38D8B84}" type="pres">
      <dgm:prSet presAssocID="{8B235049-B234-44E5-A1B1-B7ABAFFB1C25}" presName="rootText" presStyleLbl="node2" presStyleIdx="3" presStyleCnt="5">
        <dgm:presLayoutVars>
          <dgm:chPref val="3"/>
        </dgm:presLayoutVars>
      </dgm:prSet>
      <dgm:spPr/>
    </dgm:pt>
    <dgm:pt modelId="{119E7A09-E846-4182-BFAF-925F8A89F915}" type="pres">
      <dgm:prSet presAssocID="{8B235049-B234-44E5-A1B1-B7ABAFFB1C25}" presName="rootConnector" presStyleLbl="node2" presStyleIdx="3" presStyleCnt="5"/>
      <dgm:spPr/>
    </dgm:pt>
    <dgm:pt modelId="{10FA06FE-A55C-445B-9787-067E8D2FDCA7}" type="pres">
      <dgm:prSet presAssocID="{8B235049-B234-44E5-A1B1-B7ABAFFB1C25}" presName="hierChild4" presStyleCnt="0"/>
      <dgm:spPr/>
    </dgm:pt>
    <dgm:pt modelId="{8B400140-05F5-4B7E-A790-B5D4DE8AD894}" type="pres">
      <dgm:prSet presAssocID="{11539ECC-D4E7-44CC-A0DE-673A9887E002}" presName="Name37" presStyleLbl="parChTrans1D3" presStyleIdx="9" presStyleCnt="15"/>
      <dgm:spPr>
        <a:xfrm>
          <a:off x="6359559" y="1665177"/>
          <a:ext cx="206324" cy="632728"/>
        </a:xfrm>
        <a:custGeom>
          <a:avLst/>
          <a:gdLst/>
          <a:ahLst/>
          <a:cxnLst/>
          <a:rect l="0" t="0" r="0" b="0"/>
          <a:pathLst>
            <a:path>
              <a:moveTo>
                <a:pt x="0" y="0"/>
              </a:moveTo>
              <a:lnTo>
                <a:pt x="0" y="632728"/>
              </a:lnTo>
              <a:lnTo>
                <a:pt x="206324" y="632728"/>
              </a:lnTo>
            </a:path>
          </a:pathLst>
        </a:custGeom>
      </dgm:spPr>
    </dgm:pt>
    <dgm:pt modelId="{5E02999F-F86E-44E9-AA2F-89FBF78850F1}" type="pres">
      <dgm:prSet presAssocID="{53183A82-D76E-4CE9-9F04-9EE893285A2D}" presName="hierRoot2" presStyleCnt="0">
        <dgm:presLayoutVars>
          <dgm:hierBranch val="init"/>
        </dgm:presLayoutVars>
      </dgm:prSet>
      <dgm:spPr/>
    </dgm:pt>
    <dgm:pt modelId="{9E2148A9-D851-4889-B7D0-42AF94903FE0}" type="pres">
      <dgm:prSet presAssocID="{53183A82-D76E-4CE9-9F04-9EE893285A2D}" presName="rootComposite" presStyleCnt="0"/>
      <dgm:spPr/>
    </dgm:pt>
    <dgm:pt modelId="{B6B69D2D-2149-4B3F-B579-F3832876ED74}" type="pres">
      <dgm:prSet presAssocID="{53183A82-D76E-4CE9-9F04-9EE893285A2D}" presName="rootText" presStyleLbl="node3" presStyleIdx="9" presStyleCnt="15">
        <dgm:presLayoutVars>
          <dgm:chPref val="3"/>
        </dgm:presLayoutVars>
      </dgm:prSet>
      <dgm:spPr/>
    </dgm:pt>
    <dgm:pt modelId="{ABA5F99A-78EB-42F3-952C-041C4FE0A906}" type="pres">
      <dgm:prSet presAssocID="{53183A82-D76E-4CE9-9F04-9EE893285A2D}" presName="rootConnector" presStyleLbl="node3" presStyleIdx="9" presStyleCnt="15"/>
      <dgm:spPr/>
    </dgm:pt>
    <dgm:pt modelId="{8E52CFC9-A919-4B2F-BA6F-A29614987C3B}" type="pres">
      <dgm:prSet presAssocID="{53183A82-D76E-4CE9-9F04-9EE893285A2D}" presName="hierChild4" presStyleCnt="0"/>
      <dgm:spPr/>
    </dgm:pt>
    <dgm:pt modelId="{21A3BEF4-C980-4933-B994-A23EFA8CC690}" type="pres">
      <dgm:prSet presAssocID="{53183A82-D76E-4CE9-9F04-9EE893285A2D}" presName="hierChild5" presStyleCnt="0"/>
      <dgm:spPr/>
    </dgm:pt>
    <dgm:pt modelId="{BF26FFE9-06E8-4DA6-912D-83051398BB81}" type="pres">
      <dgm:prSet presAssocID="{6DBDEB50-577D-4B1D-A533-1A9545C88DD3}" presName="Name37" presStyleLbl="parChTrans1D3" presStyleIdx="10" presStyleCnt="15"/>
      <dgm:spPr>
        <a:xfrm>
          <a:off x="6359559" y="1665177"/>
          <a:ext cx="206324" cy="1609331"/>
        </a:xfrm>
        <a:custGeom>
          <a:avLst/>
          <a:gdLst/>
          <a:ahLst/>
          <a:cxnLst/>
          <a:rect l="0" t="0" r="0" b="0"/>
          <a:pathLst>
            <a:path>
              <a:moveTo>
                <a:pt x="0" y="0"/>
              </a:moveTo>
              <a:lnTo>
                <a:pt x="0" y="1609332"/>
              </a:lnTo>
              <a:lnTo>
                <a:pt x="206324" y="1609332"/>
              </a:lnTo>
            </a:path>
          </a:pathLst>
        </a:custGeom>
      </dgm:spPr>
    </dgm:pt>
    <dgm:pt modelId="{B82B954B-43F1-476D-B671-BB8478F8D505}" type="pres">
      <dgm:prSet presAssocID="{5C5D01FC-152F-4264-B9E7-54104E1325BD}" presName="hierRoot2" presStyleCnt="0">
        <dgm:presLayoutVars>
          <dgm:hierBranch val="init"/>
        </dgm:presLayoutVars>
      </dgm:prSet>
      <dgm:spPr/>
    </dgm:pt>
    <dgm:pt modelId="{DE5AA581-F286-4B5C-A89C-8865045884EB}" type="pres">
      <dgm:prSet presAssocID="{5C5D01FC-152F-4264-B9E7-54104E1325BD}" presName="rootComposite" presStyleCnt="0"/>
      <dgm:spPr/>
    </dgm:pt>
    <dgm:pt modelId="{EEB56DF4-3B34-469F-9009-406E4A8A85F1}" type="pres">
      <dgm:prSet presAssocID="{5C5D01FC-152F-4264-B9E7-54104E1325BD}" presName="rootText" presStyleLbl="node3" presStyleIdx="10" presStyleCnt="15">
        <dgm:presLayoutVars>
          <dgm:chPref val="3"/>
        </dgm:presLayoutVars>
      </dgm:prSet>
      <dgm:spPr/>
    </dgm:pt>
    <dgm:pt modelId="{88A4F89D-15EB-4B47-9261-DA508E8436B2}" type="pres">
      <dgm:prSet presAssocID="{5C5D01FC-152F-4264-B9E7-54104E1325BD}" presName="rootConnector" presStyleLbl="node3" presStyleIdx="10" presStyleCnt="15"/>
      <dgm:spPr/>
    </dgm:pt>
    <dgm:pt modelId="{96B9C3A8-9144-48A6-BF8F-E6EAFDFE012E}" type="pres">
      <dgm:prSet presAssocID="{5C5D01FC-152F-4264-B9E7-54104E1325BD}" presName="hierChild4" presStyleCnt="0"/>
      <dgm:spPr/>
    </dgm:pt>
    <dgm:pt modelId="{1CE42155-BE6E-4400-A547-4D4411B8E87D}" type="pres">
      <dgm:prSet presAssocID="{5C5D01FC-152F-4264-B9E7-54104E1325BD}" presName="hierChild5" presStyleCnt="0"/>
      <dgm:spPr/>
    </dgm:pt>
    <dgm:pt modelId="{274EEF91-1E62-4AEE-936B-3C9F098A9C26}" type="pres">
      <dgm:prSet presAssocID="{CDCDA65B-568C-4B4E-9818-BF675E500830}" presName="Name37" presStyleLbl="parChTrans1D3" presStyleIdx="11" presStyleCnt="15"/>
      <dgm:spPr>
        <a:xfrm>
          <a:off x="6359559" y="1665177"/>
          <a:ext cx="206324" cy="2585935"/>
        </a:xfrm>
        <a:custGeom>
          <a:avLst/>
          <a:gdLst/>
          <a:ahLst/>
          <a:cxnLst/>
          <a:rect l="0" t="0" r="0" b="0"/>
          <a:pathLst>
            <a:path>
              <a:moveTo>
                <a:pt x="0" y="0"/>
              </a:moveTo>
              <a:lnTo>
                <a:pt x="0" y="2585935"/>
              </a:lnTo>
              <a:lnTo>
                <a:pt x="206324" y="2585935"/>
              </a:lnTo>
            </a:path>
          </a:pathLst>
        </a:custGeom>
      </dgm:spPr>
    </dgm:pt>
    <dgm:pt modelId="{096C78B9-80ED-41E9-8646-4D90FB585C24}" type="pres">
      <dgm:prSet presAssocID="{741A7F10-8E68-4242-B2D4-9C5545AEEF21}" presName="hierRoot2" presStyleCnt="0">
        <dgm:presLayoutVars>
          <dgm:hierBranch val="init"/>
        </dgm:presLayoutVars>
      </dgm:prSet>
      <dgm:spPr/>
    </dgm:pt>
    <dgm:pt modelId="{EB7C262F-13BF-4BA1-A10B-9A232B64493A}" type="pres">
      <dgm:prSet presAssocID="{741A7F10-8E68-4242-B2D4-9C5545AEEF21}" presName="rootComposite" presStyleCnt="0"/>
      <dgm:spPr/>
    </dgm:pt>
    <dgm:pt modelId="{4B54590B-9AA2-40D6-9B42-FECB93167B19}" type="pres">
      <dgm:prSet presAssocID="{741A7F10-8E68-4242-B2D4-9C5545AEEF21}" presName="rootText" presStyleLbl="node3" presStyleIdx="11" presStyleCnt="15">
        <dgm:presLayoutVars>
          <dgm:chPref val="3"/>
        </dgm:presLayoutVars>
      </dgm:prSet>
      <dgm:spPr/>
    </dgm:pt>
    <dgm:pt modelId="{ABEBF3ED-4E94-4FC1-8C27-9BCF34D9D5F4}" type="pres">
      <dgm:prSet presAssocID="{741A7F10-8E68-4242-B2D4-9C5545AEEF21}" presName="rootConnector" presStyleLbl="node3" presStyleIdx="11" presStyleCnt="15"/>
      <dgm:spPr/>
    </dgm:pt>
    <dgm:pt modelId="{A8216155-6356-4CB6-B5A4-D57FE0EE1CF7}" type="pres">
      <dgm:prSet presAssocID="{741A7F10-8E68-4242-B2D4-9C5545AEEF21}" presName="hierChild4" presStyleCnt="0"/>
      <dgm:spPr/>
    </dgm:pt>
    <dgm:pt modelId="{FA0E2094-FC69-465D-A43F-EE2031000E45}" type="pres">
      <dgm:prSet presAssocID="{741A7F10-8E68-4242-B2D4-9C5545AEEF21}" presName="hierChild5" presStyleCnt="0"/>
      <dgm:spPr/>
    </dgm:pt>
    <dgm:pt modelId="{238EAA23-AD4C-4FDC-BF9C-7009FBB3EA0A}" type="pres">
      <dgm:prSet presAssocID="{8B235049-B234-44E5-A1B1-B7ABAFFB1C25}" presName="hierChild5" presStyleCnt="0"/>
      <dgm:spPr/>
    </dgm:pt>
    <dgm:pt modelId="{221B3E76-8BA5-4C25-9236-B1E40F6B8314}" type="pres">
      <dgm:prSet presAssocID="{61F7B281-6802-428A-A032-2F4DA8D68C37}" presName="Name37" presStyleLbl="parChTrans1D2" presStyleIdx="4" presStyleCnt="5"/>
      <dgm:spPr>
        <a:xfrm>
          <a:off x="5245406" y="688574"/>
          <a:ext cx="3328703" cy="288854"/>
        </a:xfrm>
        <a:custGeom>
          <a:avLst/>
          <a:gdLst/>
          <a:ahLst/>
          <a:cxnLst/>
          <a:rect l="0" t="0" r="0" b="0"/>
          <a:pathLst>
            <a:path>
              <a:moveTo>
                <a:pt x="0" y="0"/>
              </a:moveTo>
              <a:lnTo>
                <a:pt x="0" y="144427"/>
              </a:lnTo>
              <a:lnTo>
                <a:pt x="3328703" y="144427"/>
              </a:lnTo>
              <a:lnTo>
                <a:pt x="3328703" y="288854"/>
              </a:lnTo>
            </a:path>
          </a:pathLst>
        </a:custGeom>
      </dgm:spPr>
    </dgm:pt>
    <dgm:pt modelId="{4EEEDDEF-CA46-4CC3-84A7-3212AAF8F8AE}" type="pres">
      <dgm:prSet presAssocID="{10626948-2CA7-4932-BD15-209216404999}" presName="hierRoot2" presStyleCnt="0">
        <dgm:presLayoutVars>
          <dgm:hierBranch val="init"/>
        </dgm:presLayoutVars>
      </dgm:prSet>
      <dgm:spPr/>
    </dgm:pt>
    <dgm:pt modelId="{F3ECE9A4-3AFA-423D-BCEF-93E26206EEA4}" type="pres">
      <dgm:prSet presAssocID="{10626948-2CA7-4932-BD15-209216404999}" presName="rootComposite" presStyleCnt="0"/>
      <dgm:spPr/>
    </dgm:pt>
    <dgm:pt modelId="{3511C228-3DEE-41B9-A4FE-87C41D401261}" type="pres">
      <dgm:prSet presAssocID="{10626948-2CA7-4932-BD15-209216404999}" presName="rootText" presStyleLbl="node2" presStyleIdx="4" presStyleCnt="5">
        <dgm:presLayoutVars>
          <dgm:chPref val="3"/>
        </dgm:presLayoutVars>
      </dgm:prSet>
      <dgm:spPr/>
    </dgm:pt>
    <dgm:pt modelId="{4FD03774-3B67-4D46-9BDE-72EEC3D5C7CF}" type="pres">
      <dgm:prSet presAssocID="{10626948-2CA7-4932-BD15-209216404999}" presName="rootConnector" presStyleLbl="node2" presStyleIdx="4" presStyleCnt="5"/>
      <dgm:spPr/>
    </dgm:pt>
    <dgm:pt modelId="{386224E5-AA9E-4180-849B-B17E6416A1ED}" type="pres">
      <dgm:prSet presAssocID="{10626948-2CA7-4932-BD15-209216404999}" presName="hierChild4" presStyleCnt="0"/>
      <dgm:spPr/>
    </dgm:pt>
    <dgm:pt modelId="{2698DB1F-DACA-4F06-A705-85759FC14AE9}" type="pres">
      <dgm:prSet presAssocID="{01138214-4019-4A61-9A33-6715F7249B45}" presName="Name37" presStyleLbl="parChTrans1D3" presStyleIdx="12" presStyleCnt="15"/>
      <dgm:spPr>
        <a:xfrm>
          <a:off x="8023911" y="1665177"/>
          <a:ext cx="206324" cy="632728"/>
        </a:xfrm>
        <a:custGeom>
          <a:avLst/>
          <a:gdLst/>
          <a:ahLst/>
          <a:cxnLst/>
          <a:rect l="0" t="0" r="0" b="0"/>
          <a:pathLst>
            <a:path>
              <a:moveTo>
                <a:pt x="0" y="0"/>
              </a:moveTo>
              <a:lnTo>
                <a:pt x="0" y="632728"/>
              </a:lnTo>
              <a:lnTo>
                <a:pt x="206324" y="632728"/>
              </a:lnTo>
            </a:path>
          </a:pathLst>
        </a:custGeom>
      </dgm:spPr>
    </dgm:pt>
    <dgm:pt modelId="{FC2C6E73-DA49-4401-81B8-ABB68403E58A}" type="pres">
      <dgm:prSet presAssocID="{BF5DA61F-1D7A-4994-A6F3-AF287ED7F4CD}" presName="hierRoot2" presStyleCnt="0">
        <dgm:presLayoutVars>
          <dgm:hierBranch val="init"/>
        </dgm:presLayoutVars>
      </dgm:prSet>
      <dgm:spPr/>
    </dgm:pt>
    <dgm:pt modelId="{6910B326-03C2-4AB5-A695-6CDF94FF9D95}" type="pres">
      <dgm:prSet presAssocID="{BF5DA61F-1D7A-4994-A6F3-AF287ED7F4CD}" presName="rootComposite" presStyleCnt="0"/>
      <dgm:spPr/>
    </dgm:pt>
    <dgm:pt modelId="{C3213FC7-5213-47DB-BC50-FDAB3A2D8713}" type="pres">
      <dgm:prSet presAssocID="{BF5DA61F-1D7A-4994-A6F3-AF287ED7F4CD}" presName="rootText" presStyleLbl="node3" presStyleIdx="12" presStyleCnt="15">
        <dgm:presLayoutVars>
          <dgm:chPref val="3"/>
        </dgm:presLayoutVars>
      </dgm:prSet>
      <dgm:spPr/>
    </dgm:pt>
    <dgm:pt modelId="{9D7D451D-9B2F-40C6-AE6E-7C9DB8D96E46}" type="pres">
      <dgm:prSet presAssocID="{BF5DA61F-1D7A-4994-A6F3-AF287ED7F4CD}" presName="rootConnector" presStyleLbl="node3" presStyleIdx="12" presStyleCnt="15"/>
      <dgm:spPr/>
    </dgm:pt>
    <dgm:pt modelId="{C9926BEB-C01B-496E-8943-36008044FAB9}" type="pres">
      <dgm:prSet presAssocID="{BF5DA61F-1D7A-4994-A6F3-AF287ED7F4CD}" presName="hierChild4" presStyleCnt="0"/>
      <dgm:spPr/>
    </dgm:pt>
    <dgm:pt modelId="{94537DED-C4CA-4B26-8397-FDC0A1AFAC79}" type="pres">
      <dgm:prSet presAssocID="{BF5DA61F-1D7A-4994-A6F3-AF287ED7F4CD}" presName="hierChild5" presStyleCnt="0"/>
      <dgm:spPr/>
    </dgm:pt>
    <dgm:pt modelId="{C85CF46F-4888-4C0F-8A12-F9C241EE30BC}" type="pres">
      <dgm:prSet presAssocID="{7488C60C-2221-4768-8377-A2D609F3A8CB}" presName="Name37" presStyleLbl="parChTrans1D3" presStyleIdx="13" presStyleCnt="15"/>
      <dgm:spPr>
        <a:xfrm>
          <a:off x="8023911" y="1665177"/>
          <a:ext cx="206324" cy="1609331"/>
        </a:xfrm>
        <a:custGeom>
          <a:avLst/>
          <a:gdLst/>
          <a:ahLst/>
          <a:cxnLst/>
          <a:rect l="0" t="0" r="0" b="0"/>
          <a:pathLst>
            <a:path>
              <a:moveTo>
                <a:pt x="0" y="0"/>
              </a:moveTo>
              <a:lnTo>
                <a:pt x="0" y="1609332"/>
              </a:lnTo>
              <a:lnTo>
                <a:pt x="206324" y="1609332"/>
              </a:lnTo>
            </a:path>
          </a:pathLst>
        </a:custGeom>
      </dgm:spPr>
    </dgm:pt>
    <dgm:pt modelId="{65EA48AD-E0C3-4BB5-9E91-42533B4F61EB}" type="pres">
      <dgm:prSet presAssocID="{761A11F0-81C0-44C6-80C4-689ECA9F81D7}" presName="hierRoot2" presStyleCnt="0">
        <dgm:presLayoutVars>
          <dgm:hierBranch val="init"/>
        </dgm:presLayoutVars>
      </dgm:prSet>
      <dgm:spPr/>
    </dgm:pt>
    <dgm:pt modelId="{80F67651-8D3F-4B0A-BB6C-CE3CF9C50731}" type="pres">
      <dgm:prSet presAssocID="{761A11F0-81C0-44C6-80C4-689ECA9F81D7}" presName="rootComposite" presStyleCnt="0"/>
      <dgm:spPr/>
    </dgm:pt>
    <dgm:pt modelId="{727EE8F6-13E6-483E-836E-2F52B5E20911}" type="pres">
      <dgm:prSet presAssocID="{761A11F0-81C0-44C6-80C4-689ECA9F81D7}" presName="rootText" presStyleLbl="node3" presStyleIdx="13" presStyleCnt="15">
        <dgm:presLayoutVars>
          <dgm:chPref val="3"/>
        </dgm:presLayoutVars>
      </dgm:prSet>
      <dgm:spPr/>
    </dgm:pt>
    <dgm:pt modelId="{45098B35-7363-44D4-8B58-310E0C12D5FA}" type="pres">
      <dgm:prSet presAssocID="{761A11F0-81C0-44C6-80C4-689ECA9F81D7}" presName="rootConnector" presStyleLbl="node3" presStyleIdx="13" presStyleCnt="15"/>
      <dgm:spPr/>
    </dgm:pt>
    <dgm:pt modelId="{399F0846-6E0A-468E-A609-8E6484CA701C}" type="pres">
      <dgm:prSet presAssocID="{761A11F0-81C0-44C6-80C4-689ECA9F81D7}" presName="hierChild4" presStyleCnt="0"/>
      <dgm:spPr/>
    </dgm:pt>
    <dgm:pt modelId="{84EA950A-0172-4D6F-8264-5A2C9FCFA84E}" type="pres">
      <dgm:prSet presAssocID="{761A11F0-81C0-44C6-80C4-689ECA9F81D7}" presName="hierChild5" presStyleCnt="0"/>
      <dgm:spPr/>
    </dgm:pt>
    <dgm:pt modelId="{9E05DCDC-8F07-4639-984A-EEFE567B8926}" type="pres">
      <dgm:prSet presAssocID="{954346A7-C751-4604-B681-C10B879AC867}" presName="Name37" presStyleLbl="parChTrans1D3" presStyleIdx="14" presStyleCnt="15"/>
      <dgm:spPr>
        <a:xfrm>
          <a:off x="8023911" y="1665177"/>
          <a:ext cx="206324" cy="2585935"/>
        </a:xfrm>
        <a:custGeom>
          <a:avLst/>
          <a:gdLst/>
          <a:ahLst/>
          <a:cxnLst/>
          <a:rect l="0" t="0" r="0" b="0"/>
          <a:pathLst>
            <a:path>
              <a:moveTo>
                <a:pt x="0" y="0"/>
              </a:moveTo>
              <a:lnTo>
                <a:pt x="0" y="2585935"/>
              </a:lnTo>
              <a:lnTo>
                <a:pt x="206324" y="2585935"/>
              </a:lnTo>
            </a:path>
          </a:pathLst>
        </a:custGeom>
      </dgm:spPr>
    </dgm:pt>
    <dgm:pt modelId="{24308C7A-C26E-4D2B-B025-8AF68248B235}" type="pres">
      <dgm:prSet presAssocID="{EA2EDD3D-839A-4AB2-B667-2FA8C6ECB7FF}" presName="hierRoot2" presStyleCnt="0">
        <dgm:presLayoutVars>
          <dgm:hierBranch val="init"/>
        </dgm:presLayoutVars>
      </dgm:prSet>
      <dgm:spPr/>
    </dgm:pt>
    <dgm:pt modelId="{6FC66C67-EAE8-47B4-90BC-CFC8BA534B2D}" type="pres">
      <dgm:prSet presAssocID="{EA2EDD3D-839A-4AB2-B667-2FA8C6ECB7FF}" presName="rootComposite" presStyleCnt="0"/>
      <dgm:spPr/>
    </dgm:pt>
    <dgm:pt modelId="{FA2ED04F-3A88-41BC-965F-30027E0B1DBF}" type="pres">
      <dgm:prSet presAssocID="{EA2EDD3D-839A-4AB2-B667-2FA8C6ECB7FF}" presName="rootText" presStyleLbl="node3" presStyleIdx="14" presStyleCnt="15">
        <dgm:presLayoutVars>
          <dgm:chPref val="3"/>
        </dgm:presLayoutVars>
      </dgm:prSet>
      <dgm:spPr/>
    </dgm:pt>
    <dgm:pt modelId="{448DAE71-17F2-470C-86EC-C15340F30DC6}" type="pres">
      <dgm:prSet presAssocID="{EA2EDD3D-839A-4AB2-B667-2FA8C6ECB7FF}" presName="rootConnector" presStyleLbl="node3" presStyleIdx="14" presStyleCnt="15"/>
      <dgm:spPr/>
    </dgm:pt>
    <dgm:pt modelId="{47720B0A-2CDE-487E-B702-1CFCB8A7DAA4}" type="pres">
      <dgm:prSet presAssocID="{EA2EDD3D-839A-4AB2-B667-2FA8C6ECB7FF}" presName="hierChild4" presStyleCnt="0"/>
      <dgm:spPr/>
    </dgm:pt>
    <dgm:pt modelId="{DB14663E-3F9B-49BD-A2FD-19269A3E0971}" type="pres">
      <dgm:prSet presAssocID="{EA2EDD3D-839A-4AB2-B667-2FA8C6ECB7FF}" presName="hierChild5" presStyleCnt="0"/>
      <dgm:spPr/>
    </dgm:pt>
    <dgm:pt modelId="{C11B8EFD-75BC-4BD5-B0B6-E7591E5DD642}" type="pres">
      <dgm:prSet presAssocID="{10626948-2CA7-4932-BD15-209216404999}" presName="hierChild5" presStyleCnt="0"/>
      <dgm:spPr/>
    </dgm:pt>
    <dgm:pt modelId="{D8BB1A81-803D-4018-9343-9FA4C3CFD4E2}" type="pres">
      <dgm:prSet presAssocID="{CAC7766B-DE5C-43C0-8D0C-9669FC20A417}" presName="hierChild3" presStyleCnt="0"/>
      <dgm:spPr/>
    </dgm:pt>
  </dgm:ptLst>
  <dgm:cxnLst>
    <dgm:cxn modelId="{1C969000-FF89-42C1-A251-84E65EE5E78D}" type="presOf" srcId="{7488C60C-2221-4768-8377-A2D609F3A8CB}" destId="{C85CF46F-4888-4C0F-8A12-F9C241EE30BC}" srcOrd="0" destOrd="0" presId="urn:microsoft.com/office/officeart/2005/8/layout/orgChart1"/>
    <dgm:cxn modelId="{2E12FE01-62B2-4005-87F1-3931ABF48610}" type="presOf" srcId="{761A11F0-81C0-44C6-80C4-689ECA9F81D7}" destId="{727EE8F6-13E6-483E-836E-2F52B5E20911}" srcOrd="0" destOrd="0" presId="urn:microsoft.com/office/officeart/2005/8/layout/orgChart1"/>
    <dgm:cxn modelId="{CC1BF502-BDBE-48AF-B777-079AC15BAA4C}" type="presOf" srcId="{E1E0B7C0-5813-4EB3-B178-2AC103542086}" destId="{393EFB96-94D3-42C7-A50E-ED3001C66A62}" srcOrd="0" destOrd="0" presId="urn:microsoft.com/office/officeart/2005/8/layout/orgChart1"/>
    <dgm:cxn modelId="{DC3F9604-F686-4D83-A3AB-85B9ECAA0A3F}" type="presOf" srcId="{C23D9BD1-9D1F-429B-9AB9-E66F5F1D6AD4}" destId="{3BE13EE2-D7DE-4D7E-99C8-1FB617AC49C6}" srcOrd="0" destOrd="0" presId="urn:microsoft.com/office/officeart/2005/8/layout/orgChart1"/>
    <dgm:cxn modelId="{9D5FA404-807D-4B8B-8A8D-2B8BB44E6FB7}" type="presOf" srcId="{B24B5565-0948-47BA-BF24-F27AAD15713B}" destId="{87E723CD-3C2C-47F8-86B6-17AC2FA74266}" srcOrd="0" destOrd="0" presId="urn:microsoft.com/office/officeart/2005/8/layout/orgChart1"/>
    <dgm:cxn modelId="{B79C100D-7C27-47D8-82E9-A8D2B4DBCE53}" type="presOf" srcId="{C6F51D29-3E82-4A74-9F1C-CC4F8A4342BC}" destId="{FA01404B-1BBD-4DF0-8459-EF8886DFBEF1}" srcOrd="0" destOrd="0" presId="urn:microsoft.com/office/officeart/2005/8/layout/orgChart1"/>
    <dgm:cxn modelId="{04EA3B0D-5F01-496F-8EE0-13D4B025C50C}" srcId="{CAC7766B-DE5C-43C0-8D0C-9669FC20A417}" destId="{8B235049-B234-44E5-A1B1-B7ABAFFB1C25}" srcOrd="3" destOrd="0" parTransId="{043A8A99-9D07-4021-9D53-293BBC520170}" sibTransId="{99F559AF-6F77-4EAC-9701-7B9A6A7B65AC}"/>
    <dgm:cxn modelId="{27A6370E-9B93-482B-8A78-7CAF712B5AF0}" type="presOf" srcId="{DF9F58FE-39E2-4BDD-B477-60A676B103AD}" destId="{6865EE3D-9B4E-44C9-9251-C987577E3961}" srcOrd="1" destOrd="0" presId="urn:microsoft.com/office/officeart/2005/8/layout/orgChart1"/>
    <dgm:cxn modelId="{BB472410-DA40-432A-9BD2-A2C85BEDDFA1}" type="presOf" srcId="{B11F1905-85FC-4008-BDE2-B64BA0ED4016}" destId="{35E02B75-3A75-4452-ADA0-6BA9BBB6FE02}" srcOrd="0" destOrd="0" presId="urn:microsoft.com/office/officeart/2005/8/layout/orgChart1"/>
    <dgm:cxn modelId="{CF240E13-647D-4206-9E26-C8D0C0909471}" type="presOf" srcId="{CAC7766B-DE5C-43C0-8D0C-9669FC20A417}" destId="{71F4FE19-3A5A-4257-8991-5FCC55FD3DCC}" srcOrd="1" destOrd="0" presId="urn:microsoft.com/office/officeart/2005/8/layout/orgChart1"/>
    <dgm:cxn modelId="{3037F013-1FEB-41DD-AF5F-F5E96B312A09}" type="presOf" srcId="{CDCDA65B-568C-4B4E-9818-BF675E500830}" destId="{274EEF91-1E62-4AEE-936B-3C9F098A9C26}" srcOrd="0" destOrd="0" presId="urn:microsoft.com/office/officeart/2005/8/layout/orgChart1"/>
    <dgm:cxn modelId="{07716B16-D1C6-4528-8720-F2958696A190}" type="presOf" srcId="{F015E32E-AAA1-4BB0-BDD8-6759360ED2E4}" destId="{26504001-AF88-4F04-84FA-327BFA0CE6AF}" srcOrd="0" destOrd="0" presId="urn:microsoft.com/office/officeart/2005/8/layout/orgChart1"/>
    <dgm:cxn modelId="{938A8E17-EB69-4D93-8EE5-3BC0E0F16FB0}" type="presOf" srcId="{EA2EDD3D-839A-4AB2-B667-2FA8C6ECB7FF}" destId="{FA2ED04F-3A88-41BC-965F-30027E0B1DBF}" srcOrd="0" destOrd="0" presId="urn:microsoft.com/office/officeart/2005/8/layout/orgChart1"/>
    <dgm:cxn modelId="{48F29019-CC8C-44E3-87E5-55A8CE65F4FB}" type="presOf" srcId="{9BCFB88A-7A72-4BFF-80DD-6768F812ED8C}" destId="{5F6AE5B0-9329-459D-A00A-C6328F432969}" srcOrd="0" destOrd="0" presId="urn:microsoft.com/office/officeart/2005/8/layout/orgChart1"/>
    <dgm:cxn modelId="{111E471B-2FE5-4335-A07B-0B58BDA7D2F4}" type="presOf" srcId="{954346A7-C751-4604-B681-C10B879AC867}" destId="{9E05DCDC-8F07-4639-984A-EEFE567B8926}" srcOrd="0" destOrd="0" presId="urn:microsoft.com/office/officeart/2005/8/layout/orgChart1"/>
    <dgm:cxn modelId="{8B5D8A1E-A4E5-483C-886E-E5FD7AA92C4D}" type="presOf" srcId="{AA742382-B9AB-46D5-85B3-4975F8345D0F}" destId="{7A4EFEE2-037B-4360-B102-527266C79072}" srcOrd="1" destOrd="0" presId="urn:microsoft.com/office/officeart/2005/8/layout/orgChart1"/>
    <dgm:cxn modelId="{A2C01521-39DC-4566-BFB1-3F0A31128FEE}" type="presOf" srcId="{0B9630DD-45DC-4982-B27A-0E7F3FE5C054}" destId="{BEB9B56E-7763-417E-98EA-2949C30A4058}" srcOrd="0" destOrd="0" presId="urn:microsoft.com/office/officeart/2005/8/layout/orgChart1"/>
    <dgm:cxn modelId="{F9036422-8328-465F-9803-889E26F3CF79}" srcId="{84D8C106-AB6B-4315-9D52-511FA52375E2}" destId="{CAC7766B-DE5C-43C0-8D0C-9669FC20A417}" srcOrd="0" destOrd="0" parTransId="{123441FF-A604-4232-8C87-D8A668FA704E}" sibTransId="{F6C24BAF-26F2-4AEA-AE48-D0829896368A}"/>
    <dgm:cxn modelId="{5D37D622-2C76-4AAB-9ECA-80F2AF7DA3B0}" type="presOf" srcId="{7F805D0C-4670-4B58-B7AF-82A28E8062DF}" destId="{35026E73-09E0-4FAA-8E51-3004C9B312C9}" srcOrd="1" destOrd="0" presId="urn:microsoft.com/office/officeart/2005/8/layout/orgChart1"/>
    <dgm:cxn modelId="{CCF6DB22-2F14-4F84-86EF-37C51D3738C7}" type="presOf" srcId="{741A7F10-8E68-4242-B2D4-9C5545AEEF21}" destId="{ABEBF3ED-4E94-4FC1-8C27-9BCF34D9D5F4}" srcOrd="1" destOrd="0" presId="urn:microsoft.com/office/officeart/2005/8/layout/orgChart1"/>
    <dgm:cxn modelId="{E7915627-7B83-4D0C-8C41-F4D9CD489D7F}" type="presOf" srcId="{6DBDEB50-577D-4B1D-A533-1A9545C88DD3}" destId="{BF26FFE9-06E8-4DA6-912D-83051398BB81}" srcOrd="0" destOrd="0" presId="urn:microsoft.com/office/officeart/2005/8/layout/orgChart1"/>
    <dgm:cxn modelId="{B98E6728-9EAA-445B-A5DE-AABCE6A27E0B}" type="presOf" srcId="{761A11F0-81C0-44C6-80C4-689ECA9F81D7}" destId="{45098B35-7363-44D4-8B58-310E0C12D5FA}" srcOrd="1" destOrd="0" presId="urn:microsoft.com/office/officeart/2005/8/layout/orgChart1"/>
    <dgm:cxn modelId="{38BD042B-B818-4AEF-885B-F4563F364FF8}" srcId="{BCFC1DB8-E20E-488E-9798-3C2165C96211}" destId="{DC8912E3-73FC-48BA-96E2-EF00F51D97E3}" srcOrd="2" destOrd="0" parTransId="{B396B97E-3E91-4B38-AABD-62C59CF9C503}" sibTransId="{551CEC86-6645-4819-B110-D7AA7E0F3440}"/>
    <dgm:cxn modelId="{1A25422C-2407-4DA3-B835-C34ED5C4F552}" type="presOf" srcId="{C6F51D29-3E82-4A74-9F1C-CC4F8A4342BC}" destId="{C8D559D0-CE86-465D-8CA3-759A4E681376}" srcOrd="1" destOrd="0" presId="urn:microsoft.com/office/officeart/2005/8/layout/orgChart1"/>
    <dgm:cxn modelId="{140A672D-3DB6-44D4-BC4F-11F685B69F1E}" srcId="{0B9630DD-45DC-4982-B27A-0E7F3FE5C054}" destId="{C6F51D29-3E82-4A74-9F1C-CC4F8A4342BC}" srcOrd="1" destOrd="0" parTransId="{9BCFB88A-7A72-4BFF-80DD-6768F812ED8C}" sibTransId="{7A4EEB7C-1B62-47B5-BDDD-1867335463F3}"/>
    <dgm:cxn modelId="{8BDDE632-155C-4BEC-891D-77D39BC96BF5}" srcId="{CAC7766B-DE5C-43C0-8D0C-9669FC20A417}" destId="{10626948-2CA7-4932-BD15-209216404999}" srcOrd="4" destOrd="0" parTransId="{61F7B281-6802-428A-A032-2F4DA8D68C37}" sibTransId="{5752CD5F-0FEE-4372-AE8B-F4BFC93DFA96}"/>
    <dgm:cxn modelId="{890B1138-A2B0-4050-ADE5-CB5CA1C9EA5E}" type="presOf" srcId="{7F35887A-95CA-4842-B854-0BCEFA80CFED}" destId="{3C443A09-E547-4366-B5A8-0A9485E1CD8E}" srcOrd="0" destOrd="0" presId="urn:microsoft.com/office/officeart/2005/8/layout/orgChart1"/>
    <dgm:cxn modelId="{0BCFB538-15D2-4712-BD5B-E9D128B425DD}" type="presOf" srcId="{4F5BC8CD-0658-4A3C-811B-57D5D1536C95}" destId="{E16BD1C3-C690-48AA-8773-265B3AB22BC7}" srcOrd="0" destOrd="0" presId="urn:microsoft.com/office/officeart/2005/8/layout/orgChart1"/>
    <dgm:cxn modelId="{5E01B739-7BFF-4563-BD19-12E7929D650C}" srcId="{0B9630DD-45DC-4982-B27A-0E7F3FE5C054}" destId="{797EBE0A-FA3D-44C1-889A-ECAA0AF11724}" srcOrd="0" destOrd="0" parTransId="{4F5BC8CD-0658-4A3C-811B-57D5D1536C95}" sibTransId="{E5F22F3C-445D-4360-9B3B-BC9A4FBB553B}"/>
    <dgm:cxn modelId="{FD0F483A-83A4-4320-9F79-99766B18A9AC}" type="presOf" srcId="{EA2EDD3D-839A-4AB2-B667-2FA8C6ECB7FF}" destId="{448DAE71-17F2-470C-86EC-C15340F30DC6}" srcOrd="1" destOrd="0" presId="urn:microsoft.com/office/officeart/2005/8/layout/orgChart1"/>
    <dgm:cxn modelId="{DA02DB60-B31F-41E7-A44E-EB99FFCDA920}" srcId="{BCFC1DB8-E20E-488E-9798-3C2165C96211}" destId="{809E65BE-CBC2-4AEC-83E9-9F7C5F516596}" srcOrd="1" destOrd="0" parTransId="{269BE651-2EB5-4251-BE5E-AA1710240684}" sibTransId="{0C50DBCB-33A0-43BD-9002-C6C5B48C62E1}"/>
    <dgm:cxn modelId="{37708662-4796-4509-9F66-CE2E102BAEB6}" srcId="{0B9630DD-45DC-4982-B27A-0E7F3FE5C054}" destId="{7F805D0C-4670-4B58-B7AF-82A28E8062DF}" srcOrd="2" destOrd="0" parTransId="{E1E0B7C0-5813-4EB3-B178-2AC103542086}" sibTransId="{68848E53-B798-4FD0-9881-399C88419096}"/>
    <dgm:cxn modelId="{1E7DCD42-E14A-4B49-AF37-183D502D9CC8}" srcId="{8B235049-B234-44E5-A1B1-B7ABAFFB1C25}" destId="{741A7F10-8E68-4242-B2D4-9C5545AEEF21}" srcOrd="2" destOrd="0" parTransId="{CDCDA65B-568C-4B4E-9818-BF675E500830}" sibTransId="{A89FB83A-A471-4DFE-8AD2-5F507FCFE1F6}"/>
    <dgm:cxn modelId="{DC563B65-0645-44D0-9DA9-F3A6574CA2DF}" srcId="{AA742382-B9AB-46D5-85B3-4975F8345D0F}" destId="{DF9F58FE-39E2-4BDD-B477-60A676B103AD}" srcOrd="1" destOrd="0" parTransId="{B24B5565-0948-47BA-BF24-F27AAD15713B}" sibTransId="{80FC369D-A7F3-4E26-BDD9-61BFDFFFAB64}"/>
    <dgm:cxn modelId="{6D0D9C48-D69D-40C7-ADAF-B8ADF78D3236}" type="presOf" srcId="{DC8912E3-73FC-48BA-96E2-EF00F51D97E3}" destId="{6DCC693E-650D-4353-A548-A274AAFD89B4}" srcOrd="1" destOrd="0" presId="urn:microsoft.com/office/officeart/2005/8/layout/orgChart1"/>
    <dgm:cxn modelId="{D270AD69-F40A-4E6B-8F41-5B05571387AF}" srcId="{10626948-2CA7-4932-BD15-209216404999}" destId="{761A11F0-81C0-44C6-80C4-689ECA9F81D7}" srcOrd="1" destOrd="0" parTransId="{7488C60C-2221-4768-8377-A2D609F3A8CB}" sibTransId="{952C477D-536C-4610-B393-A3E348F43D20}"/>
    <dgm:cxn modelId="{A431654B-32F9-474A-BB33-A1BED578C0CC}" type="presOf" srcId="{53183A82-D76E-4CE9-9F04-9EE893285A2D}" destId="{ABA5F99A-78EB-42F3-952C-041C4FE0A906}" srcOrd="1" destOrd="0" presId="urn:microsoft.com/office/officeart/2005/8/layout/orgChart1"/>
    <dgm:cxn modelId="{65087E4E-5A73-4A7F-9F67-7A164EF350AE}" type="presOf" srcId="{5C5D01FC-152F-4264-B9E7-54104E1325BD}" destId="{88A4F89D-15EB-4B47-9261-DA508E8436B2}" srcOrd="1" destOrd="0" presId="urn:microsoft.com/office/officeart/2005/8/layout/orgChart1"/>
    <dgm:cxn modelId="{E49BEA70-4486-4A37-912C-F1EDCDA4CB2A}" type="presOf" srcId="{CAC7766B-DE5C-43C0-8D0C-9669FC20A417}" destId="{668F5963-2D79-4176-9C0E-288E4E3476DD}" srcOrd="0" destOrd="0" presId="urn:microsoft.com/office/officeart/2005/8/layout/orgChart1"/>
    <dgm:cxn modelId="{896C2A53-AB08-4CB1-8E13-70EE31585D6A}" type="presOf" srcId="{0B9630DD-45DC-4982-B27A-0E7F3FE5C054}" destId="{081A5E9C-2370-4BA7-8DD7-F6055BE6554D}" srcOrd="1" destOrd="0" presId="urn:microsoft.com/office/officeart/2005/8/layout/orgChart1"/>
    <dgm:cxn modelId="{3ECB9375-728E-4A6A-A861-7D385D848697}" type="presOf" srcId="{B396B97E-3E91-4B38-AABD-62C59CF9C503}" destId="{2C23AC5A-5011-427A-9453-B475EAD5ED30}" srcOrd="0" destOrd="0" presId="urn:microsoft.com/office/officeart/2005/8/layout/orgChart1"/>
    <dgm:cxn modelId="{52EA9B57-5B8A-4334-96DB-C24BE48CADD6}" srcId="{AA742382-B9AB-46D5-85B3-4975F8345D0F}" destId="{C23D9BD1-9D1F-429B-9AB9-E66F5F1D6AD4}" srcOrd="2" destOrd="0" parTransId="{A43A6C65-DACD-4597-835F-5AD6F9D6F95D}" sibTransId="{EC900F5E-F010-4E33-AC75-335C7A339E21}"/>
    <dgm:cxn modelId="{4B422479-46D1-491C-9E94-D9A6ECC62B65}" type="presOf" srcId="{D934C719-7005-4CAB-BC25-228BD365EE27}" destId="{C1BBCEF4-1866-4B4B-BF9F-3CDA1FDF7E01}" srcOrd="0" destOrd="0" presId="urn:microsoft.com/office/officeart/2005/8/layout/orgChart1"/>
    <dgm:cxn modelId="{C03C5C7A-1F14-4AEE-B1BA-5F3522A2E3FF}" type="presOf" srcId="{A43A6C65-DACD-4597-835F-5AD6F9D6F95D}" destId="{F624ED58-A477-43D1-8EB5-D9897944F26A}" srcOrd="0" destOrd="0" presId="urn:microsoft.com/office/officeart/2005/8/layout/orgChart1"/>
    <dgm:cxn modelId="{38426280-6988-4EF8-A470-A2DAEC7BB353}" type="presOf" srcId="{01138214-4019-4A61-9A33-6715F7249B45}" destId="{2698DB1F-DACA-4F06-A705-85759FC14AE9}" srcOrd="0" destOrd="0" presId="urn:microsoft.com/office/officeart/2005/8/layout/orgChart1"/>
    <dgm:cxn modelId="{932F1083-5AAF-4F4B-9E28-9461BDD50593}" type="presOf" srcId="{DDD4C94E-F9A1-4210-81D8-49DA7F7F0E11}" destId="{3C85892C-F690-46EE-B901-67B5AB741C3D}" srcOrd="0" destOrd="0" presId="urn:microsoft.com/office/officeart/2005/8/layout/orgChart1"/>
    <dgm:cxn modelId="{CD475D84-5C84-4B74-B2ED-AA0A0882253E}" type="presOf" srcId="{61F7B281-6802-428A-A032-2F4DA8D68C37}" destId="{221B3E76-8BA5-4C25-9236-B1E40F6B8314}" srcOrd="0" destOrd="0" presId="urn:microsoft.com/office/officeart/2005/8/layout/orgChart1"/>
    <dgm:cxn modelId="{FBFC4F86-E3AF-478D-A6C6-8175DC04F775}" type="presOf" srcId="{BF5DA61F-1D7A-4994-A6F3-AF287ED7F4CD}" destId="{C3213FC7-5213-47DB-BC50-FDAB3A2D8713}" srcOrd="0" destOrd="0" presId="urn:microsoft.com/office/officeart/2005/8/layout/orgChart1"/>
    <dgm:cxn modelId="{DC54ED86-816B-4EF6-BA66-8367069AEC95}" type="presOf" srcId="{BCFC1DB8-E20E-488E-9798-3C2165C96211}" destId="{23FBB7A9-B771-423F-B44E-5A6F22A4D3EC}" srcOrd="0" destOrd="0" presId="urn:microsoft.com/office/officeart/2005/8/layout/orgChart1"/>
    <dgm:cxn modelId="{9AEC8A87-C869-49BD-973C-BFE4584FD56D}" type="presOf" srcId="{797EBE0A-FA3D-44C1-889A-ECAA0AF11724}" destId="{36E4E0D3-6BC5-42DB-9101-F3C9D44C0137}" srcOrd="0" destOrd="0" presId="urn:microsoft.com/office/officeart/2005/8/layout/orgChart1"/>
    <dgm:cxn modelId="{26AEED89-E142-494E-A2EB-54BB85049DC0}" type="presOf" srcId="{AA742382-B9AB-46D5-85B3-4975F8345D0F}" destId="{CF6B3BA9-CCEA-42F0-90A2-591A81DCDB5C}" srcOrd="0" destOrd="0" presId="urn:microsoft.com/office/officeart/2005/8/layout/orgChart1"/>
    <dgm:cxn modelId="{76170491-E4C8-4F8D-AA3D-BAD1A364E954}" type="presOf" srcId="{BF5DA61F-1D7A-4994-A6F3-AF287ED7F4CD}" destId="{9D7D451D-9B2F-40C6-AE6E-7C9DB8D96E46}" srcOrd="1" destOrd="0" presId="urn:microsoft.com/office/officeart/2005/8/layout/orgChart1"/>
    <dgm:cxn modelId="{66BB4B95-B380-405F-9101-538561CECD10}" srcId="{CAC7766B-DE5C-43C0-8D0C-9669FC20A417}" destId="{0B9630DD-45DC-4982-B27A-0E7F3FE5C054}" srcOrd="2" destOrd="0" parTransId="{B11F1905-85FC-4008-BDE2-B64BA0ED4016}" sibTransId="{AFBA3676-B10F-49C8-9E5F-3B378C8863F4}"/>
    <dgm:cxn modelId="{8797359A-6114-4204-9107-92178C8BDCA4}" type="presOf" srcId="{53183A82-D76E-4CE9-9F04-9EE893285A2D}" destId="{B6B69D2D-2149-4B3F-B579-F3832876ED74}" srcOrd="0" destOrd="0" presId="urn:microsoft.com/office/officeart/2005/8/layout/orgChart1"/>
    <dgm:cxn modelId="{3F96159B-854A-4C1B-BE16-590A65BE5096}" type="presOf" srcId="{5C5D01FC-152F-4264-B9E7-54104E1325BD}" destId="{EEB56DF4-3B34-469F-9009-406E4A8A85F1}" srcOrd="0" destOrd="0" presId="urn:microsoft.com/office/officeart/2005/8/layout/orgChart1"/>
    <dgm:cxn modelId="{13DA599D-B3C1-4962-8DC4-2C25EA3989E4}" type="presOf" srcId="{DF9F58FE-39E2-4BDD-B477-60A676B103AD}" destId="{56F020A6-83B5-40EF-93AC-23F371309CAE}" srcOrd="0" destOrd="0" presId="urn:microsoft.com/office/officeart/2005/8/layout/orgChart1"/>
    <dgm:cxn modelId="{75B1AEA9-5174-42F4-92CE-C24AEB9B7868}" srcId="{8B235049-B234-44E5-A1B1-B7ABAFFB1C25}" destId="{5C5D01FC-152F-4264-B9E7-54104E1325BD}" srcOrd="1" destOrd="0" parTransId="{6DBDEB50-577D-4B1D-A533-1A9545C88DD3}" sibTransId="{8E973520-4C7C-4B1A-B6E5-1E9C56F1710F}"/>
    <dgm:cxn modelId="{E6055EAC-F823-49B1-A511-28B91EB64857}" type="presOf" srcId="{DC8912E3-73FC-48BA-96E2-EF00F51D97E3}" destId="{8B2302D9-62AF-4774-8636-3035255D15D5}" srcOrd="0" destOrd="0" presId="urn:microsoft.com/office/officeart/2005/8/layout/orgChart1"/>
    <dgm:cxn modelId="{31AAE6AF-44CD-44D2-82D6-1B4287CC1AB2}" srcId="{AA742382-B9AB-46D5-85B3-4975F8345D0F}" destId="{D934C719-7005-4CAB-BC25-228BD365EE27}" srcOrd="0" destOrd="0" parTransId="{DDD4C94E-F9A1-4210-81D8-49DA7F7F0E11}" sibTransId="{737432C9-82ED-4871-B971-EFA69EAD1AD3}"/>
    <dgm:cxn modelId="{111B77B0-366D-436D-BD78-6D4655186A8E}" type="presOf" srcId="{741A7F10-8E68-4242-B2D4-9C5545AEEF21}" destId="{4B54590B-9AA2-40D6-9B42-FECB93167B19}" srcOrd="0" destOrd="0" presId="urn:microsoft.com/office/officeart/2005/8/layout/orgChart1"/>
    <dgm:cxn modelId="{75B1C4B2-69C6-41A8-9855-A67F43D7A36C}" type="presOf" srcId="{8B235049-B234-44E5-A1B1-B7ABAFFB1C25}" destId="{119E7A09-E846-4182-BFAF-925F8A89F915}" srcOrd="1" destOrd="0" presId="urn:microsoft.com/office/officeart/2005/8/layout/orgChart1"/>
    <dgm:cxn modelId="{D8BF88B8-73A4-479E-83B2-97BBFE07CD88}" type="presOf" srcId="{797EBE0A-FA3D-44C1-889A-ECAA0AF11724}" destId="{D196F54C-1E66-437C-A02A-897E1E5D5106}" srcOrd="1" destOrd="0" presId="urn:microsoft.com/office/officeart/2005/8/layout/orgChart1"/>
    <dgm:cxn modelId="{DD5FB9B8-9D94-4F7F-81BA-7EBEC79AD45C}" type="presOf" srcId="{043A8A99-9D07-4021-9D53-293BBC520170}" destId="{2DE0AF74-97A7-4DBA-AD2D-F1235B4038AC}" srcOrd="0" destOrd="0" presId="urn:microsoft.com/office/officeart/2005/8/layout/orgChart1"/>
    <dgm:cxn modelId="{1A910CBA-3C4A-4C17-ABA8-9C46BB2763C5}" type="presOf" srcId="{AB878720-E2E4-48AD-93AB-FB2752E60B0B}" destId="{59C3AA54-0B88-411D-8431-164CB208FECF}" srcOrd="0" destOrd="0" presId="urn:microsoft.com/office/officeart/2005/8/layout/orgChart1"/>
    <dgm:cxn modelId="{C435DBC4-CBE3-477E-9424-B92060BE29E4}" srcId="{CAC7766B-DE5C-43C0-8D0C-9669FC20A417}" destId="{BCFC1DB8-E20E-488E-9798-3C2165C96211}" srcOrd="0" destOrd="0" parTransId="{D18D9544-C6DC-4E8B-814D-01C3B3051336}" sibTransId="{DBF2B36A-F30F-44F4-AF48-9D96D4AAB2E9}"/>
    <dgm:cxn modelId="{69C483C9-936D-4F49-B9F7-CD96914CCD01}" type="presOf" srcId="{11539ECC-D4E7-44CC-A0DE-673A9887E002}" destId="{8B400140-05F5-4B7E-A790-B5D4DE8AD894}" srcOrd="0" destOrd="0" presId="urn:microsoft.com/office/officeart/2005/8/layout/orgChart1"/>
    <dgm:cxn modelId="{2B202ECC-A583-441A-87D5-C71FB0EE88F0}" srcId="{10626948-2CA7-4932-BD15-209216404999}" destId="{EA2EDD3D-839A-4AB2-B667-2FA8C6ECB7FF}" srcOrd="2" destOrd="0" parTransId="{954346A7-C751-4604-B681-C10B879AC867}" sibTransId="{9E0A3E72-F863-4689-B11D-A2C909B8FE14}"/>
    <dgm:cxn modelId="{309CD4CE-35CA-468E-8BAB-377D22ACE050}" type="presOf" srcId="{10626948-2CA7-4932-BD15-209216404999}" destId="{3511C228-3DEE-41B9-A4FE-87C41D401261}" srcOrd="0" destOrd="0" presId="urn:microsoft.com/office/officeart/2005/8/layout/orgChart1"/>
    <dgm:cxn modelId="{E2B927D0-C738-42FB-BA23-F96BB652F2A8}" type="presOf" srcId="{809E65BE-CBC2-4AEC-83E9-9F7C5F516596}" destId="{4AF2629C-38D2-4327-BA3C-D37B81BA2116}" srcOrd="0" destOrd="0" presId="urn:microsoft.com/office/officeart/2005/8/layout/orgChart1"/>
    <dgm:cxn modelId="{C01D74D5-3100-4C1E-99CC-64FF431D2E9D}" srcId="{CAC7766B-DE5C-43C0-8D0C-9669FC20A417}" destId="{AA742382-B9AB-46D5-85B3-4975F8345D0F}" srcOrd="1" destOrd="0" parTransId="{AB878720-E2E4-48AD-93AB-FB2752E60B0B}" sibTransId="{C5BF387A-5F6E-4795-AB54-F288C9500B42}"/>
    <dgm:cxn modelId="{5A1F02D6-9C08-44C6-AB9E-A05F9BED496D}" type="presOf" srcId="{7F35887A-95CA-4842-B854-0BCEFA80CFED}" destId="{A1252696-9BD9-48F5-A3EA-ED8E72E67FC1}" srcOrd="1" destOrd="0" presId="urn:microsoft.com/office/officeart/2005/8/layout/orgChart1"/>
    <dgm:cxn modelId="{F304A2E1-C668-4BED-8F53-034A02D92672}" type="presOf" srcId="{D18D9544-C6DC-4E8B-814D-01C3B3051336}" destId="{3FEFECCE-615F-4F9D-9206-2527AC70D5FC}" srcOrd="0" destOrd="0" presId="urn:microsoft.com/office/officeart/2005/8/layout/orgChart1"/>
    <dgm:cxn modelId="{9B9188E3-2AF2-4CEE-93A2-416D246F9E7A}" srcId="{10626948-2CA7-4932-BD15-209216404999}" destId="{BF5DA61F-1D7A-4994-A6F3-AF287ED7F4CD}" srcOrd="0" destOrd="0" parTransId="{01138214-4019-4A61-9A33-6715F7249B45}" sibTransId="{70C8ADDA-B913-4118-AB3E-843A89EF74A1}"/>
    <dgm:cxn modelId="{3F32A3EB-B4F8-4ABC-8B82-4EC303E6981A}" type="presOf" srcId="{7F805D0C-4670-4B58-B7AF-82A28E8062DF}" destId="{2032DB75-C7C2-4ADD-8CBF-773C6A5BD18A}" srcOrd="0" destOrd="0" presId="urn:microsoft.com/office/officeart/2005/8/layout/orgChart1"/>
    <dgm:cxn modelId="{E7A2DAED-A449-41EE-BEF2-B452E36C3138}" type="presOf" srcId="{809E65BE-CBC2-4AEC-83E9-9F7C5F516596}" destId="{AFDE2CDE-C106-4211-B5C7-066E71FB3C98}" srcOrd="1" destOrd="0" presId="urn:microsoft.com/office/officeart/2005/8/layout/orgChart1"/>
    <dgm:cxn modelId="{7DDA65F0-9BAC-43A3-9F22-E0D49A5A4687}" type="presOf" srcId="{269BE651-2EB5-4251-BE5E-AA1710240684}" destId="{13E858BC-E02F-4ADE-8875-95F3AF297281}" srcOrd="0" destOrd="0" presId="urn:microsoft.com/office/officeart/2005/8/layout/orgChart1"/>
    <dgm:cxn modelId="{5CEC72F2-0D23-40DD-80B9-F383526C5315}" srcId="{8B235049-B234-44E5-A1B1-B7ABAFFB1C25}" destId="{53183A82-D76E-4CE9-9F04-9EE893285A2D}" srcOrd="0" destOrd="0" parTransId="{11539ECC-D4E7-44CC-A0DE-673A9887E002}" sibTransId="{139F716A-9B92-4975-9731-FA6C878E6FE1}"/>
    <dgm:cxn modelId="{0D8BB0F3-D35D-415F-B606-F43D7F6B2AF1}" type="presOf" srcId="{C23D9BD1-9D1F-429B-9AB9-E66F5F1D6AD4}" destId="{4DB06F3B-C418-440A-A92D-82B03A8162A4}" srcOrd="1" destOrd="0" presId="urn:microsoft.com/office/officeart/2005/8/layout/orgChart1"/>
    <dgm:cxn modelId="{D9C9EBF6-4359-4D4C-8ACC-C9A3261EB6AA}" type="presOf" srcId="{D934C719-7005-4CAB-BC25-228BD365EE27}" destId="{D73523D9-79A0-4DA4-9310-229FFAE31C85}" srcOrd="1" destOrd="0" presId="urn:microsoft.com/office/officeart/2005/8/layout/orgChart1"/>
    <dgm:cxn modelId="{2DC017F7-A665-45C7-90DA-82B8E3DB48DB}" srcId="{BCFC1DB8-E20E-488E-9798-3C2165C96211}" destId="{7F35887A-95CA-4842-B854-0BCEFA80CFED}" srcOrd="0" destOrd="0" parTransId="{F015E32E-AAA1-4BB0-BDD8-6759360ED2E4}" sibTransId="{56333043-0BC6-4863-A462-0EDF25B21C0F}"/>
    <dgm:cxn modelId="{943A9BF8-88F6-4E93-99DC-16BAB53CA61B}" type="presOf" srcId="{84D8C106-AB6B-4315-9D52-511FA52375E2}" destId="{B064F59B-7ACD-4B1D-A89B-889D79F3DA65}" srcOrd="0" destOrd="0" presId="urn:microsoft.com/office/officeart/2005/8/layout/orgChart1"/>
    <dgm:cxn modelId="{D12CD4F9-43F2-4646-905E-3239985B64C6}" type="presOf" srcId="{10626948-2CA7-4932-BD15-209216404999}" destId="{4FD03774-3B67-4D46-9BDE-72EEC3D5C7CF}" srcOrd="1" destOrd="0" presId="urn:microsoft.com/office/officeart/2005/8/layout/orgChart1"/>
    <dgm:cxn modelId="{47BEDCFA-4B64-4D44-B5BE-CD55EFBC08AE}" type="presOf" srcId="{8B235049-B234-44E5-A1B1-B7ABAFFB1C25}" destId="{53B0321A-9FFE-4A1E-AD97-4D01E38D8B84}" srcOrd="0" destOrd="0" presId="urn:microsoft.com/office/officeart/2005/8/layout/orgChart1"/>
    <dgm:cxn modelId="{171ECCFB-F897-4385-A4C6-1BCFC791AAD7}" type="presOf" srcId="{BCFC1DB8-E20E-488E-9798-3C2165C96211}" destId="{4FDCBD84-D876-4ADA-A03B-FD20E5936127}" srcOrd="1" destOrd="0" presId="urn:microsoft.com/office/officeart/2005/8/layout/orgChart1"/>
    <dgm:cxn modelId="{E18BEC6C-EAE7-4DA7-8D42-331A9101620B}" type="presParOf" srcId="{B064F59B-7ACD-4B1D-A89B-889D79F3DA65}" destId="{0131C301-4D9B-480A-B1BA-AF21600BC51C}" srcOrd="0" destOrd="0" presId="urn:microsoft.com/office/officeart/2005/8/layout/orgChart1"/>
    <dgm:cxn modelId="{2EDEF65C-C6CB-4AE3-ABC8-C8DEAF6B6A83}" type="presParOf" srcId="{0131C301-4D9B-480A-B1BA-AF21600BC51C}" destId="{B3464EDE-C03B-4F3F-9162-4000190ADDB0}" srcOrd="0" destOrd="0" presId="urn:microsoft.com/office/officeart/2005/8/layout/orgChart1"/>
    <dgm:cxn modelId="{2E3C6783-7243-482D-AF07-08B2BD247462}" type="presParOf" srcId="{B3464EDE-C03B-4F3F-9162-4000190ADDB0}" destId="{668F5963-2D79-4176-9C0E-288E4E3476DD}" srcOrd="0" destOrd="0" presId="urn:microsoft.com/office/officeart/2005/8/layout/orgChart1"/>
    <dgm:cxn modelId="{EE2D3120-5888-4EB4-AE91-41595F4E0CCE}" type="presParOf" srcId="{B3464EDE-C03B-4F3F-9162-4000190ADDB0}" destId="{71F4FE19-3A5A-4257-8991-5FCC55FD3DCC}" srcOrd="1" destOrd="0" presId="urn:microsoft.com/office/officeart/2005/8/layout/orgChart1"/>
    <dgm:cxn modelId="{3D728ACC-A46E-4F4D-9736-5CE220A8201A}" type="presParOf" srcId="{0131C301-4D9B-480A-B1BA-AF21600BC51C}" destId="{B3FFCEEF-365D-406B-B8DC-6CE4F52AA080}" srcOrd="1" destOrd="0" presId="urn:microsoft.com/office/officeart/2005/8/layout/orgChart1"/>
    <dgm:cxn modelId="{C021FBBC-0BA7-4D99-B639-9D72F3DCBF3A}" type="presParOf" srcId="{B3FFCEEF-365D-406B-B8DC-6CE4F52AA080}" destId="{3FEFECCE-615F-4F9D-9206-2527AC70D5FC}" srcOrd="0" destOrd="0" presId="urn:microsoft.com/office/officeart/2005/8/layout/orgChart1"/>
    <dgm:cxn modelId="{BA8C35DD-CBE5-4FE6-9134-24825818583E}" type="presParOf" srcId="{B3FFCEEF-365D-406B-B8DC-6CE4F52AA080}" destId="{78A55B3D-2A9F-4DE4-AB80-1E85441F3B33}" srcOrd="1" destOrd="0" presId="urn:microsoft.com/office/officeart/2005/8/layout/orgChart1"/>
    <dgm:cxn modelId="{709627F3-50BA-475C-8F2A-AD502380FCDA}" type="presParOf" srcId="{78A55B3D-2A9F-4DE4-AB80-1E85441F3B33}" destId="{E824F7D0-F135-4AC6-846B-01A165205E61}" srcOrd="0" destOrd="0" presId="urn:microsoft.com/office/officeart/2005/8/layout/orgChart1"/>
    <dgm:cxn modelId="{FC1C7996-F49A-4C54-A21F-3D55FCE461FC}" type="presParOf" srcId="{E824F7D0-F135-4AC6-846B-01A165205E61}" destId="{23FBB7A9-B771-423F-B44E-5A6F22A4D3EC}" srcOrd="0" destOrd="0" presId="urn:microsoft.com/office/officeart/2005/8/layout/orgChart1"/>
    <dgm:cxn modelId="{0C3EC270-AF3C-4CAF-AC4D-3841A3B6D603}" type="presParOf" srcId="{E824F7D0-F135-4AC6-846B-01A165205E61}" destId="{4FDCBD84-D876-4ADA-A03B-FD20E5936127}" srcOrd="1" destOrd="0" presId="urn:microsoft.com/office/officeart/2005/8/layout/orgChart1"/>
    <dgm:cxn modelId="{2142F600-4331-4A97-8B94-609EED667394}" type="presParOf" srcId="{78A55B3D-2A9F-4DE4-AB80-1E85441F3B33}" destId="{15ED4874-424C-412E-A6B4-24A28572162D}" srcOrd="1" destOrd="0" presId="urn:microsoft.com/office/officeart/2005/8/layout/orgChart1"/>
    <dgm:cxn modelId="{4AE4D1EB-C55E-4014-9806-36186F8AF072}" type="presParOf" srcId="{15ED4874-424C-412E-A6B4-24A28572162D}" destId="{26504001-AF88-4F04-84FA-327BFA0CE6AF}" srcOrd="0" destOrd="0" presId="urn:microsoft.com/office/officeart/2005/8/layout/orgChart1"/>
    <dgm:cxn modelId="{859D7E06-8D00-4D18-A8CF-1422A18BD9E6}" type="presParOf" srcId="{15ED4874-424C-412E-A6B4-24A28572162D}" destId="{A11E71D0-9D6F-4F2C-AF1F-8699559B7029}" srcOrd="1" destOrd="0" presId="urn:microsoft.com/office/officeart/2005/8/layout/orgChart1"/>
    <dgm:cxn modelId="{5C4EEA8A-0407-4C1C-8212-A6112DA4DE8E}" type="presParOf" srcId="{A11E71D0-9D6F-4F2C-AF1F-8699559B7029}" destId="{1BB0FBEB-5550-4FFF-8079-18325DEFA0BC}" srcOrd="0" destOrd="0" presId="urn:microsoft.com/office/officeart/2005/8/layout/orgChart1"/>
    <dgm:cxn modelId="{EA2074BF-B05A-4398-96E3-3961DD059CA6}" type="presParOf" srcId="{1BB0FBEB-5550-4FFF-8079-18325DEFA0BC}" destId="{3C443A09-E547-4366-B5A8-0A9485E1CD8E}" srcOrd="0" destOrd="0" presId="urn:microsoft.com/office/officeart/2005/8/layout/orgChart1"/>
    <dgm:cxn modelId="{24CED95B-FEC4-43B7-8A0B-3680A47AE434}" type="presParOf" srcId="{1BB0FBEB-5550-4FFF-8079-18325DEFA0BC}" destId="{A1252696-9BD9-48F5-A3EA-ED8E72E67FC1}" srcOrd="1" destOrd="0" presId="urn:microsoft.com/office/officeart/2005/8/layout/orgChart1"/>
    <dgm:cxn modelId="{3FDA0917-D292-4C3C-807C-DC3E93542076}" type="presParOf" srcId="{A11E71D0-9D6F-4F2C-AF1F-8699559B7029}" destId="{12921BEE-29C6-4EBC-85A9-A03EE7954B26}" srcOrd="1" destOrd="0" presId="urn:microsoft.com/office/officeart/2005/8/layout/orgChart1"/>
    <dgm:cxn modelId="{A5391480-9541-48C7-BEE9-5EC12A7EC077}" type="presParOf" srcId="{A11E71D0-9D6F-4F2C-AF1F-8699559B7029}" destId="{47E68F23-8B0C-45FD-A07A-44EC5F05E2A6}" srcOrd="2" destOrd="0" presId="urn:microsoft.com/office/officeart/2005/8/layout/orgChart1"/>
    <dgm:cxn modelId="{88536891-6AFE-4B94-A787-BB8C494DC04B}" type="presParOf" srcId="{15ED4874-424C-412E-A6B4-24A28572162D}" destId="{13E858BC-E02F-4ADE-8875-95F3AF297281}" srcOrd="2" destOrd="0" presId="urn:microsoft.com/office/officeart/2005/8/layout/orgChart1"/>
    <dgm:cxn modelId="{050C85C3-EF77-46D1-8EDC-62E13E55C45D}" type="presParOf" srcId="{15ED4874-424C-412E-A6B4-24A28572162D}" destId="{FCDB0359-D1A0-4A22-9E44-ED54DF88AEBB}" srcOrd="3" destOrd="0" presId="urn:microsoft.com/office/officeart/2005/8/layout/orgChart1"/>
    <dgm:cxn modelId="{91A7BD46-D9AA-4276-965C-F58ACA691BBD}" type="presParOf" srcId="{FCDB0359-D1A0-4A22-9E44-ED54DF88AEBB}" destId="{1761516E-7CE3-49FE-9062-D0DA6D92B7C4}" srcOrd="0" destOrd="0" presId="urn:microsoft.com/office/officeart/2005/8/layout/orgChart1"/>
    <dgm:cxn modelId="{5BDEA4BD-1582-481F-9932-D72084AD0BA2}" type="presParOf" srcId="{1761516E-7CE3-49FE-9062-D0DA6D92B7C4}" destId="{4AF2629C-38D2-4327-BA3C-D37B81BA2116}" srcOrd="0" destOrd="0" presId="urn:microsoft.com/office/officeart/2005/8/layout/orgChart1"/>
    <dgm:cxn modelId="{2D62C44C-ECFB-47E4-BA54-BA7312632BFB}" type="presParOf" srcId="{1761516E-7CE3-49FE-9062-D0DA6D92B7C4}" destId="{AFDE2CDE-C106-4211-B5C7-066E71FB3C98}" srcOrd="1" destOrd="0" presId="urn:microsoft.com/office/officeart/2005/8/layout/orgChart1"/>
    <dgm:cxn modelId="{FDA16B1B-3E68-4B50-B21C-215E13E6A53C}" type="presParOf" srcId="{FCDB0359-D1A0-4A22-9E44-ED54DF88AEBB}" destId="{A77FD861-3266-4712-929A-E04FF8B1FA36}" srcOrd="1" destOrd="0" presId="urn:microsoft.com/office/officeart/2005/8/layout/orgChart1"/>
    <dgm:cxn modelId="{32585DC0-3BA2-4D78-A335-35771D0C7A86}" type="presParOf" srcId="{FCDB0359-D1A0-4A22-9E44-ED54DF88AEBB}" destId="{882E42C5-E19B-42CE-A731-21D20623A99C}" srcOrd="2" destOrd="0" presId="urn:microsoft.com/office/officeart/2005/8/layout/orgChart1"/>
    <dgm:cxn modelId="{A4EB4020-E8D9-4DE7-ACC3-1F4AC34406D0}" type="presParOf" srcId="{15ED4874-424C-412E-A6B4-24A28572162D}" destId="{2C23AC5A-5011-427A-9453-B475EAD5ED30}" srcOrd="4" destOrd="0" presId="urn:microsoft.com/office/officeart/2005/8/layout/orgChart1"/>
    <dgm:cxn modelId="{BF994327-4B7D-47FB-AED3-56E63CA2B95E}" type="presParOf" srcId="{15ED4874-424C-412E-A6B4-24A28572162D}" destId="{E84640F1-5136-41A4-A1CC-68F76CF916FA}" srcOrd="5" destOrd="0" presId="urn:microsoft.com/office/officeart/2005/8/layout/orgChart1"/>
    <dgm:cxn modelId="{6BB90698-1D11-45B8-BA73-325250CA65F6}" type="presParOf" srcId="{E84640F1-5136-41A4-A1CC-68F76CF916FA}" destId="{59996EA8-754F-40ED-810B-D66555FFF9AC}" srcOrd="0" destOrd="0" presId="urn:microsoft.com/office/officeart/2005/8/layout/orgChart1"/>
    <dgm:cxn modelId="{C9808CD4-F1D5-4023-AADE-AB721F13E1C8}" type="presParOf" srcId="{59996EA8-754F-40ED-810B-D66555FFF9AC}" destId="{8B2302D9-62AF-4774-8636-3035255D15D5}" srcOrd="0" destOrd="0" presId="urn:microsoft.com/office/officeart/2005/8/layout/orgChart1"/>
    <dgm:cxn modelId="{2C55C9E4-48B9-4886-8952-D8EE5DADE090}" type="presParOf" srcId="{59996EA8-754F-40ED-810B-D66555FFF9AC}" destId="{6DCC693E-650D-4353-A548-A274AAFD89B4}" srcOrd="1" destOrd="0" presId="urn:microsoft.com/office/officeart/2005/8/layout/orgChart1"/>
    <dgm:cxn modelId="{749B52F8-10EF-4A5E-9C11-8F110C3C3C4F}" type="presParOf" srcId="{E84640F1-5136-41A4-A1CC-68F76CF916FA}" destId="{72B5E191-5338-42FE-B791-F4A7CBAAFA68}" srcOrd="1" destOrd="0" presId="urn:microsoft.com/office/officeart/2005/8/layout/orgChart1"/>
    <dgm:cxn modelId="{5186EF1E-7955-48B1-B60A-A6190299381D}" type="presParOf" srcId="{E84640F1-5136-41A4-A1CC-68F76CF916FA}" destId="{6412B9AE-49C8-4DC8-B905-FC0B72BCAC71}" srcOrd="2" destOrd="0" presId="urn:microsoft.com/office/officeart/2005/8/layout/orgChart1"/>
    <dgm:cxn modelId="{1A08C7EF-AF71-427F-9A66-A0D23A29B5D6}" type="presParOf" srcId="{78A55B3D-2A9F-4DE4-AB80-1E85441F3B33}" destId="{720528DC-C73D-46E4-99A6-FC7130D11E7D}" srcOrd="2" destOrd="0" presId="urn:microsoft.com/office/officeart/2005/8/layout/orgChart1"/>
    <dgm:cxn modelId="{CB2325F9-226D-4937-A2F7-0273F0A0071F}" type="presParOf" srcId="{B3FFCEEF-365D-406B-B8DC-6CE4F52AA080}" destId="{59C3AA54-0B88-411D-8431-164CB208FECF}" srcOrd="2" destOrd="0" presId="urn:microsoft.com/office/officeart/2005/8/layout/orgChart1"/>
    <dgm:cxn modelId="{2FF7462C-6266-4657-92E8-0797F00E32D1}" type="presParOf" srcId="{B3FFCEEF-365D-406B-B8DC-6CE4F52AA080}" destId="{8C5F5B2A-4640-4976-B4B5-52F61D848B26}" srcOrd="3" destOrd="0" presId="urn:microsoft.com/office/officeart/2005/8/layout/orgChart1"/>
    <dgm:cxn modelId="{1DCF22B2-F689-4C24-A753-5C56D559B5AB}" type="presParOf" srcId="{8C5F5B2A-4640-4976-B4B5-52F61D848B26}" destId="{D4DC5536-0CC2-4CA7-A847-59B7F10F13EE}" srcOrd="0" destOrd="0" presId="urn:microsoft.com/office/officeart/2005/8/layout/orgChart1"/>
    <dgm:cxn modelId="{2D4DFC87-B5E7-425E-82CD-8E0FC8B91B07}" type="presParOf" srcId="{D4DC5536-0CC2-4CA7-A847-59B7F10F13EE}" destId="{CF6B3BA9-CCEA-42F0-90A2-591A81DCDB5C}" srcOrd="0" destOrd="0" presId="urn:microsoft.com/office/officeart/2005/8/layout/orgChart1"/>
    <dgm:cxn modelId="{55BC39DE-B4B5-41C3-B551-40C5049D0F2A}" type="presParOf" srcId="{D4DC5536-0CC2-4CA7-A847-59B7F10F13EE}" destId="{7A4EFEE2-037B-4360-B102-527266C79072}" srcOrd="1" destOrd="0" presId="urn:microsoft.com/office/officeart/2005/8/layout/orgChart1"/>
    <dgm:cxn modelId="{7F6E51E2-FD33-49A8-AFF4-07BE147C05A1}" type="presParOf" srcId="{8C5F5B2A-4640-4976-B4B5-52F61D848B26}" destId="{38D5F6CE-C45A-4CD8-9935-C38657A02C3B}" srcOrd="1" destOrd="0" presId="urn:microsoft.com/office/officeart/2005/8/layout/orgChart1"/>
    <dgm:cxn modelId="{1CB5DB2C-916A-4E55-A343-3D008F326ABA}" type="presParOf" srcId="{38D5F6CE-C45A-4CD8-9935-C38657A02C3B}" destId="{3C85892C-F690-46EE-B901-67B5AB741C3D}" srcOrd="0" destOrd="0" presId="urn:microsoft.com/office/officeart/2005/8/layout/orgChart1"/>
    <dgm:cxn modelId="{15414F04-E018-4CEF-A943-AB161A1B7078}" type="presParOf" srcId="{38D5F6CE-C45A-4CD8-9935-C38657A02C3B}" destId="{34E5A7BC-E0FD-4394-BE4A-3B857D40EE89}" srcOrd="1" destOrd="0" presId="urn:microsoft.com/office/officeart/2005/8/layout/orgChart1"/>
    <dgm:cxn modelId="{1F06CAC5-DFF6-4497-912A-F3DF1C87E29E}" type="presParOf" srcId="{34E5A7BC-E0FD-4394-BE4A-3B857D40EE89}" destId="{E347BEEA-C0EF-4D73-A0FF-76657C77161A}" srcOrd="0" destOrd="0" presId="urn:microsoft.com/office/officeart/2005/8/layout/orgChart1"/>
    <dgm:cxn modelId="{AD857A0E-66DB-443C-BE3B-F1D82981558F}" type="presParOf" srcId="{E347BEEA-C0EF-4D73-A0FF-76657C77161A}" destId="{C1BBCEF4-1866-4B4B-BF9F-3CDA1FDF7E01}" srcOrd="0" destOrd="0" presId="urn:microsoft.com/office/officeart/2005/8/layout/orgChart1"/>
    <dgm:cxn modelId="{6AB0282B-747D-44C4-8B06-0F60397B73CA}" type="presParOf" srcId="{E347BEEA-C0EF-4D73-A0FF-76657C77161A}" destId="{D73523D9-79A0-4DA4-9310-229FFAE31C85}" srcOrd="1" destOrd="0" presId="urn:microsoft.com/office/officeart/2005/8/layout/orgChart1"/>
    <dgm:cxn modelId="{D6B95DF2-DF87-4866-8F7E-C6DAC887D634}" type="presParOf" srcId="{34E5A7BC-E0FD-4394-BE4A-3B857D40EE89}" destId="{9374402F-6003-4D6C-8B9C-09EEFE256483}" srcOrd="1" destOrd="0" presId="urn:microsoft.com/office/officeart/2005/8/layout/orgChart1"/>
    <dgm:cxn modelId="{A5467CD4-D089-4A6D-9ED2-B697083E9EF6}" type="presParOf" srcId="{34E5A7BC-E0FD-4394-BE4A-3B857D40EE89}" destId="{EC1EB6F7-B760-442B-9E70-24C9C430EF06}" srcOrd="2" destOrd="0" presId="urn:microsoft.com/office/officeart/2005/8/layout/orgChart1"/>
    <dgm:cxn modelId="{B212BDF0-BC09-4464-81A6-DB3C01AF647F}" type="presParOf" srcId="{38D5F6CE-C45A-4CD8-9935-C38657A02C3B}" destId="{87E723CD-3C2C-47F8-86B6-17AC2FA74266}" srcOrd="2" destOrd="0" presId="urn:microsoft.com/office/officeart/2005/8/layout/orgChart1"/>
    <dgm:cxn modelId="{723CA5C3-5AB0-4D7B-8DB8-FFE7C0149EED}" type="presParOf" srcId="{38D5F6CE-C45A-4CD8-9935-C38657A02C3B}" destId="{F6062BE7-B6E7-406B-AD18-933A55BF4864}" srcOrd="3" destOrd="0" presId="urn:microsoft.com/office/officeart/2005/8/layout/orgChart1"/>
    <dgm:cxn modelId="{D8DB6611-E691-40E4-BD85-780FBA6AB03A}" type="presParOf" srcId="{F6062BE7-B6E7-406B-AD18-933A55BF4864}" destId="{8179F9EC-4802-45EE-8C52-4F8225A274A8}" srcOrd="0" destOrd="0" presId="urn:microsoft.com/office/officeart/2005/8/layout/orgChart1"/>
    <dgm:cxn modelId="{51AE03F6-670D-4C48-9E97-44B2D7F532BF}" type="presParOf" srcId="{8179F9EC-4802-45EE-8C52-4F8225A274A8}" destId="{56F020A6-83B5-40EF-93AC-23F371309CAE}" srcOrd="0" destOrd="0" presId="urn:microsoft.com/office/officeart/2005/8/layout/orgChart1"/>
    <dgm:cxn modelId="{8FA61AAD-045E-489C-9C33-E56BEE05D15B}" type="presParOf" srcId="{8179F9EC-4802-45EE-8C52-4F8225A274A8}" destId="{6865EE3D-9B4E-44C9-9251-C987577E3961}" srcOrd="1" destOrd="0" presId="urn:microsoft.com/office/officeart/2005/8/layout/orgChart1"/>
    <dgm:cxn modelId="{EC758155-92E2-478A-B4D6-670F39E3BC3D}" type="presParOf" srcId="{F6062BE7-B6E7-406B-AD18-933A55BF4864}" destId="{C1C943D6-05C6-456D-B4EC-7DD14BD1753E}" srcOrd="1" destOrd="0" presId="urn:microsoft.com/office/officeart/2005/8/layout/orgChart1"/>
    <dgm:cxn modelId="{F8490A51-DAA9-4B67-9B1F-24E43F7F5082}" type="presParOf" srcId="{F6062BE7-B6E7-406B-AD18-933A55BF4864}" destId="{A4FAE7FE-CB42-4519-9729-CCF2CBDAB517}" srcOrd="2" destOrd="0" presId="urn:microsoft.com/office/officeart/2005/8/layout/orgChart1"/>
    <dgm:cxn modelId="{7F23CDEE-E130-4D7C-9E93-07EDC9763788}" type="presParOf" srcId="{38D5F6CE-C45A-4CD8-9935-C38657A02C3B}" destId="{F624ED58-A477-43D1-8EB5-D9897944F26A}" srcOrd="4" destOrd="0" presId="urn:microsoft.com/office/officeart/2005/8/layout/orgChart1"/>
    <dgm:cxn modelId="{8E267251-7B95-48AA-83CF-A2F5C513E631}" type="presParOf" srcId="{38D5F6CE-C45A-4CD8-9935-C38657A02C3B}" destId="{AA940316-7CBA-4671-A815-BCB1F085FF0F}" srcOrd="5" destOrd="0" presId="urn:microsoft.com/office/officeart/2005/8/layout/orgChart1"/>
    <dgm:cxn modelId="{50FE3A2E-3205-4A1B-80D5-A89EEB1F5A82}" type="presParOf" srcId="{AA940316-7CBA-4671-A815-BCB1F085FF0F}" destId="{AF22E312-363B-4D02-87B2-FBB8A8A89173}" srcOrd="0" destOrd="0" presId="urn:microsoft.com/office/officeart/2005/8/layout/orgChart1"/>
    <dgm:cxn modelId="{F82BDEB1-87C3-45C4-AD0A-8F87305AA9E6}" type="presParOf" srcId="{AF22E312-363B-4D02-87B2-FBB8A8A89173}" destId="{3BE13EE2-D7DE-4D7E-99C8-1FB617AC49C6}" srcOrd="0" destOrd="0" presId="urn:microsoft.com/office/officeart/2005/8/layout/orgChart1"/>
    <dgm:cxn modelId="{BF1BC982-2D1A-462C-A105-3348D0C6C049}" type="presParOf" srcId="{AF22E312-363B-4D02-87B2-FBB8A8A89173}" destId="{4DB06F3B-C418-440A-A92D-82B03A8162A4}" srcOrd="1" destOrd="0" presId="urn:microsoft.com/office/officeart/2005/8/layout/orgChart1"/>
    <dgm:cxn modelId="{911CCC20-F23E-4C18-B5C6-90A443D91031}" type="presParOf" srcId="{AA940316-7CBA-4671-A815-BCB1F085FF0F}" destId="{3D600008-AAC0-4264-8E7B-8B18CDC4A349}" srcOrd="1" destOrd="0" presId="urn:microsoft.com/office/officeart/2005/8/layout/orgChart1"/>
    <dgm:cxn modelId="{2E629A20-ED69-4716-970B-DE43178D18E7}" type="presParOf" srcId="{AA940316-7CBA-4671-A815-BCB1F085FF0F}" destId="{0CDABE83-8A40-47DA-A9EB-A1157898A168}" srcOrd="2" destOrd="0" presId="urn:microsoft.com/office/officeart/2005/8/layout/orgChart1"/>
    <dgm:cxn modelId="{E39733B4-9873-4E18-9420-43BCAC72D48E}" type="presParOf" srcId="{8C5F5B2A-4640-4976-B4B5-52F61D848B26}" destId="{C76F4858-AA87-470D-B187-E1BA9C0625CB}" srcOrd="2" destOrd="0" presId="urn:microsoft.com/office/officeart/2005/8/layout/orgChart1"/>
    <dgm:cxn modelId="{5233BFB6-B933-4C78-9641-58CDD4817987}" type="presParOf" srcId="{B3FFCEEF-365D-406B-B8DC-6CE4F52AA080}" destId="{35E02B75-3A75-4452-ADA0-6BA9BBB6FE02}" srcOrd="4" destOrd="0" presId="urn:microsoft.com/office/officeart/2005/8/layout/orgChart1"/>
    <dgm:cxn modelId="{3889B4CC-F864-4A52-97C8-6348A0643470}" type="presParOf" srcId="{B3FFCEEF-365D-406B-B8DC-6CE4F52AA080}" destId="{F4E1D80D-D191-45C0-924F-8904C61185FD}" srcOrd="5" destOrd="0" presId="urn:microsoft.com/office/officeart/2005/8/layout/orgChart1"/>
    <dgm:cxn modelId="{1320CE7A-2E16-41F5-8B1A-8E0769C05885}" type="presParOf" srcId="{F4E1D80D-D191-45C0-924F-8904C61185FD}" destId="{7727B643-AA82-4491-B112-EFFBD8869576}" srcOrd="0" destOrd="0" presId="urn:microsoft.com/office/officeart/2005/8/layout/orgChart1"/>
    <dgm:cxn modelId="{A8B8C5C6-0DCD-47C4-93CE-83EBDA03F7B5}" type="presParOf" srcId="{7727B643-AA82-4491-B112-EFFBD8869576}" destId="{BEB9B56E-7763-417E-98EA-2949C30A4058}" srcOrd="0" destOrd="0" presId="urn:microsoft.com/office/officeart/2005/8/layout/orgChart1"/>
    <dgm:cxn modelId="{40EA86D0-E05C-4C50-B171-46FB20BCD793}" type="presParOf" srcId="{7727B643-AA82-4491-B112-EFFBD8869576}" destId="{081A5E9C-2370-4BA7-8DD7-F6055BE6554D}" srcOrd="1" destOrd="0" presId="urn:microsoft.com/office/officeart/2005/8/layout/orgChart1"/>
    <dgm:cxn modelId="{6C211F05-97BD-4D13-B7F6-CD2E7F3D465E}" type="presParOf" srcId="{F4E1D80D-D191-45C0-924F-8904C61185FD}" destId="{E535410F-D3CD-42FF-8301-77A1EFC27B12}" srcOrd="1" destOrd="0" presId="urn:microsoft.com/office/officeart/2005/8/layout/orgChart1"/>
    <dgm:cxn modelId="{B35F130D-7A3D-46B4-ACFB-1ADAC10D0116}" type="presParOf" srcId="{E535410F-D3CD-42FF-8301-77A1EFC27B12}" destId="{E16BD1C3-C690-48AA-8773-265B3AB22BC7}" srcOrd="0" destOrd="0" presId="urn:microsoft.com/office/officeart/2005/8/layout/orgChart1"/>
    <dgm:cxn modelId="{06E5453B-57A1-4B84-B0C0-C8FB5B59BB04}" type="presParOf" srcId="{E535410F-D3CD-42FF-8301-77A1EFC27B12}" destId="{C7566DB5-309F-40DA-AE6E-98074FDFC44C}" srcOrd="1" destOrd="0" presId="urn:microsoft.com/office/officeart/2005/8/layout/orgChart1"/>
    <dgm:cxn modelId="{A0C6A1CF-5DD3-42C4-8DBD-CB96EDB22560}" type="presParOf" srcId="{C7566DB5-309F-40DA-AE6E-98074FDFC44C}" destId="{80B28E79-BEB2-4A69-A0B3-DF091F114045}" srcOrd="0" destOrd="0" presId="urn:microsoft.com/office/officeart/2005/8/layout/orgChart1"/>
    <dgm:cxn modelId="{9BB3D745-ED5B-429C-A9A0-133391712BAE}" type="presParOf" srcId="{80B28E79-BEB2-4A69-A0B3-DF091F114045}" destId="{36E4E0D3-6BC5-42DB-9101-F3C9D44C0137}" srcOrd="0" destOrd="0" presId="urn:microsoft.com/office/officeart/2005/8/layout/orgChart1"/>
    <dgm:cxn modelId="{58FA30CF-5937-430F-AB65-B5110765256F}" type="presParOf" srcId="{80B28E79-BEB2-4A69-A0B3-DF091F114045}" destId="{D196F54C-1E66-437C-A02A-897E1E5D5106}" srcOrd="1" destOrd="0" presId="urn:microsoft.com/office/officeart/2005/8/layout/orgChart1"/>
    <dgm:cxn modelId="{B8156371-AC92-4C37-AFC3-AF4C56C10002}" type="presParOf" srcId="{C7566DB5-309F-40DA-AE6E-98074FDFC44C}" destId="{FEF0B7EC-1D38-457F-A5E9-4A852FB62B2F}" srcOrd="1" destOrd="0" presId="urn:microsoft.com/office/officeart/2005/8/layout/orgChart1"/>
    <dgm:cxn modelId="{7019F77E-2725-4EC1-B975-74BC00C3B77F}" type="presParOf" srcId="{C7566DB5-309F-40DA-AE6E-98074FDFC44C}" destId="{83BA8D95-6DFD-4D1A-88BF-F1EE53DBEEB8}" srcOrd="2" destOrd="0" presId="urn:microsoft.com/office/officeart/2005/8/layout/orgChart1"/>
    <dgm:cxn modelId="{CC015D7C-72F6-4A0D-BB70-91D93B1CF648}" type="presParOf" srcId="{E535410F-D3CD-42FF-8301-77A1EFC27B12}" destId="{5F6AE5B0-9329-459D-A00A-C6328F432969}" srcOrd="2" destOrd="0" presId="urn:microsoft.com/office/officeart/2005/8/layout/orgChart1"/>
    <dgm:cxn modelId="{31741A75-D196-433F-851C-E55A90D61847}" type="presParOf" srcId="{E535410F-D3CD-42FF-8301-77A1EFC27B12}" destId="{15138F3F-6868-421C-8B18-CE8DAE09A3EB}" srcOrd="3" destOrd="0" presId="urn:microsoft.com/office/officeart/2005/8/layout/orgChart1"/>
    <dgm:cxn modelId="{E242E6CE-89B8-4B79-A0C0-D966B1E2EE5F}" type="presParOf" srcId="{15138F3F-6868-421C-8B18-CE8DAE09A3EB}" destId="{0AA5384D-E80B-43D1-AFD0-42206FD2C7F1}" srcOrd="0" destOrd="0" presId="urn:microsoft.com/office/officeart/2005/8/layout/orgChart1"/>
    <dgm:cxn modelId="{5A02B61B-C397-4929-A2B3-95E17C9EAC30}" type="presParOf" srcId="{0AA5384D-E80B-43D1-AFD0-42206FD2C7F1}" destId="{FA01404B-1BBD-4DF0-8459-EF8886DFBEF1}" srcOrd="0" destOrd="0" presId="urn:microsoft.com/office/officeart/2005/8/layout/orgChart1"/>
    <dgm:cxn modelId="{A227C403-F8CB-4CF1-B2DC-5FE7818E3232}" type="presParOf" srcId="{0AA5384D-E80B-43D1-AFD0-42206FD2C7F1}" destId="{C8D559D0-CE86-465D-8CA3-759A4E681376}" srcOrd="1" destOrd="0" presId="urn:microsoft.com/office/officeart/2005/8/layout/orgChart1"/>
    <dgm:cxn modelId="{C74CC067-0756-4BDD-BA87-E3A397F96370}" type="presParOf" srcId="{15138F3F-6868-421C-8B18-CE8DAE09A3EB}" destId="{006921A7-EB06-4F85-8988-B5892C79908D}" srcOrd="1" destOrd="0" presId="urn:microsoft.com/office/officeart/2005/8/layout/orgChart1"/>
    <dgm:cxn modelId="{4CA9FF4A-5291-4796-A44D-01286B5A3B4A}" type="presParOf" srcId="{15138F3F-6868-421C-8B18-CE8DAE09A3EB}" destId="{487F2DCB-4DD7-47A1-A7BE-ABEF80B2193B}" srcOrd="2" destOrd="0" presId="urn:microsoft.com/office/officeart/2005/8/layout/orgChart1"/>
    <dgm:cxn modelId="{76828173-5913-4390-984B-EDBF7496445A}" type="presParOf" srcId="{E535410F-D3CD-42FF-8301-77A1EFC27B12}" destId="{393EFB96-94D3-42C7-A50E-ED3001C66A62}" srcOrd="4" destOrd="0" presId="urn:microsoft.com/office/officeart/2005/8/layout/orgChart1"/>
    <dgm:cxn modelId="{FCDD5089-6E06-4DA4-BC78-FBDD3844474D}" type="presParOf" srcId="{E535410F-D3CD-42FF-8301-77A1EFC27B12}" destId="{4D78E398-468E-4DF5-A209-C7CC64A3B456}" srcOrd="5" destOrd="0" presId="urn:microsoft.com/office/officeart/2005/8/layout/orgChart1"/>
    <dgm:cxn modelId="{EB940E7C-89AC-4089-B418-FB060C8654A8}" type="presParOf" srcId="{4D78E398-468E-4DF5-A209-C7CC64A3B456}" destId="{76C2CDB8-665A-4293-BC24-76FEB8C5F2DC}" srcOrd="0" destOrd="0" presId="urn:microsoft.com/office/officeart/2005/8/layout/orgChart1"/>
    <dgm:cxn modelId="{C42638CA-F761-4D06-9CF0-40E60E8C4149}" type="presParOf" srcId="{76C2CDB8-665A-4293-BC24-76FEB8C5F2DC}" destId="{2032DB75-C7C2-4ADD-8CBF-773C6A5BD18A}" srcOrd="0" destOrd="0" presId="urn:microsoft.com/office/officeart/2005/8/layout/orgChart1"/>
    <dgm:cxn modelId="{979F1FEC-5B62-4873-BECE-F626B925E034}" type="presParOf" srcId="{76C2CDB8-665A-4293-BC24-76FEB8C5F2DC}" destId="{35026E73-09E0-4FAA-8E51-3004C9B312C9}" srcOrd="1" destOrd="0" presId="urn:microsoft.com/office/officeart/2005/8/layout/orgChart1"/>
    <dgm:cxn modelId="{D86E5AE4-3695-4012-A07C-B2A3000A1BA1}" type="presParOf" srcId="{4D78E398-468E-4DF5-A209-C7CC64A3B456}" destId="{5C3FD3B3-EE0A-49D0-ACE6-3AE760129440}" srcOrd="1" destOrd="0" presId="urn:microsoft.com/office/officeart/2005/8/layout/orgChart1"/>
    <dgm:cxn modelId="{216A1B1C-4D25-4125-A1E9-D627805004D0}" type="presParOf" srcId="{4D78E398-468E-4DF5-A209-C7CC64A3B456}" destId="{6D54EDFA-97EF-4D3F-87C8-10604449D885}" srcOrd="2" destOrd="0" presId="urn:microsoft.com/office/officeart/2005/8/layout/orgChart1"/>
    <dgm:cxn modelId="{55963089-2C34-4D1E-93F8-D24E77A942D9}" type="presParOf" srcId="{F4E1D80D-D191-45C0-924F-8904C61185FD}" destId="{4D65D1DC-C33D-4854-8DE4-6946A6DC7FF1}" srcOrd="2" destOrd="0" presId="urn:microsoft.com/office/officeart/2005/8/layout/orgChart1"/>
    <dgm:cxn modelId="{BD7B5700-AFCB-4791-8513-95B0B2E3DE4E}" type="presParOf" srcId="{B3FFCEEF-365D-406B-B8DC-6CE4F52AA080}" destId="{2DE0AF74-97A7-4DBA-AD2D-F1235B4038AC}" srcOrd="6" destOrd="0" presId="urn:microsoft.com/office/officeart/2005/8/layout/orgChart1"/>
    <dgm:cxn modelId="{D4E6C163-2FB2-455F-ABC7-0CFA3C2D61A3}" type="presParOf" srcId="{B3FFCEEF-365D-406B-B8DC-6CE4F52AA080}" destId="{A805D97A-52DB-426E-81B0-7FDDB12E3E67}" srcOrd="7" destOrd="0" presId="urn:microsoft.com/office/officeart/2005/8/layout/orgChart1"/>
    <dgm:cxn modelId="{82D6F7C3-CBFB-4080-8731-D5D4F783D90A}" type="presParOf" srcId="{A805D97A-52DB-426E-81B0-7FDDB12E3E67}" destId="{BE049AA6-3214-42D3-8052-17923364BCBE}" srcOrd="0" destOrd="0" presId="urn:microsoft.com/office/officeart/2005/8/layout/orgChart1"/>
    <dgm:cxn modelId="{95374918-D3EC-4FF7-9FF8-423723A2721A}" type="presParOf" srcId="{BE049AA6-3214-42D3-8052-17923364BCBE}" destId="{53B0321A-9FFE-4A1E-AD97-4D01E38D8B84}" srcOrd="0" destOrd="0" presId="urn:microsoft.com/office/officeart/2005/8/layout/orgChart1"/>
    <dgm:cxn modelId="{DA7E3502-1148-478E-A6A8-C4793C52D0B2}" type="presParOf" srcId="{BE049AA6-3214-42D3-8052-17923364BCBE}" destId="{119E7A09-E846-4182-BFAF-925F8A89F915}" srcOrd="1" destOrd="0" presId="urn:microsoft.com/office/officeart/2005/8/layout/orgChart1"/>
    <dgm:cxn modelId="{63B7F694-99F3-49A4-B13C-F1F2BA571999}" type="presParOf" srcId="{A805D97A-52DB-426E-81B0-7FDDB12E3E67}" destId="{10FA06FE-A55C-445B-9787-067E8D2FDCA7}" srcOrd="1" destOrd="0" presId="urn:microsoft.com/office/officeart/2005/8/layout/orgChart1"/>
    <dgm:cxn modelId="{C1BC599A-29B5-489C-9E97-90E4C8DA7D40}" type="presParOf" srcId="{10FA06FE-A55C-445B-9787-067E8D2FDCA7}" destId="{8B400140-05F5-4B7E-A790-B5D4DE8AD894}" srcOrd="0" destOrd="0" presId="urn:microsoft.com/office/officeart/2005/8/layout/orgChart1"/>
    <dgm:cxn modelId="{F6888C5D-020C-4A39-9684-62ECB5858D30}" type="presParOf" srcId="{10FA06FE-A55C-445B-9787-067E8D2FDCA7}" destId="{5E02999F-F86E-44E9-AA2F-89FBF78850F1}" srcOrd="1" destOrd="0" presId="urn:microsoft.com/office/officeart/2005/8/layout/orgChart1"/>
    <dgm:cxn modelId="{6E7F2F96-A80E-4941-9DE9-148C1EF323A8}" type="presParOf" srcId="{5E02999F-F86E-44E9-AA2F-89FBF78850F1}" destId="{9E2148A9-D851-4889-B7D0-42AF94903FE0}" srcOrd="0" destOrd="0" presId="urn:microsoft.com/office/officeart/2005/8/layout/orgChart1"/>
    <dgm:cxn modelId="{C6AF8300-9C04-466E-B21D-CDB4A70A0E50}" type="presParOf" srcId="{9E2148A9-D851-4889-B7D0-42AF94903FE0}" destId="{B6B69D2D-2149-4B3F-B579-F3832876ED74}" srcOrd="0" destOrd="0" presId="urn:microsoft.com/office/officeart/2005/8/layout/orgChart1"/>
    <dgm:cxn modelId="{CF6FA42F-9903-44EA-8964-EA2CDF43473A}" type="presParOf" srcId="{9E2148A9-D851-4889-B7D0-42AF94903FE0}" destId="{ABA5F99A-78EB-42F3-952C-041C4FE0A906}" srcOrd="1" destOrd="0" presId="urn:microsoft.com/office/officeart/2005/8/layout/orgChart1"/>
    <dgm:cxn modelId="{EB33634F-A2A0-42CA-878C-45593FC8DE1D}" type="presParOf" srcId="{5E02999F-F86E-44E9-AA2F-89FBF78850F1}" destId="{8E52CFC9-A919-4B2F-BA6F-A29614987C3B}" srcOrd="1" destOrd="0" presId="urn:microsoft.com/office/officeart/2005/8/layout/orgChart1"/>
    <dgm:cxn modelId="{5D0BE919-E826-47E6-808F-3F590DBD9D66}" type="presParOf" srcId="{5E02999F-F86E-44E9-AA2F-89FBF78850F1}" destId="{21A3BEF4-C980-4933-B994-A23EFA8CC690}" srcOrd="2" destOrd="0" presId="urn:microsoft.com/office/officeart/2005/8/layout/orgChart1"/>
    <dgm:cxn modelId="{9CEFCA9A-386A-4904-B2DD-25A4A166EAF6}" type="presParOf" srcId="{10FA06FE-A55C-445B-9787-067E8D2FDCA7}" destId="{BF26FFE9-06E8-4DA6-912D-83051398BB81}" srcOrd="2" destOrd="0" presId="urn:microsoft.com/office/officeart/2005/8/layout/orgChart1"/>
    <dgm:cxn modelId="{B8D5C61A-744B-470E-8F59-B8CC240B4EAD}" type="presParOf" srcId="{10FA06FE-A55C-445B-9787-067E8D2FDCA7}" destId="{B82B954B-43F1-476D-B671-BB8478F8D505}" srcOrd="3" destOrd="0" presId="urn:microsoft.com/office/officeart/2005/8/layout/orgChart1"/>
    <dgm:cxn modelId="{0EB56A01-9D5B-4413-BAC7-50F66FF2C8D3}" type="presParOf" srcId="{B82B954B-43F1-476D-B671-BB8478F8D505}" destId="{DE5AA581-F286-4B5C-A89C-8865045884EB}" srcOrd="0" destOrd="0" presId="urn:microsoft.com/office/officeart/2005/8/layout/orgChart1"/>
    <dgm:cxn modelId="{166CA480-E04B-48D2-83D7-21170AC0B37C}" type="presParOf" srcId="{DE5AA581-F286-4B5C-A89C-8865045884EB}" destId="{EEB56DF4-3B34-469F-9009-406E4A8A85F1}" srcOrd="0" destOrd="0" presId="urn:microsoft.com/office/officeart/2005/8/layout/orgChart1"/>
    <dgm:cxn modelId="{780ECF63-6D68-4550-B7D0-CB429489A45E}" type="presParOf" srcId="{DE5AA581-F286-4B5C-A89C-8865045884EB}" destId="{88A4F89D-15EB-4B47-9261-DA508E8436B2}" srcOrd="1" destOrd="0" presId="urn:microsoft.com/office/officeart/2005/8/layout/orgChart1"/>
    <dgm:cxn modelId="{FFB0AADB-32BB-4E12-95DC-41CDE32F23D3}" type="presParOf" srcId="{B82B954B-43F1-476D-B671-BB8478F8D505}" destId="{96B9C3A8-9144-48A6-BF8F-E6EAFDFE012E}" srcOrd="1" destOrd="0" presId="urn:microsoft.com/office/officeart/2005/8/layout/orgChart1"/>
    <dgm:cxn modelId="{A0DEBFC3-2194-4C71-8B49-DF0E6E80A3E3}" type="presParOf" srcId="{B82B954B-43F1-476D-B671-BB8478F8D505}" destId="{1CE42155-BE6E-4400-A547-4D4411B8E87D}" srcOrd="2" destOrd="0" presId="urn:microsoft.com/office/officeart/2005/8/layout/orgChart1"/>
    <dgm:cxn modelId="{FEC9A8A6-2917-48BE-BBC3-F767234FEBEF}" type="presParOf" srcId="{10FA06FE-A55C-445B-9787-067E8D2FDCA7}" destId="{274EEF91-1E62-4AEE-936B-3C9F098A9C26}" srcOrd="4" destOrd="0" presId="urn:microsoft.com/office/officeart/2005/8/layout/orgChart1"/>
    <dgm:cxn modelId="{FD7CA647-2163-4675-908C-14E87F3FB416}" type="presParOf" srcId="{10FA06FE-A55C-445B-9787-067E8D2FDCA7}" destId="{096C78B9-80ED-41E9-8646-4D90FB585C24}" srcOrd="5" destOrd="0" presId="urn:microsoft.com/office/officeart/2005/8/layout/orgChart1"/>
    <dgm:cxn modelId="{CC765FF3-1192-40C6-B5DE-4313B77A30F4}" type="presParOf" srcId="{096C78B9-80ED-41E9-8646-4D90FB585C24}" destId="{EB7C262F-13BF-4BA1-A10B-9A232B64493A}" srcOrd="0" destOrd="0" presId="urn:microsoft.com/office/officeart/2005/8/layout/orgChart1"/>
    <dgm:cxn modelId="{9FD88A4C-82E8-42C0-9D1C-534D48B6FF65}" type="presParOf" srcId="{EB7C262F-13BF-4BA1-A10B-9A232B64493A}" destId="{4B54590B-9AA2-40D6-9B42-FECB93167B19}" srcOrd="0" destOrd="0" presId="urn:microsoft.com/office/officeart/2005/8/layout/orgChart1"/>
    <dgm:cxn modelId="{B7923625-BE52-4D5C-90D2-6A514A4ED0C5}" type="presParOf" srcId="{EB7C262F-13BF-4BA1-A10B-9A232B64493A}" destId="{ABEBF3ED-4E94-4FC1-8C27-9BCF34D9D5F4}" srcOrd="1" destOrd="0" presId="urn:microsoft.com/office/officeart/2005/8/layout/orgChart1"/>
    <dgm:cxn modelId="{0421364D-2F5C-4AEF-BA2E-ABAE6582AF02}" type="presParOf" srcId="{096C78B9-80ED-41E9-8646-4D90FB585C24}" destId="{A8216155-6356-4CB6-B5A4-D57FE0EE1CF7}" srcOrd="1" destOrd="0" presId="urn:microsoft.com/office/officeart/2005/8/layout/orgChart1"/>
    <dgm:cxn modelId="{681EA6C2-AB6B-4B21-96F7-CBE70FF07181}" type="presParOf" srcId="{096C78B9-80ED-41E9-8646-4D90FB585C24}" destId="{FA0E2094-FC69-465D-A43F-EE2031000E45}" srcOrd="2" destOrd="0" presId="urn:microsoft.com/office/officeart/2005/8/layout/orgChart1"/>
    <dgm:cxn modelId="{D18460A5-C15D-4290-A849-67D013B20945}" type="presParOf" srcId="{A805D97A-52DB-426E-81B0-7FDDB12E3E67}" destId="{238EAA23-AD4C-4FDC-BF9C-7009FBB3EA0A}" srcOrd="2" destOrd="0" presId="urn:microsoft.com/office/officeart/2005/8/layout/orgChart1"/>
    <dgm:cxn modelId="{0CB6AA6B-0544-4339-8515-F99014577B04}" type="presParOf" srcId="{B3FFCEEF-365D-406B-B8DC-6CE4F52AA080}" destId="{221B3E76-8BA5-4C25-9236-B1E40F6B8314}" srcOrd="8" destOrd="0" presId="urn:microsoft.com/office/officeart/2005/8/layout/orgChart1"/>
    <dgm:cxn modelId="{45FA8AE3-F40D-4153-AB1F-2DCB4BCC3394}" type="presParOf" srcId="{B3FFCEEF-365D-406B-B8DC-6CE4F52AA080}" destId="{4EEEDDEF-CA46-4CC3-84A7-3212AAF8F8AE}" srcOrd="9" destOrd="0" presId="urn:microsoft.com/office/officeart/2005/8/layout/orgChart1"/>
    <dgm:cxn modelId="{738B7C7A-8045-4258-9544-B925D55BB9AE}" type="presParOf" srcId="{4EEEDDEF-CA46-4CC3-84A7-3212AAF8F8AE}" destId="{F3ECE9A4-3AFA-423D-BCEF-93E26206EEA4}" srcOrd="0" destOrd="0" presId="urn:microsoft.com/office/officeart/2005/8/layout/orgChart1"/>
    <dgm:cxn modelId="{8E9387B5-10D9-4B4F-AD17-E80DAC930351}" type="presParOf" srcId="{F3ECE9A4-3AFA-423D-BCEF-93E26206EEA4}" destId="{3511C228-3DEE-41B9-A4FE-87C41D401261}" srcOrd="0" destOrd="0" presId="urn:microsoft.com/office/officeart/2005/8/layout/orgChart1"/>
    <dgm:cxn modelId="{3F0945B9-4FF0-440A-AA11-2DBDA7B3A4B8}" type="presParOf" srcId="{F3ECE9A4-3AFA-423D-BCEF-93E26206EEA4}" destId="{4FD03774-3B67-4D46-9BDE-72EEC3D5C7CF}" srcOrd="1" destOrd="0" presId="urn:microsoft.com/office/officeart/2005/8/layout/orgChart1"/>
    <dgm:cxn modelId="{7D826EC6-9788-4925-AC61-5E35A39C1EFB}" type="presParOf" srcId="{4EEEDDEF-CA46-4CC3-84A7-3212AAF8F8AE}" destId="{386224E5-AA9E-4180-849B-B17E6416A1ED}" srcOrd="1" destOrd="0" presId="urn:microsoft.com/office/officeart/2005/8/layout/orgChart1"/>
    <dgm:cxn modelId="{9AB473D2-6765-499D-8C42-7346B15B7675}" type="presParOf" srcId="{386224E5-AA9E-4180-849B-B17E6416A1ED}" destId="{2698DB1F-DACA-4F06-A705-85759FC14AE9}" srcOrd="0" destOrd="0" presId="urn:microsoft.com/office/officeart/2005/8/layout/orgChart1"/>
    <dgm:cxn modelId="{CFCF7B0B-B703-4D2B-8D80-06E5064F4DAA}" type="presParOf" srcId="{386224E5-AA9E-4180-849B-B17E6416A1ED}" destId="{FC2C6E73-DA49-4401-81B8-ABB68403E58A}" srcOrd="1" destOrd="0" presId="urn:microsoft.com/office/officeart/2005/8/layout/orgChart1"/>
    <dgm:cxn modelId="{3B773E77-EE53-440B-99D2-611383E5C142}" type="presParOf" srcId="{FC2C6E73-DA49-4401-81B8-ABB68403E58A}" destId="{6910B326-03C2-4AB5-A695-6CDF94FF9D95}" srcOrd="0" destOrd="0" presId="urn:microsoft.com/office/officeart/2005/8/layout/orgChart1"/>
    <dgm:cxn modelId="{CF295FFF-1B1E-4C67-868D-76275DB1EF14}" type="presParOf" srcId="{6910B326-03C2-4AB5-A695-6CDF94FF9D95}" destId="{C3213FC7-5213-47DB-BC50-FDAB3A2D8713}" srcOrd="0" destOrd="0" presId="urn:microsoft.com/office/officeart/2005/8/layout/orgChart1"/>
    <dgm:cxn modelId="{350E49E3-0234-440B-A95A-82E68487E119}" type="presParOf" srcId="{6910B326-03C2-4AB5-A695-6CDF94FF9D95}" destId="{9D7D451D-9B2F-40C6-AE6E-7C9DB8D96E46}" srcOrd="1" destOrd="0" presId="urn:microsoft.com/office/officeart/2005/8/layout/orgChart1"/>
    <dgm:cxn modelId="{0559AF5D-7A2F-42A3-BB58-7F3E1F084FE9}" type="presParOf" srcId="{FC2C6E73-DA49-4401-81B8-ABB68403E58A}" destId="{C9926BEB-C01B-496E-8943-36008044FAB9}" srcOrd="1" destOrd="0" presId="urn:microsoft.com/office/officeart/2005/8/layout/orgChart1"/>
    <dgm:cxn modelId="{3BC35252-3984-4749-8F39-8FC683A2C219}" type="presParOf" srcId="{FC2C6E73-DA49-4401-81B8-ABB68403E58A}" destId="{94537DED-C4CA-4B26-8397-FDC0A1AFAC79}" srcOrd="2" destOrd="0" presId="urn:microsoft.com/office/officeart/2005/8/layout/orgChart1"/>
    <dgm:cxn modelId="{E242015B-FAEA-4D8B-AB90-5CFB34E47741}" type="presParOf" srcId="{386224E5-AA9E-4180-849B-B17E6416A1ED}" destId="{C85CF46F-4888-4C0F-8A12-F9C241EE30BC}" srcOrd="2" destOrd="0" presId="urn:microsoft.com/office/officeart/2005/8/layout/orgChart1"/>
    <dgm:cxn modelId="{177879D3-D0D7-4871-98F8-B7058568900A}" type="presParOf" srcId="{386224E5-AA9E-4180-849B-B17E6416A1ED}" destId="{65EA48AD-E0C3-4BB5-9E91-42533B4F61EB}" srcOrd="3" destOrd="0" presId="urn:microsoft.com/office/officeart/2005/8/layout/orgChart1"/>
    <dgm:cxn modelId="{B113BD5D-A577-479C-8DAC-77CF51F2B741}" type="presParOf" srcId="{65EA48AD-E0C3-4BB5-9E91-42533B4F61EB}" destId="{80F67651-8D3F-4B0A-BB6C-CE3CF9C50731}" srcOrd="0" destOrd="0" presId="urn:microsoft.com/office/officeart/2005/8/layout/orgChart1"/>
    <dgm:cxn modelId="{A89F33F0-D27E-407A-87F3-9C76EA8B1F80}" type="presParOf" srcId="{80F67651-8D3F-4B0A-BB6C-CE3CF9C50731}" destId="{727EE8F6-13E6-483E-836E-2F52B5E20911}" srcOrd="0" destOrd="0" presId="urn:microsoft.com/office/officeart/2005/8/layout/orgChart1"/>
    <dgm:cxn modelId="{2A4F0806-B868-456A-9A99-5E05E218F8FB}" type="presParOf" srcId="{80F67651-8D3F-4B0A-BB6C-CE3CF9C50731}" destId="{45098B35-7363-44D4-8B58-310E0C12D5FA}" srcOrd="1" destOrd="0" presId="urn:microsoft.com/office/officeart/2005/8/layout/orgChart1"/>
    <dgm:cxn modelId="{01355063-696B-4379-9B3F-2C9214E7AC5C}" type="presParOf" srcId="{65EA48AD-E0C3-4BB5-9E91-42533B4F61EB}" destId="{399F0846-6E0A-468E-A609-8E6484CA701C}" srcOrd="1" destOrd="0" presId="urn:microsoft.com/office/officeart/2005/8/layout/orgChart1"/>
    <dgm:cxn modelId="{1EAD3149-2F21-40DB-926A-CC65640BECF3}" type="presParOf" srcId="{65EA48AD-E0C3-4BB5-9E91-42533B4F61EB}" destId="{84EA950A-0172-4D6F-8264-5A2C9FCFA84E}" srcOrd="2" destOrd="0" presId="urn:microsoft.com/office/officeart/2005/8/layout/orgChart1"/>
    <dgm:cxn modelId="{951E855F-B8F2-4845-99F5-391E29F5961E}" type="presParOf" srcId="{386224E5-AA9E-4180-849B-B17E6416A1ED}" destId="{9E05DCDC-8F07-4639-984A-EEFE567B8926}" srcOrd="4" destOrd="0" presId="urn:microsoft.com/office/officeart/2005/8/layout/orgChart1"/>
    <dgm:cxn modelId="{9A2B3A07-4BEE-4CCE-8640-3C1C329696E3}" type="presParOf" srcId="{386224E5-AA9E-4180-849B-B17E6416A1ED}" destId="{24308C7A-C26E-4D2B-B025-8AF68248B235}" srcOrd="5" destOrd="0" presId="urn:microsoft.com/office/officeart/2005/8/layout/orgChart1"/>
    <dgm:cxn modelId="{F158391D-CEE2-4264-8114-8617B4700422}" type="presParOf" srcId="{24308C7A-C26E-4D2B-B025-8AF68248B235}" destId="{6FC66C67-EAE8-47B4-90BC-CFC8BA534B2D}" srcOrd="0" destOrd="0" presId="urn:microsoft.com/office/officeart/2005/8/layout/orgChart1"/>
    <dgm:cxn modelId="{B0965A6D-683E-42F8-B3CE-98FAEC4C8EFC}" type="presParOf" srcId="{6FC66C67-EAE8-47B4-90BC-CFC8BA534B2D}" destId="{FA2ED04F-3A88-41BC-965F-30027E0B1DBF}" srcOrd="0" destOrd="0" presId="urn:microsoft.com/office/officeart/2005/8/layout/orgChart1"/>
    <dgm:cxn modelId="{B1239152-1CFF-4C4D-B045-0DB74F0B5C50}" type="presParOf" srcId="{6FC66C67-EAE8-47B4-90BC-CFC8BA534B2D}" destId="{448DAE71-17F2-470C-86EC-C15340F30DC6}" srcOrd="1" destOrd="0" presId="urn:microsoft.com/office/officeart/2005/8/layout/orgChart1"/>
    <dgm:cxn modelId="{7E027DEC-1CB3-4757-A330-A1A1F9627E5F}" type="presParOf" srcId="{24308C7A-C26E-4D2B-B025-8AF68248B235}" destId="{47720B0A-2CDE-487E-B702-1CFCB8A7DAA4}" srcOrd="1" destOrd="0" presId="urn:microsoft.com/office/officeart/2005/8/layout/orgChart1"/>
    <dgm:cxn modelId="{637496A2-F9BD-4FF0-9A05-F430C057DFFD}" type="presParOf" srcId="{24308C7A-C26E-4D2B-B025-8AF68248B235}" destId="{DB14663E-3F9B-49BD-A2FD-19269A3E0971}" srcOrd="2" destOrd="0" presId="urn:microsoft.com/office/officeart/2005/8/layout/orgChart1"/>
    <dgm:cxn modelId="{A33578C9-37CE-4218-89A5-A519BB9DC596}" type="presParOf" srcId="{4EEEDDEF-CA46-4CC3-84A7-3212AAF8F8AE}" destId="{C11B8EFD-75BC-4BD5-B0B6-E7591E5DD642}" srcOrd="2" destOrd="0" presId="urn:microsoft.com/office/officeart/2005/8/layout/orgChart1"/>
    <dgm:cxn modelId="{87F91DC2-5313-4E6B-A72F-0C02464D674B}" type="presParOf" srcId="{0131C301-4D9B-480A-B1BA-AF21600BC51C}" destId="{D8BB1A81-803D-4018-9343-9FA4C3CFD4E2}" srcOrd="2" destOrd="0" presId="urn:microsoft.com/office/officeart/2005/8/layout/orgChart1"/>
  </dgm:cxnLst>
  <dgm:bg>
    <a:noFill/>
  </dgm:bg>
  <dgm:whole>
    <a:ln w="9525" cap="flat" cmpd="sng" algn="ctr">
      <a:noFill/>
      <a:prstDash val="solid"/>
      <a:round/>
      <a:headEnd type="none" w="med" len="med"/>
      <a:tailEnd type="none" w="med" len="med"/>
    </a:ln>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05DCDC-8F07-4639-984A-EEFE567B8926}">
      <dsp:nvSpPr>
        <dsp:cNvPr id="0" name=""/>
        <dsp:cNvSpPr/>
      </dsp:nvSpPr>
      <dsp:spPr>
        <a:xfrm>
          <a:off x="8388134" y="1683667"/>
          <a:ext cx="208577" cy="2614177"/>
        </a:xfrm>
        <a:custGeom>
          <a:avLst/>
          <a:gdLst/>
          <a:ahLst/>
          <a:cxnLst/>
          <a:rect l="0" t="0" r="0" b="0"/>
          <a:pathLst>
            <a:path>
              <a:moveTo>
                <a:pt x="0" y="0"/>
              </a:moveTo>
              <a:lnTo>
                <a:pt x="0" y="2585935"/>
              </a:lnTo>
              <a:lnTo>
                <a:pt x="206324" y="2585935"/>
              </a:lnTo>
            </a:path>
          </a:pathLst>
        </a:custGeom>
        <a:noFill/>
        <a:ln w="19050" cap="flat" cmpd="sng" algn="ctr">
          <a:solidFill>
            <a:schemeClr val="tx2">
              <a:lumMod val="75000"/>
            </a:schemeClr>
          </a:solidFill>
          <a:prstDash val="solid"/>
          <a:miter lim="800000"/>
        </a:ln>
        <a:effectLst/>
      </dsp:spPr>
      <dsp:style>
        <a:lnRef idx="2">
          <a:scrgbClr r="0" g="0" b="0"/>
        </a:lnRef>
        <a:fillRef idx="0">
          <a:scrgbClr r="0" g="0" b="0"/>
        </a:fillRef>
        <a:effectRef idx="0">
          <a:scrgbClr r="0" g="0" b="0"/>
        </a:effectRef>
        <a:fontRef idx="minor"/>
      </dsp:style>
    </dsp:sp>
    <dsp:sp modelId="{C85CF46F-4888-4C0F-8A12-F9C241EE30BC}">
      <dsp:nvSpPr>
        <dsp:cNvPr id="0" name=""/>
        <dsp:cNvSpPr/>
      </dsp:nvSpPr>
      <dsp:spPr>
        <a:xfrm>
          <a:off x="8388134" y="1683667"/>
          <a:ext cx="208577" cy="1626908"/>
        </a:xfrm>
        <a:custGeom>
          <a:avLst/>
          <a:gdLst/>
          <a:ahLst/>
          <a:cxnLst/>
          <a:rect l="0" t="0" r="0" b="0"/>
          <a:pathLst>
            <a:path>
              <a:moveTo>
                <a:pt x="0" y="0"/>
              </a:moveTo>
              <a:lnTo>
                <a:pt x="0" y="1609332"/>
              </a:lnTo>
              <a:lnTo>
                <a:pt x="206324" y="1609332"/>
              </a:lnTo>
            </a:path>
          </a:pathLst>
        </a:custGeom>
        <a:noFill/>
        <a:ln w="19050" cap="flat" cmpd="sng" algn="ctr">
          <a:solidFill>
            <a:schemeClr val="tx2">
              <a:lumMod val="75000"/>
            </a:schemeClr>
          </a:solidFill>
          <a:prstDash val="solid"/>
          <a:miter lim="800000"/>
        </a:ln>
        <a:effectLst/>
      </dsp:spPr>
      <dsp:style>
        <a:lnRef idx="2">
          <a:scrgbClr r="0" g="0" b="0"/>
        </a:lnRef>
        <a:fillRef idx="0">
          <a:scrgbClr r="0" g="0" b="0"/>
        </a:fillRef>
        <a:effectRef idx="0">
          <a:scrgbClr r="0" g="0" b="0"/>
        </a:effectRef>
        <a:fontRef idx="minor"/>
      </dsp:style>
    </dsp:sp>
    <dsp:sp modelId="{2698DB1F-DACA-4F06-A705-85759FC14AE9}">
      <dsp:nvSpPr>
        <dsp:cNvPr id="0" name=""/>
        <dsp:cNvSpPr/>
      </dsp:nvSpPr>
      <dsp:spPr>
        <a:xfrm>
          <a:off x="8388134" y="1683667"/>
          <a:ext cx="208577" cy="639639"/>
        </a:xfrm>
        <a:custGeom>
          <a:avLst/>
          <a:gdLst/>
          <a:ahLst/>
          <a:cxnLst/>
          <a:rect l="0" t="0" r="0" b="0"/>
          <a:pathLst>
            <a:path>
              <a:moveTo>
                <a:pt x="0" y="0"/>
              </a:moveTo>
              <a:lnTo>
                <a:pt x="0" y="632728"/>
              </a:lnTo>
              <a:lnTo>
                <a:pt x="206324" y="632728"/>
              </a:lnTo>
            </a:path>
          </a:pathLst>
        </a:custGeom>
        <a:noFill/>
        <a:ln w="19050" cap="flat" cmpd="sng" algn="ctr">
          <a:solidFill>
            <a:schemeClr val="tx2">
              <a:lumMod val="75000"/>
            </a:schemeClr>
          </a:solidFill>
          <a:prstDash val="solid"/>
          <a:miter lim="800000"/>
        </a:ln>
        <a:effectLst/>
      </dsp:spPr>
      <dsp:style>
        <a:lnRef idx="2">
          <a:scrgbClr r="0" g="0" b="0"/>
        </a:lnRef>
        <a:fillRef idx="0">
          <a:scrgbClr r="0" g="0" b="0"/>
        </a:fillRef>
        <a:effectRef idx="0">
          <a:scrgbClr r="0" g="0" b="0"/>
        </a:effectRef>
        <a:fontRef idx="minor"/>
      </dsp:style>
    </dsp:sp>
    <dsp:sp modelId="{221B3E76-8BA5-4C25-9236-B1E40F6B8314}">
      <dsp:nvSpPr>
        <dsp:cNvPr id="0" name=""/>
        <dsp:cNvSpPr/>
      </dsp:nvSpPr>
      <dsp:spPr>
        <a:xfrm>
          <a:off x="5579285" y="696398"/>
          <a:ext cx="3365057" cy="292009"/>
        </a:xfrm>
        <a:custGeom>
          <a:avLst/>
          <a:gdLst/>
          <a:ahLst/>
          <a:cxnLst/>
          <a:rect l="0" t="0" r="0" b="0"/>
          <a:pathLst>
            <a:path>
              <a:moveTo>
                <a:pt x="0" y="0"/>
              </a:moveTo>
              <a:lnTo>
                <a:pt x="0" y="144427"/>
              </a:lnTo>
              <a:lnTo>
                <a:pt x="3328703" y="144427"/>
              </a:lnTo>
              <a:lnTo>
                <a:pt x="3328703" y="288854"/>
              </a:lnTo>
            </a:path>
          </a:pathLst>
        </a:custGeom>
        <a:noFill/>
        <a:ln w="19050" cap="flat" cmpd="sng" algn="ctr">
          <a:solidFill>
            <a:schemeClr val="tx2">
              <a:lumMod val="75000"/>
            </a:schemeClr>
          </a:solidFill>
          <a:prstDash val="solid"/>
          <a:miter lim="800000"/>
        </a:ln>
        <a:effectLst/>
      </dsp:spPr>
      <dsp:style>
        <a:lnRef idx="2">
          <a:scrgbClr r="0" g="0" b="0"/>
        </a:lnRef>
        <a:fillRef idx="0">
          <a:scrgbClr r="0" g="0" b="0"/>
        </a:fillRef>
        <a:effectRef idx="0">
          <a:scrgbClr r="0" g="0" b="0"/>
        </a:effectRef>
        <a:fontRef idx="minor"/>
      </dsp:style>
    </dsp:sp>
    <dsp:sp modelId="{274EEF91-1E62-4AEE-936B-3C9F098A9C26}">
      <dsp:nvSpPr>
        <dsp:cNvPr id="0" name=""/>
        <dsp:cNvSpPr/>
      </dsp:nvSpPr>
      <dsp:spPr>
        <a:xfrm>
          <a:off x="6705606" y="1683667"/>
          <a:ext cx="208577" cy="2614177"/>
        </a:xfrm>
        <a:custGeom>
          <a:avLst/>
          <a:gdLst/>
          <a:ahLst/>
          <a:cxnLst/>
          <a:rect l="0" t="0" r="0" b="0"/>
          <a:pathLst>
            <a:path>
              <a:moveTo>
                <a:pt x="0" y="0"/>
              </a:moveTo>
              <a:lnTo>
                <a:pt x="0" y="2585935"/>
              </a:lnTo>
              <a:lnTo>
                <a:pt x="206324" y="2585935"/>
              </a:lnTo>
            </a:path>
          </a:pathLst>
        </a:custGeom>
        <a:noFill/>
        <a:ln w="19050" cap="flat" cmpd="sng" algn="ctr">
          <a:solidFill>
            <a:schemeClr val="tx2">
              <a:lumMod val="75000"/>
            </a:schemeClr>
          </a:solidFill>
          <a:prstDash val="solid"/>
          <a:miter lim="800000"/>
        </a:ln>
        <a:effectLst/>
      </dsp:spPr>
      <dsp:style>
        <a:lnRef idx="2">
          <a:scrgbClr r="0" g="0" b="0"/>
        </a:lnRef>
        <a:fillRef idx="0">
          <a:scrgbClr r="0" g="0" b="0"/>
        </a:fillRef>
        <a:effectRef idx="0">
          <a:scrgbClr r="0" g="0" b="0"/>
        </a:effectRef>
        <a:fontRef idx="minor"/>
      </dsp:style>
    </dsp:sp>
    <dsp:sp modelId="{BF26FFE9-06E8-4DA6-912D-83051398BB81}">
      <dsp:nvSpPr>
        <dsp:cNvPr id="0" name=""/>
        <dsp:cNvSpPr/>
      </dsp:nvSpPr>
      <dsp:spPr>
        <a:xfrm>
          <a:off x="6705606" y="1683667"/>
          <a:ext cx="208577" cy="1626908"/>
        </a:xfrm>
        <a:custGeom>
          <a:avLst/>
          <a:gdLst/>
          <a:ahLst/>
          <a:cxnLst/>
          <a:rect l="0" t="0" r="0" b="0"/>
          <a:pathLst>
            <a:path>
              <a:moveTo>
                <a:pt x="0" y="0"/>
              </a:moveTo>
              <a:lnTo>
                <a:pt x="0" y="1609332"/>
              </a:lnTo>
              <a:lnTo>
                <a:pt x="206324" y="1609332"/>
              </a:lnTo>
            </a:path>
          </a:pathLst>
        </a:custGeom>
        <a:noFill/>
        <a:ln w="19050" cap="flat" cmpd="sng" algn="ctr">
          <a:solidFill>
            <a:schemeClr val="tx2">
              <a:lumMod val="75000"/>
            </a:schemeClr>
          </a:solidFill>
          <a:prstDash val="solid"/>
          <a:miter lim="800000"/>
        </a:ln>
        <a:effectLst/>
      </dsp:spPr>
      <dsp:style>
        <a:lnRef idx="2">
          <a:scrgbClr r="0" g="0" b="0"/>
        </a:lnRef>
        <a:fillRef idx="0">
          <a:scrgbClr r="0" g="0" b="0"/>
        </a:fillRef>
        <a:effectRef idx="0">
          <a:scrgbClr r="0" g="0" b="0"/>
        </a:effectRef>
        <a:fontRef idx="minor"/>
      </dsp:style>
    </dsp:sp>
    <dsp:sp modelId="{8B400140-05F5-4B7E-A790-B5D4DE8AD894}">
      <dsp:nvSpPr>
        <dsp:cNvPr id="0" name=""/>
        <dsp:cNvSpPr/>
      </dsp:nvSpPr>
      <dsp:spPr>
        <a:xfrm>
          <a:off x="6705606" y="1683667"/>
          <a:ext cx="208577" cy="639639"/>
        </a:xfrm>
        <a:custGeom>
          <a:avLst/>
          <a:gdLst/>
          <a:ahLst/>
          <a:cxnLst/>
          <a:rect l="0" t="0" r="0" b="0"/>
          <a:pathLst>
            <a:path>
              <a:moveTo>
                <a:pt x="0" y="0"/>
              </a:moveTo>
              <a:lnTo>
                <a:pt x="0" y="632728"/>
              </a:lnTo>
              <a:lnTo>
                <a:pt x="206324" y="632728"/>
              </a:lnTo>
            </a:path>
          </a:pathLst>
        </a:custGeom>
        <a:noFill/>
        <a:ln w="19050" cap="flat" cmpd="sng" algn="ctr">
          <a:solidFill>
            <a:schemeClr val="tx2">
              <a:lumMod val="75000"/>
            </a:schemeClr>
          </a:solidFill>
          <a:prstDash val="solid"/>
          <a:miter lim="800000"/>
        </a:ln>
        <a:effectLst/>
      </dsp:spPr>
      <dsp:style>
        <a:lnRef idx="2">
          <a:scrgbClr r="0" g="0" b="0"/>
        </a:lnRef>
        <a:fillRef idx="0">
          <a:scrgbClr r="0" g="0" b="0"/>
        </a:fillRef>
        <a:effectRef idx="0">
          <a:scrgbClr r="0" g="0" b="0"/>
        </a:effectRef>
        <a:fontRef idx="minor"/>
      </dsp:style>
    </dsp:sp>
    <dsp:sp modelId="{2DE0AF74-97A7-4DBA-AD2D-F1235B4038AC}">
      <dsp:nvSpPr>
        <dsp:cNvPr id="0" name=""/>
        <dsp:cNvSpPr/>
      </dsp:nvSpPr>
      <dsp:spPr>
        <a:xfrm>
          <a:off x="5579285" y="696398"/>
          <a:ext cx="1682528" cy="292009"/>
        </a:xfrm>
        <a:custGeom>
          <a:avLst/>
          <a:gdLst/>
          <a:ahLst/>
          <a:cxnLst/>
          <a:rect l="0" t="0" r="0" b="0"/>
          <a:pathLst>
            <a:path>
              <a:moveTo>
                <a:pt x="0" y="0"/>
              </a:moveTo>
              <a:lnTo>
                <a:pt x="0" y="144427"/>
              </a:lnTo>
              <a:lnTo>
                <a:pt x="1664351" y="144427"/>
              </a:lnTo>
              <a:lnTo>
                <a:pt x="1664351" y="288854"/>
              </a:lnTo>
            </a:path>
          </a:pathLst>
        </a:custGeom>
        <a:noFill/>
        <a:ln w="19050" cap="flat" cmpd="sng" algn="ctr">
          <a:solidFill>
            <a:schemeClr val="tx2">
              <a:lumMod val="75000"/>
            </a:schemeClr>
          </a:solidFill>
          <a:prstDash val="solid"/>
          <a:miter lim="800000"/>
        </a:ln>
        <a:effectLst/>
      </dsp:spPr>
      <dsp:style>
        <a:lnRef idx="2">
          <a:scrgbClr r="0" g="0" b="0"/>
        </a:lnRef>
        <a:fillRef idx="0">
          <a:scrgbClr r="0" g="0" b="0"/>
        </a:fillRef>
        <a:effectRef idx="0">
          <a:scrgbClr r="0" g="0" b="0"/>
        </a:effectRef>
        <a:fontRef idx="minor"/>
      </dsp:style>
    </dsp:sp>
    <dsp:sp modelId="{393EFB96-94D3-42C7-A50E-ED3001C66A62}">
      <dsp:nvSpPr>
        <dsp:cNvPr id="0" name=""/>
        <dsp:cNvSpPr/>
      </dsp:nvSpPr>
      <dsp:spPr>
        <a:xfrm>
          <a:off x="5023077" y="1683667"/>
          <a:ext cx="208577" cy="2614177"/>
        </a:xfrm>
        <a:custGeom>
          <a:avLst/>
          <a:gdLst/>
          <a:ahLst/>
          <a:cxnLst/>
          <a:rect l="0" t="0" r="0" b="0"/>
          <a:pathLst>
            <a:path>
              <a:moveTo>
                <a:pt x="0" y="0"/>
              </a:moveTo>
              <a:lnTo>
                <a:pt x="0" y="2585935"/>
              </a:lnTo>
              <a:lnTo>
                <a:pt x="206324" y="2585935"/>
              </a:lnTo>
            </a:path>
          </a:pathLst>
        </a:custGeom>
        <a:noFill/>
        <a:ln w="19050" cap="flat" cmpd="sng" algn="ctr">
          <a:solidFill>
            <a:schemeClr val="tx2">
              <a:lumMod val="75000"/>
            </a:schemeClr>
          </a:solidFill>
          <a:prstDash val="solid"/>
          <a:miter lim="800000"/>
        </a:ln>
        <a:effectLst/>
      </dsp:spPr>
      <dsp:style>
        <a:lnRef idx="2">
          <a:scrgbClr r="0" g="0" b="0"/>
        </a:lnRef>
        <a:fillRef idx="0">
          <a:scrgbClr r="0" g="0" b="0"/>
        </a:fillRef>
        <a:effectRef idx="0">
          <a:scrgbClr r="0" g="0" b="0"/>
        </a:effectRef>
        <a:fontRef idx="minor"/>
      </dsp:style>
    </dsp:sp>
    <dsp:sp modelId="{5F6AE5B0-9329-459D-A00A-C6328F432969}">
      <dsp:nvSpPr>
        <dsp:cNvPr id="0" name=""/>
        <dsp:cNvSpPr/>
      </dsp:nvSpPr>
      <dsp:spPr>
        <a:xfrm>
          <a:off x="5023077" y="1683667"/>
          <a:ext cx="208577" cy="1626908"/>
        </a:xfrm>
        <a:custGeom>
          <a:avLst/>
          <a:gdLst/>
          <a:ahLst/>
          <a:cxnLst/>
          <a:rect l="0" t="0" r="0" b="0"/>
          <a:pathLst>
            <a:path>
              <a:moveTo>
                <a:pt x="0" y="0"/>
              </a:moveTo>
              <a:lnTo>
                <a:pt x="0" y="1609332"/>
              </a:lnTo>
              <a:lnTo>
                <a:pt x="206324" y="1609332"/>
              </a:lnTo>
            </a:path>
          </a:pathLst>
        </a:custGeom>
        <a:noFill/>
        <a:ln w="19050" cap="flat" cmpd="sng" algn="ctr">
          <a:solidFill>
            <a:schemeClr val="tx2">
              <a:lumMod val="75000"/>
            </a:schemeClr>
          </a:solidFill>
          <a:prstDash val="solid"/>
          <a:miter lim="800000"/>
        </a:ln>
        <a:effectLst/>
      </dsp:spPr>
      <dsp:style>
        <a:lnRef idx="2">
          <a:scrgbClr r="0" g="0" b="0"/>
        </a:lnRef>
        <a:fillRef idx="0">
          <a:scrgbClr r="0" g="0" b="0"/>
        </a:fillRef>
        <a:effectRef idx="0">
          <a:scrgbClr r="0" g="0" b="0"/>
        </a:effectRef>
        <a:fontRef idx="minor"/>
      </dsp:style>
    </dsp:sp>
    <dsp:sp modelId="{E16BD1C3-C690-48AA-8773-265B3AB22BC7}">
      <dsp:nvSpPr>
        <dsp:cNvPr id="0" name=""/>
        <dsp:cNvSpPr/>
      </dsp:nvSpPr>
      <dsp:spPr>
        <a:xfrm>
          <a:off x="5023077" y="1683667"/>
          <a:ext cx="208577" cy="639639"/>
        </a:xfrm>
        <a:custGeom>
          <a:avLst/>
          <a:gdLst/>
          <a:ahLst/>
          <a:cxnLst/>
          <a:rect l="0" t="0" r="0" b="0"/>
          <a:pathLst>
            <a:path>
              <a:moveTo>
                <a:pt x="0" y="0"/>
              </a:moveTo>
              <a:lnTo>
                <a:pt x="0" y="632728"/>
              </a:lnTo>
              <a:lnTo>
                <a:pt x="206324" y="632728"/>
              </a:lnTo>
            </a:path>
          </a:pathLst>
        </a:custGeom>
        <a:noFill/>
        <a:ln w="19050" cap="flat" cmpd="sng" algn="ctr">
          <a:solidFill>
            <a:schemeClr val="tx2">
              <a:lumMod val="75000"/>
            </a:schemeClr>
          </a:solidFill>
          <a:prstDash val="solid"/>
          <a:miter lim="800000"/>
        </a:ln>
        <a:effectLst/>
      </dsp:spPr>
      <dsp:style>
        <a:lnRef idx="2">
          <a:scrgbClr r="0" g="0" b="0"/>
        </a:lnRef>
        <a:fillRef idx="0">
          <a:scrgbClr r="0" g="0" b="0"/>
        </a:fillRef>
        <a:effectRef idx="0">
          <a:scrgbClr r="0" g="0" b="0"/>
        </a:effectRef>
        <a:fontRef idx="minor"/>
      </dsp:style>
    </dsp:sp>
    <dsp:sp modelId="{35E02B75-3A75-4452-ADA0-6BA9BBB6FE02}">
      <dsp:nvSpPr>
        <dsp:cNvPr id="0" name=""/>
        <dsp:cNvSpPr/>
      </dsp:nvSpPr>
      <dsp:spPr>
        <a:xfrm>
          <a:off x="5533565" y="696398"/>
          <a:ext cx="91440" cy="292009"/>
        </a:xfrm>
        <a:custGeom>
          <a:avLst/>
          <a:gdLst/>
          <a:ahLst/>
          <a:cxnLst/>
          <a:rect l="0" t="0" r="0" b="0"/>
          <a:pathLst>
            <a:path>
              <a:moveTo>
                <a:pt x="45720" y="0"/>
              </a:moveTo>
              <a:lnTo>
                <a:pt x="45720" y="288854"/>
              </a:lnTo>
            </a:path>
          </a:pathLst>
        </a:custGeom>
        <a:noFill/>
        <a:ln w="19050" cap="flat" cmpd="sng" algn="ctr">
          <a:solidFill>
            <a:schemeClr val="tx2">
              <a:lumMod val="75000"/>
            </a:schemeClr>
          </a:solidFill>
          <a:prstDash val="solid"/>
          <a:miter lim="800000"/>
        </a:ln>
        <a:effectLst/>
      </dsp:spPr>
      <dsp:style>
        <a:lnRef idx="2">
          <a:scrgbClr r="0" g="0" b="0"/>
        </a:lnRef>
        <a:fillRef idx="0">
          <a:scrgbClr r="0" g="0" b="0"/>
        </a:fillRef>
        <a:effectRef idx="0">
          <a:scrgbClr r="0" g="0" b="0"/>
        </a:effectRef>
        <a:fontRef idx="minor"/>
      </dsp:style>
    </dsp:sp>
    <dsp:sp modelId="{F624ED58-A477-43D1-8EB5-D9897944F26A}">
      <dsp:nvSpPr>
        <dsp:cNvPr id="0" name=""/>
        <dsp:cNvSpPr/>
      </dsp:nvSpPr>
      <dsp:spPr>
        <a:xfrm>
          <a:off x="3340548" y="1683667"/>
          <a:ext cx="208577" cy="2614177"/>
        </a:xfrm>
        <a:custGeom>
          <a:avLst/>
          <a:gdLst/>
          <a:ahLst/>
          <a:cxnLst/>
          <a:rect l="0" t="0" r="0" b="0"/>
          <a:pathLst>
            <a:path>
              <a:moveTo>
                <a:pt x="0" y="0"/>
              </a:moveTo>
              <a:lnTo>
                <a:pt x="0" y="2585935"/>
              </a:lnTo>
              <a:lnTo>
                <a:pt x="206324" y="2585935"/>
              </a:lnTo>
            </a:path>
          </a:pathLst>
        </a:custGeom>
        <a:noFill/>
        <a:ln w="19050" cap="flat" cmpd="sng" algn="ctr">
          <a:solidFill>
            <a:schemeClr val="tx2">
              <a:lumMod val="75000"/>
            </a:schemeClr>
          </a:solidFill>
          <a:prstDash val="solid"/>
          <a:miter lim="800000"/>
        </a:ln>
        <a:effectLst/>
      </dsp:spPr>
      <dsp:style>
        <a:lnRef idx="2">
          <a:scrgbClr r="0" g="0" b="0"/>
        </a:lnRef>
        <a:fillRef idx="0">
          <a:scrgbClr r="0" g="0" b="0"/>
        </a:fillRef>
        <a:effectRef idx="0">
          <a:scrgbClr r="0" g="0" b="0"/>
        </a:effectRef>
        <a:fontRef idx="minor"/>
      </dsp:style>
    </dsp:sp>
    <dsp:sp modelId="{87E723CD-3C2C-47F8-86B6-17AC2FA74266}">
      <dsp:nvSpPr>
        <dsp:cNvPr id="0" name=""/>
        <dsp:cNvSpPr/>
      </dsp:nvSpPr>
      <dsp:spPr>
        <a:xfrm>
          <a:off x="3340548" y="1683667"/>
          <a:ext cx="208577" cy="1626908"/>
        </a:xfrm>
        <a:custGeom>
          <a:avLst/>
          <a:gdLst/>
          <a:ahLst/>
          <a:cxnLst/>
          <a:rect l="0" t="0" r="0" b="0"/>
          <a:pathLst>
            <a:path>
              <a:moveTo>
                <a:pt x="0" y="0"/>
              </a:moveTo>
              <a:lnTo>
                <a:pt x="0" y="1609332"/>
              </a:lnTo>
              <a:lnTo>
                <a:pt x="206324" y="1609332"/>
              </a:lnTo>
            </a:path>
          </a:pathLst>
        </a:custGeom>
        <a:noFill/>
        <a:ln w="19050" cap="flat" cmpd="sng" algn="ctr">
          <a:solidFill>
            <a:schemeClr val="tx2">
              <a:lumMod val="75000"/>
            </a:schemeClr>
          </a:solidFill>
          <a:prstDash val="solid"/>
          <a:miter lim="800000"/>
        </a:ln>
        <a:effectLst/>
      </dsp:spPr>
      <dsp:style>
        <a:lnRef idx="2">
          <a:scrgbClr r="0" g="0" b="0"/>
        </a:lnRef>
        <a:fillRef idx="0">
          <a:scrgbClr r="0" g="0" b="0"/>
        </a:fillRef>
        <a:effectRef idx="0">
          <a:scrgbClr r="0" g="0" b="0"/>
        </a:effectRef>
        <a:fontRef idx="minor"/>
      </dsp:style>
    </dsp:sp>
    <dsp:sp modelId="{3C85892C-F690-46EE-B901-67B5AB741C3D}">
      <dsp:nvSpPr>
        <dsp:cNvPr id="0" name=""/>
        <dsp:cNvSpPr/>
      </dsp:nvSpPr>
      <dsp:spPr>
        <a:xfrm>
          <a:off x="3340548" y="1683667"/>
          <a:ext cx="208577" cy="639639"/>
        </a:xfrm>
        <a:custGeom>
          <a:avLst/>
          <a:gdLst/>
          <a:ahLst/>
          <a:cxnLst/>
          <a:rect l="0" t="0" r="0" b="0"/>
          <a:pathLst>
            <a:path>
              <a:moveTo>
                <a:pt x="0" y="0"/>
              </a:moveTo>
              <a:lnTo>
                <a:pt x="0" y="632728"/>
              </a:lnTo>
              <a:lnTo>
                <a:pt x="206324" y="632728"/>
              </a:lnTo>
            </a:path>
          </a:pathLst>
        </a:custGeom>
        <a:noFill/>
        <a:ln w="19050" cap="flat" cmpd="sng" algn="ctr">
          <a:solidFill>
            <a:schemeClr val="tx2">
              <a:lumMod val="75000"/>
            </a:schemeClr>
          </a:solidFill>
          <a:prstDash val="solid"/>
          <a:miter lim="800000"/>
        </a:ln>
        <a:effectLst/>
      </dsp:spPr>
      <dsp:style>
        <a:lnRef idx="2">
          <a:scrgbClr r="0" g="0" b="0"/>
        </a:lnRef>
        <a:fillRef idx="0">
          <a:scrgbClr r="0" g="0" b="0"/>
        </a:fillRef>
        <a:effectRef idx="0">
          <a:scrgbClr r="0" g="0" b="0"/>
        </a:effectRef>
        <a:fontRef idx="minor"/>
      </dsp:style>
    </dsp:sp>
    <dsp:sp modelId="{59C3AA54-0B88-411D-8431-164CB208FECF}">
      <dsp:nvSpPr>
        <dsp:cNvPr id="0" name=""/>
        <dsp:cNvSpPr/>
      </dsp:nvSpPr>
      <dsp:spPr>
        <a:xfrm>
          <a:off x="3896756" y="696398"/>
          <a:ext cx="1682528" cy="292009"/>
        </a:xfrm>
        <a:custGeom>
          <a:avLst/>
          <a:gdLst/>
          <a:ahLst/>
          <a:cxnLst/>
          <a:rect l="0" t="0" r="0" b="0"/>
          <a:pathLst>
            <a:path>
              <a:moveTo>
                <a:pt x="1664351" y="0"/>
              </a:moveTo>
              <a:lnTo>
                <a:pt x="1664351" y="144427"/>
              </a:lnTo>
              <a:lnTo>
                <a:pt x="0" y="144427"/>
              </a:lnTo>
              <a:lnTo>
                <a:pt x="0" y="288854"/>
              </a:lnTo>
            </a:path>
          </a:pathLst>
        </a:custGeom>
        <a:noFill/>
        <a:ln w="19050" cap="flat" cmpd="sng" algn="ctr">
          <a:solidFill>
            <a:prstClr val="white">
              <a:lumMod val="50000"/>
            </a:prstClr>
          </a:solidFill>
          <a:prstDash val="solid"/>
          <a:miter lim="800000"/>
        </a:ln>
        <a:effectLst/>
      </dsp:spPr>
      <dsp:style>
        <a:lnRef idx="2">
          <a:scrgbClr r="0" g="0" b="0"/>
        </a:lnRef>
        <a:fillRef idx="0">
          <a:scrgbClr r="0" g="0" b="0"/>
        </a:fillRef>
        <a:effectRef idx="0">
          <a:scrgbClr r="0" g="0" b="0"/>
        </a:effectRef>
        <a:fontRef idx="minor"/>
      </dsp:style>
    </dsp:sp>
    <dsp:sp modelId="{2C23AC5A-5011-427A-9453-B475EAD5ED30}">
      <dsp:nvSpPr>
        <dsp:cNvPr id="0" name=""/>
        <dsp:cNvSpPr/>
      </dsp:nvSpPr>
      <dsp:spPr>
        <a:xfrm>
          <a:off x="1658019" y="1683667"/>
          <a:ext cx="208577" cy="2614177"/>
        </a:xfrm>
        <a:custGeom>
          <a:avLst/>
          <a:gdLst/>
          <a:ahLst/>
          <a:cxnLst/>
          <a:rect l="0" t="0" r="0" b="0"/>
          <a:pathLst>
            <a:path>
              <a:moveTo>
                <a:pt x="0" y="0"/>
              </a:moveTo>
              <a:lnTo>
                <a:pt x="0" y="2585935"/>
              </a:lnTo>
              <a:lnTo>
                <a:pt x="206324" y="2585935"/>
              </a:lnTo>
            </a:path>
          </a:pathLst>
        </a:custGeom>
        <a:noFill/>
        <a:ln w="19050" cap="flat" cmpd="sng" algn="ctr">
          <a:solidFill>
            <a:schemeClr val="tx2">
              <a:lumMod val="75000"/>
            </a:schemeClr>
          </a:solidFill>
          <a:prstDash val="solid"/>
          <a:miter lim="800000"/>
        </a:ln>
        <a:effectLst/>
      </dsp:spPr>
      <dsp:style>
        <a:lnRef idx="2">
          <a:scrgbClr r="0" g="0" b="0"/>
        </a:lnRef>
        <a:fillRef idx="0">
          <a:scrgbClr r="0" g="0" b="0"/>
        </a:fillRef>
        <a:effectRef idx="0">
          <a:scrgbClr r="0" g="0" b="0"/>
        </a:effectRef>
        <a:fontRef idx="minor"/>
      </dsp:style>
    </dsp:sp>
    <dsp:sp modelId="{13E858BC-E02F-4ADE-8875-95F3AF297281}">
      <dsp:nvSpPr>
        <dsp:cNvPr id="0" name=""/>
        <dsp:cNvSpPr/>
      </dsp:nvSpPr>
      <dsp:spPr>
        <a:xfrm>
          <a:off x="1658019" y="1683667"/>
          <a:ext cx="208577" cy="1626908"/>
        </a:xfrm>
        <a:custGeom>
          <a:avLst/>
          <a:gdLst/>
          <a:ahLst/>
          <a:cxnLst/>
          <a:rect l="0" t="0" r="0" b="0"/>
          <a:pathLst>
            <a:path>
              <a:moveTo>
                <a:pt x="0" y="0"/>
              </a:moveTo>
              <a:lnTo>
                <a:pt x="0" y="1609332"/>
              </a:lnTo>
              <a:lnTo>
                <a:pt x="206324" y="1609332"/>
              </a:lnTo>
            </a:path>
          </a:pathLst>
        </a:custGeom>
        <a:noFill/>
        <a:ln w="19050" cap="flat" cmpd="sng" algn="ctr">
          <a:solidFill>
            <a:schemeClr val="tx2">
              <a:lumMod val="75000"/>
            </a:schemeClr>
          </a:solidFill>
          <a:prstDash val="solid"/>
          <a:miter lim="800000"/>
        </a:ln>
        <a:effectLst/>
      </dsp:spPr>
      <dsp:style>
        <a:lnRef idx="2">
          <a:scrgbClr r="0" g="0" b="0"/>
        </a:lnRef>
        <a:fillRef idx="0">
          <a:scrgbClr r="0" g="0" b="0"/>
        </a:fillRef>
        <a:effectRef idx="0">
          <a:scrgbClr r="0" g="0" b="0"/>
        </a:effectRef>
        <a:fontRef idx="minor"/>
      </dsp:style>
    </dsp:sp>
    <dsp:sp modelId="{26504001-AF88-4F04-84FA-327BFA0CE6AF}">
      <dsp:nvSpPr>
        <dsp:cNvPr id="0" name=""/>
        <dsp:cNvSpPr/>
      </dsp:nvSpPr>
      <dsp:spPr>
        <a:xfrm>
          <a:off x="1658019" y="1683667"/>
          <a:ext cx="208577" cy="639639"/>
        </a:xfrm>
        <a:custGeom>
          <a:avLst/>
          <a:gdLst/>
          <a:ahLst/>
          <a:cxnLst/>
          <a:rect l="0" t="0" r="0" b="0"/>
          <a:pathLst>
            <a:path>
              <a:moveTo>
                <a:pt x="0" y="0"/>
              </a:moveTo>
              <a:lnTo>
                <a:pt x="0" y="632728"/>
              </a:lnTo>
              <a:lnTo>
                <a:pt x="206324" y="632728"/>
              </a:lnTo>
            </a:path>
          </a:pathLst>
        </a:custGeom>
        <a:noFill/>
        <a:ln w="19050" cap="flat" cmpd="sng" algn="ctr">
          <a:solidFill>
            <a:schemeClr val="tx2">
              <a:lumMod val="75000"/>
            </a:schemeClr>
          </a:solidFill>
          <a:prstDash val="solid"/>
          <a:miter lim="800000"/>
        </a:ln>
        <a:effectLst/>
      </dsp:spPr>
      <dsp:style>
        <a:lnRef idx="2">
          <a:scrgbClr r="0" g="0" b="0"/>
        </a:lnRef>
        <a:fillRef idx="0">
          <a:scrgbClr r="0" g="0" b="0"/>
        </a:fillRef>
        <a:effectRef idx="0">
          <a:scrgbClr r="0" g="0" b="0"/>
        </a:effectRef>
        <a:fontRef idx="minor"/>
      </dsp:style>
    </dsp:sp>
    <dsp:sp modelId="{3FEFECCE-615F-4F9D-9206-2527AC70D5FC}">
      <dsp:nvSpPr>
        <dsp:cNvPr id="0" name=""/>
        <dsp:cNvSpPr/>
      </dsp:nvSpPr>
      <dsp:spPr>
        <a:xfrm>
          <a:off x="2214227" y="696398"/>
          <a:ext cx="3365057" cy="292009"/>
        </a:xfrm>
        <a:custGeom>
          <a:avLst/>
          <a:gdLst/>
          <a:ahLst/>
          <a:cxnLst/>
          <a:rect l="0" t="0" r="0" b="0"/>
          <a:pathLst>
            <a:path>
              <a:moveTo>
                <a:pt x="3328703" y="0"/>
              </a:moveTo>
              <a:lnTo>
                <a:pt x="3328703" y="144427"/>
              </a:lnTo>
              <a:lnTo>
                <a:pt x="0" y="144427"/>
              </a:lnTo>
              <a:lnTo>
                <a:pt x="0" y="288854"/>
              </a:lnTo>
            </a:path>
          </a:pathLst>
        </a:custGeom>
        <a:noFill/>
        <a:ln w="19050" cap="flat" cmpd="sng" algn="ctr">
          <a:solidFill>
            <a:schemeClr val="tx2">
              <a:lumMod val="75000"/>
            </a:schemeClr>
          </a:solidFill>
          <a:prstDash val="solid"/>
          <a:miter lim="800000"/>
        </a:ln>
        <a:effectLst/>
      </dsp:spPr>
      <dsp:style>
        <a:lnRef idx="2">
          <a:scrgbClr r="0" g="0" b="0"/>
        </a:lnRef>
        <a:fillRef idx="0">
          <a:scrgbClr r="0" g="0" b="0"/>
        </a:fillRef>
        <a:effectRef idx="0">
          <a:scrgbClr r="0" g="0" b="0"/>
        </a:effectRef>
        <a:fontRef idx="minor"/>
      </dsp:style>
    </dsp:sp>
    <dsp:sp modelId="{668F5963-2D79-4176-9C0E-288E4E3476DD}">
      <dsp:nvSpPr>
        <dsp:cNvPr id="0" name=""/>
        <dsp:cNvSpPr/>
      </dsp:nvSpPr>
      <dsp:spPr>
        <a:xfrm>
          <a:off x="4884025" y="1138"/>
          <a:ext cx="1390519" cy="695259"/>
        </a:xfrm>
        <a:prstGeom prst="rect">
          <a:avLst/>
        </a:prstGeom>
        <a:solidFill>
          <a:schemeClr val="accent6"/>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ts val="0"/>
            </a:spcAft>
            <a:buNone/>
          </a:pPr>
          <a:r>
            <a:rPr lang="en-US" sz="1400" kern="1200">
              <a:solidFill>
                <a:srgbClr val="FFFFFF"/>
              </a:solidFill>
              <a:latin typeface="Arial"/>
              <a:ea typeface="+mn-ea"/>
              <a:cs typeface="+mn-cs"/>
            </a:rPr>
            <a:t>First Last name</a:t>
          </a:r>
          <a:br>
            <a:rPr lang="en-US" sz="1400" kern="1200">
              <a:solidFill>
                <a:srgbClr val="FFFFFF"/>
              </a:solidFill>
              <a:latin typeface="Arial"/>
              <a:ea typeface="+mn-ea"/>
              <a:cs typeface="+mn-cs"/>
            </a:rPr>
          </a:br>
          <a:r>
            <a:rPr lang="en-US" sz="1400" kern="1200">
              <a:solidFill>
                <a:srgbClr val="FFFFFF"/>
              </a:solidFill>
              <a:latin typeface="Arial"/>
              <a:ea typeface="+mn-ea"/>
              <a:cs typeface="+mn-cs"/>
            </a:rPr>
            <a:t>Title</a:t>
          </a:r>
        </a:p>
      </dsp:txBody>
      <dsp:txXfrm>
        <a:off x="4884025" y="1138"/>
        <a:ext cx="1390519" cy="695259"/>
      </dsp:txXfrm>
    </dsp:sp>
    <dsp:sp modelId="{23FBB7A9-B771-423F-B44E-5A6F22A4D3EC}">
      <dsp:nvSpPr>
        <dsp:cNvPr id="0" name=""/>
        <dsp:cNvSpPr/>
      </dsp:nvSpPr>
      <dsp:spPr>
        <a:xfrm>
          <a:off x="1518967" y="988407"/>
          <a:ext cx="1390519" cy="695259"/>
        </a:xfrm>
        <a:prstGeom prst="rect">
          <a:avLst/>
        </a:prstGeom>
        <a:solidFill>
          <a:schemeClr val="tx2">
            <a:lumMod val="75000"/>
          </a:schemeClr>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ts val="0"/>
            </a:spcAft>
            <a:buNone/>
          </a:pPr>
          <a:r>
            <a:rPr lang="en-US" sz="1400" kern="1200">
              <a:solidFill>
                <a:srgbClr val="FFFFFF"/>
              </a:solidFill>
              <a:latin typeface="Arial"/>
              <a:ea typeface="+mn-ea"/>
              <a:cs typeface="+mn-cs"/>
            </a:rPr>
            <a:t>First Last name</a:t>
          </a:r>
          <a:br>
            <a:rPr lang="en-US" sz="1400" kern="1200">
              <a:solidFill>
                <a:srgbClr val="FFFFFF"/>
              </a:solidFill>
              <a:latin typeface="Arial"/>
              <a:ea typeface="+mn-ea"/>
              <a:cs typeface="+mn-cs"/>
            </a:rPr>
          </a:br>
          <a:r>
            <a:rPr lang="en-US" sz="1400" kern="1200">
              <a:solidFill>
                <a:srgbClr val="FFFFFF"/>
              </a:solidFill>
              <a:latin typeface="Arial"/>
              <a:ea typeface="+mn-ea"/>
              <a:cs typeface="+mn-cs"/>
            </a:rPr>
            <a:t>Title</a:t>
          </a:r>
        </a:p>
      </dsp:txBody>
      <dsp:txXfrm>
        <a:off x="1518967" y="988407"/>
        <a:ext cx="1390519" cy="695259"/>
      </dsp:txXfrm>
    </dsp:sp>
    <dsp:sp modelId="{3C443A09-E547-4366-B5A8-0A9485E1CD8E}">
      <dsp:nvSpPr>
        <dsp:cNvPr id="0" name=""/>
        <dsp:cNvSpPr/>
      </dsp:nvSpPr>
      <dsp:spPr>
        <a:xfrm>
          <a:off x="1866597" y="1975676"/>
          <a:ext cx="1390519" cy="695259"/>
        </a:xfrm>
        <a:prstGeom prst="rect">
          <a:avLst/>
        </a:prstGeom>
        <a:solidFill>
          <a:schemeClr val="tx2">
            <a:lumMod val="75000"/>
          </a:schemeClr>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ts val="0"/>
            </a:spcAft>
            <a:buNone/>
          </a:pPr>
          <a:r>
            <a:rPr lang="en-US" sz="1400" kern="1200">
              <a:solidFill>
                <a:srgbClr val="FFFFFF"/>
              </a:solidFill>
              <a:latin typeface="Arial"/>
              <a:ea typeface="+mn-ea"/>
              <a:cs typeface="+mn-cs"/>
            </a:rPr>
            <a:t>First Last name</a:t>
          </a:r>
          <a:br>
            <a:rPr lang="en-US" sz="1400" kern="1200">
              <a:solidFill>
                <a:srgbClr val="FFFFFF"/>
              </a:solidFill>
              <a:latin typeface="Arial"/>
              <a:ea typeface="+mn-ea"/>
              <a:cs typeface="+mn-cs"/>
            </a:rPr>
          </a:br>
          <a:r>
            <a:rPr lang="en-US" sz="1400" kern="1200">
              <a:solidFill>
                <a:srgbClr val="FFFFFF"/>
              </a:solidFill>
              <a:latin typeface="Arial"/>
              <a:ea typeface="+mn-ea"/>
              <a:cs typeface="+mn-cs"/>
            </a:rPr>
            <a:t>Title</a:t>
          </a:r>
        </a:p>
      </dsp:txBody>
      <dsp:txXfrm>
        <a:off x="1866597" y="1975676"/>
        <a:ext cx="1390519" cy="695259"/>
      </dsp:txXfrm>
    </dsp:sp>
    <dsp:sp modelId="{4AF2629C-38D2-4327-BA3C-D37B81BA2116}">
      <dsp:nvSpPr>
        <dsp:cNvPr id="0" name=""/>
        <dsp:cNvSpPr/>
      </dsp:nvSpPr>
      <dsp:spPr>
        <a:xfrm>
          <a:off x="1866597" y="2962945"/>
          <a:ext cx="1390519" cy="695259"/>
        </a:xfrm>
        <a:prstGeom prst="rect">
          <a:avLst/>
        </a:prstGeom>
        <a:solidFill>
          <a:schemeClr val="tx2">
            <a:lumMod val="75000"/>
          </a:schemeClr>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ts val="0"/>
            </a:spcAft>
            <a:buNone/>
          </a:pPr>
          <a:r>
            <a:rPr lang="en-US" sz="1400" kern="1200">
              <a:solidFill>
                <a:srgbClr val="FFFFFF"/>
              </a:solidFill>
              <a:latin typeface="Arial"/>
              <a:ea typeface="+mn-ea"/>
              <a:cs typeface="+mn-cs"/>
            </a:rPr>
            <a:t>First Last name</a:t>
          </a:r>
          <a:br>
            <a:rPr lang="en-US" sz="1400" kern="1200">
              <a:solidFill>
                <a:srgbClr val="FFFFFF"/>
              </a:solidFill>
              <a:latin typeface="Arial"/>
              <a:ea typeface="+mn-ea"/>
              <a:cs typeface="+mn-cs"/>
            </a:rPr>
          </a:br>
          <a:r>
            <a:rPr lang="en-US" sz="1400" kern="1200">
              <a:solidFill>
                <a:srgbClr val="FFFFFF"/>
              </a:solidFill>
              <a:latin typeface="Arial"/>
              <a:ea typeface="+mn-ea"/>
              <a:cs typeface="+mn-cs"/>
            </a:rPr>
            <a:t>Title</a:t>
          </a:r>
        </a:p>
      </dsp:txBody>
      <dsp:txXfrm>
        <a:off x="1866597" y="2962945"/>
        <a:ext cx="1390519" cy="695259"/>
      </dsp:txXfrm>
    </dsp:sp>
    <dsp:sp modelId="{8B2302D9-62AF-4774-8636-3035255D15D5}">
      <dsp:nvSpPr>
        <dsp:cNvPr id="0" name=""/>
        <dsp:cNvSpPr/>
      </dsp:nvSpPr>
      <dsp:spPr>
        <a:xfrm>
          <a:off x="1866597" y="3950214"/>
          <a:ext cx="1390519" cy="695259"/>
        </a:xfrm>
        <a:prstGeom prst="rect">
          <a:avLst/>
        </a:prstGeom>
        <a:solidFill>
          <a:schemeClr val="tx2">
            <a:lumMod val="75000"/>
          </a:schemeClr>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ts val="0"/>
            </a:spcAft>
            <a:buNone/>
          </a:pPr>
          <a:r>
            <a:rPr lang="en-US" sz="1400" kern="1200">
              <a:solidFill>
                <a:srgbClr val="FFFFFF"/>
              </a:solidFill>
              <a:latin typeface="Arial"/>
              <a:ea typeface="+mn-ea"/>
              <a:cs typeface="+mn-cs"/>
            </a:rPr>
            <a:t>First Last name</a:t>
          </a:r>
          <a:br>
            <a:rPr lang="en-US" sz="1400" kern="1200">
              <a:solidFill>
                <a:srgbClr val="FFFFFF"/>
              </a:solidFill>
              <a:latin typeface="Arial"/>
              <a:ea typeface="+mn-ea"/>
              <a:cs typeface="+mn-cs"/>
            </a:rPr>
          </a:br>
          <a:r>
            <a:rPr lang="en-US" sz="1400" kern="1200">
              <a:solidFill>
                <a:srgbClr val="FFFFFF"/>
              </a:solidFill>
              <a:latin typeface="Arial"/>
              <a:ea typeface="+mn-ea"/>
              <a:cs typeface="+mn-cs"/>
            </a:rPr>
            <a:t>Title</a:t>
          </a:r>
        </a:p>
      </dsp:txBody>
      <dsp:txXfrm>
        <a:off x="1866597" y="3950214"/>
        <a:ext cx="1390519" cy="695259"/>
      </dsp:txXfrm>
    </dsp:sp>
    <dsp:sp modelId="{CF6B3BA9-CCEA-42F0-90A2-591A81DCDB5C}">
      <dsp:nvSpPr>
        <dsp:cNvPr id="0" name=""/>
        <dsp:cNvSpPr/>
      </dsp:nvSpPr>
      <dsp:spPr>
        <a:xfrm>
          <a:off x="3201496" y="988407"/>
          <a:ext cx="1390519" cy="695259"/>
        </a:xfrm>
        <a:prstGeom prst="rect">
          <a:avLst/>
        </a:prstGeom>
        <a:solidFill>
          <a:schemeClr val="tx2">
            <a:lumMod val="75000"/>
          </a:schemeClr>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ts val="0"/>
            </a:spcAft>
            <a:buNone/>
          </a:pPr>
          <a:r>
            <a:rPr lang="en-US" sz="1400" kern="1200">
              <a:solidFill>
                <a:srgbClr val="FFFFFF"/>
              </a:solidFill>
              <a:latin typeface="Arial"/>
              <a:ea typeface="+mn-ea"/>
              <a:cs typeface="+mn-cs"/>
            </a:rPr>
            <a:t>First Last name</a:t>
          </a:r>
          <a:br>
            <a:rPr lang="en-US" sz="1400" kern="1200">
              <a:solidFill>
                <a:srgbClr val="FFFFFF"/>
              </a:solidFill>
              <a:latin typeface="Arial"/>
              <a:ea typeface="+mn-ea"/>
              <a:cs typeface="+mn-cs"/>
            </a:rPr>
          </a:br>
          <a:r>
            <a:rPr lang="en-US" sz="1400" kern="1200">
              <a:solidFill>
                <a:srgbClr val="FFFFFF"/>
              </a:solidFill>
              <a:latin typeface="Arial"/>
              <a:ea typeface="+mn-ea"/>
              <a:cs typeface="+mn-cs"/>
            </a:rPr>
            <a:t>Title</a:t>
          </a:r>
        </a:p>
      </dsp:txBody>
      <dsp:txXfrm>
        <a:off x="3201496" y="988407"/>
        <a:ext cx="1390519" cy="695259"/>
      </dsp:txXfrm>
    </dsp:sp>
    <dsp:sp modelId="{C1BBCEF4-1866-4B4B-BF9F-3CDA1FDF7E01}">
      <dsp:nvSpPr>
        <dsp:cNvPr id="0" name=""/>
        <dsp:cNvSpPr/>
      </dsp:nvSpPr>
      <dsp:spPr>
        <a:xfrm>
          <a:off x="3549126" y="1975676"/>
          <a:ext cx="1390519" cy="695259"/>
        </a:xfrm>
        <a:prstGeom prst="rect">
          <a:avLst/>
        </a:prstGeom>
        <a:solidFill>
          <a:schemeClr val="tx2">
            <a:lumMod val="75000"/>
          </a:schemeClr>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ts val="0"/>
            </a:spcAft>
            <a:buNone/>
          </a:pPr>
          <a:r>
            <a:rPr lang="en-US" sz="1400" kern="1200">
              <a:solidFill>
                <a:srgbClr val="FFFFFF"/>
              </a:solidFill>
              <a:latin typeface="Arial"/>
              <a:ea typeface="+mn-ea"/>
              <a:cs typeface="+mn-cs"/>
            </a:rPr>
            <a:t>First Last name</a:t>
          </a:r>
          <a:br>
            <a:rPr lang="en-US" sz="1400" kern="1200">
              <a:solidFill>
                <a:srgbClr val="FFFFFF"/>
              </a:solidFill>
              <a:latin typeface="Arial"/>
              <a:ea typeface="+mn-ea"/>
              <a:cs typeface="+mn-cs"/>
            </a:rPr>
          </a:br>
          <a:r>
            <a:rPr lang="en-US" sz="1400" kern="1200">
              <a:solidFill>
                <a:srgbClr val="FFFFFF"/>
              </a:solidFill>
              <a:latin typeface="Arial"/>
              <a:ea typeface="+mn-ea"/>
              <a:cs typeface="+mn-cs"/>
            </a:rPr>
            <a:t>Title</a:t>
          </a:r>
        </a:p>
      </dsp:txBody>
      <dsp:txXfrm>
        <a:off x="3549126" y="1975676"/>
        <a:ext cx="1390519" cy="695259"/>
      </dsp:txXfrm>
    </dsp:sp>
    <dsp:sp modelId="{56F020A6-83B5-40EF-93AC-23F371309CAE}">
      <dsp:nvSpPr>
        <dsp:cNvPr id="0" name=""/>
        <dsp:cNvSpPr/>
      </dsp:nvSpPr>
      <dsp:spPr>
        <a:xfrm>
          <a:off x="3549126" y="2962945"/>
          <a:ext cx="1390519" cy="695259"/>
        </a:xfrm>
        <a:prstGeom prst="rect">
          <a:avLst/>
        </a:prstGeom>
        <a:solidFill>
          <a:schemeClr val="tx2">
            <a:lumMod val="75000"/>
          </a:schemeClr>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ts val="0"/>
            </a:spcAft>
            <a:buNone/>
          </a:pPr>
          <a:r>
            <a:rPr lang="en-US" sz="1400" kern="1200">
              <a:solidFill>
                <a:srgbClr val="FFFFFF"/>
              </a:solidFill>
              <a:latin typeface="Arial"/>
              <a:ea typeface="+mn-ea"/>
              <a:cs typeface="+mn-cs"/>
            </a:rPr>
            <a:t>First Last name</a:t>
          </a:r>
          <a:br>
            <a:rPr lang="en-US" sz="1400" kern="1200">
              <a:solidFill>
                <a:srgbClr val="FFFFFF"/>
              </a:solidFill>
              <a:latin typeface="Arial"/>
              <a:ea typeface="+mn-ea"/>
              <a:cs typeface="+mn-cs"/>
            </a:rPr>
          </a:br>
          <a:r>
            <a:rPr lang="en-US" sz="1400" kern="1200">
              <a:solidFill>
                <a:srgbClr val="FFFFFF"/>
              </a:solidFill>
              <a:latin typeface="Arial"/>
              <a:ea typeface="+mn-ea"/>
              <a:cs typeface="+mn-cs"/>
            </a:rPr>
            <a:t>Title</a:t>
          </a:r>
        </a:p>
      </dsp:txBody>
      <dsp:txXfrm>
        <a:off x="3549126" y="2962945"/>
        <a:ext cx="1390519" cy="695259"/>
      </dsp:txXfrm>
    </dsp:sp>
    <dsp:sp modelId="{3BE13EE2-D7DE-4D7E-99C8-1FB617AC49C6}">
      <dsp:nvSpPr>
        <dsp:cNvPr id="0" name=""/>
        <dsp:cNvSpPr/>
      </dsp:nvSpPr>
      <dsp:spPr>
        <a:xfrm>
          <a:off x="3549126" y="3950214"/>
          <a:ext cx="1390519" cy="695259"/>
        </a:xfrm>
        <a:prstGeom prst="rect">
          <a:avLst/>
        </a:prstGeom>
        <a:solidFill>
          <a:schemeClr val="tx2">
            <a:lumMod val="75000"/>
          </a:schemeClr>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ts val="0"/>
            </a:spcAft>
            <a:buNone/>
          </a:pPr>
          <a:r>
            <a:rPr lang="en-US" sz="1400" kern="1200">
              <a:solidFill>
                <a:srgbClr val="FFFFFF"/>
              </a:solidFill>
              <a:latin typeface="Arial"/>
              <a:ea typeface="+mn-ea"/>
              <a:cs typeface="+mn-cs"/>
            </a:rPr>
            <a:t>First Last name</a:t>
          </a:r>
          <a:br>
            <a:rPr lang="en-US" sz="1400" kern="1200">
              <a:solidFill>
                <a:srgbClr val="FFFFFF"/>
              </a:solidFill>
              <a:latin typeface="Arial"/>
              <a:ea typeface="+mn-ea"/>
              <a:cs typeface="+mn-cs"/>
            </a:rPr>
          </a:br>
          <a:r>
            <a:rPr lang="en-US" sz="1400" kern="1200">
              <a:solidFill>
                <a:srgbClr val="FFFFFF"/>
              </a:solidFill>
              <a:latin typeface="Arial"/>
              <a:ea typeface="+mn-ea"/>
              <a:cs typeface="+mn-cs"/>
            </a:rPr>
            <a:t>Title</a:t>
          </a:r>
        </a:p>
      </dsp:txBody>
      <dsp:txXfrm>
        <a:off x="3549126" y="3950214"/>
        <a:ext cx="1390519" cy="695259"/>
      </dsp:txXfrm>
    </dsp:sp>
    <dsp:sp modelId="{BEB9B56E-7763-417E-98EA-2949C30A4058}">
      <dsp:nvSpPr>
        <dsp:cNvPr id="0" name=""/>
        <dsp:cNvSpPr/>
      </dsp:nvSpPr>
      <dsp:spPr>
        <a:xfrm>
          <a:off x="4884025" y="988407"/>
          <a:ext cx="1390519" cy="695259"/>
        </a:xfrm>
        <a:prstGeom prst="rect">
          <a:avLst/>
        </a:prstGeom>
        <a:solidFill>
          <a:schemeClr val="tx2">
            <a:lumMod val="75000"/>
          </a:schemeClr>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ts val="0"/>
            </a:spcAft>
            <a:buNone/>
          </a:pPr>
          <a:r>
            <a:rPr lang="en-US" sz="1400" kern="1200">
              <a:solidFill>
                <a:srgbClr val="FFFFFF"/>
              </a:solidFill>
              <a:latin typeface="Arial"/>
              <a:ea typeface="+mn-ea"/>
              <a:cs typeface="+mn-cs"/>
            </a:rPr>
            <a:t>First Last name</a:t>
          </a:r>
          <a:br>
            <a:rPr lang="en-US" sz="1400" kern="1200">
              <a:solidFill>
                <a:srgbClr val="FFFFFF"/>
              </a:solidFill>
              <a:latin typeface="Arial"/>
              <a:ea typeface="+mn-ea"/>
              <a:cs typeface="+mn-cs"/>
            </a:rPr>
          </a:br>
          <a:r>
            <a:rPr lang="en-US" sz="1400" kern="1200">
              <a:solidFill>
                <a:srgbClr val="FFFFFF"/>
              </a:solidFill>
              <a:latin typeface="Arial"/>
              <a:ea typeface="+mn-ea"/>
              <a:cs typeface="+mn-cs"/>
            </a:rPr>
            <a:t>Title</a:t>
          </a:r>
        </a:p>
      </dsp:txBody>
      <dsp:txXfrm>
        <a:off x="4884025" y="988407"/>
        <a:ext cx="1390519" cy="695259"/>
      </dsp:txXfrm>
    </dsp:sp>
    <dsp:sp modelId="{36E4E0D3-6BC5-42DB-9101-F3C9D44C0137}">
      <dsp:nvSpPr>
        <dsp:cNvPr id="0" name=""/>
        <dsp:cNvSpPr/>
      </dsp:nvSpPr>
      <dsp:spPr>
        <a:xfrm>
          <a:off x="5231655" y="1975676"/>
          <a:ext cx="1390519" cy="695259"/>
        </a:xfrm>
        <a:prstGeom prst="rect">
          <a:avLst/>
        </a:prstGeom>
        <a:solidFill>
          <a:schemeClr val="tx2">
            <a:lumMod val="75000"/>
          </a:schemeClr>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ts val="0"/>
            </a:spcAft>
            <a:buNone/>
          </a:pPr>
          <a:r>
            <a:rPr lang="en-US" sz="1400" kern="1200">
              <a:solidFill>
                <a:srgbClr val="FFFFFF"/>
              </a:solidFill>
              <a:latin typeface="Arial"/>
              <a:ea typeface="+mn-ea"/>
              <a:cs typeface="+mn-cs"/>
            </a:rPr>
            <a:t>First Last name</a:t>
          </a:r>
          <a:br>
            <a:rPr lang="en-US" sz="1400" kern="1200">
              <a:solidFill>
                <a:srgbClr val="FFFFFF"/>
              </a:solidFill>
              <a:latin typeface="Arial"/>
              <a:ea typeface="+mn-ea"/>
              <a:cs typeface="+mn-cs"/>
            </a:rPr>
          </a:br>
          <a:r>
            <a:rPr lang="en-US" sz="1400" kern="1200">
              <a:solidFill>
                <a:srgbClr val="FFFFFF"/>
              </a:solidFill>
              <a:latin typeface="Arial"/>
              <a:ea typeface="+mn-ea"/>
              <a:cs typeface="+mn-cs"/>
            </a:rPr>
            <a:t>Title</a:t>
          </a:r>
        </a:p>
      </dsp:txBody>
      <dsp:txXfrm>
        <a:off x="5231655" y="1975676"/>
        <a:ext cx="1390519" cy="695259"/>
      </dsp:txXfrm>
    </dsp:sp>
    <dsp:sp modelId="{FA01404B-1BBD-4DF0-8459-EF8886DFBEF1}">
      <dsp:nvSpPr>
        <dsp:cNvPr id="0" name=""/>
        <dsp:cNvSpPr/>
      </dsp:nvSpPr>
      <dsp:spPr>
        <a:xfrm>
          <a:off x="5231655" y="2962945"/>
          <a:ext cx="1390519" cy="695259"/>
        </a:xfrm>
        <a:prstGeom prst="rect">
          <a:avLst/>
        </a:prstGeom>
        <a:solidFill>
          <a:schemeClr val="tx2">
            <a:lumMod val="75000"/>
          </a:schemeClr>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ts val="0"/>
            </a:spcAft>
            <a:buNone/>
          </a:pPr>
          <a:r>
            <a:rPr lang="en-US" sz="1400" kern="1200">
              <a:solidFill>
                <a:srgbClr val="FFFFFF"/>
              </a:solidFill>
              <a:latin typeface="Arial"/>
              <a:ea typeface="+mn-ea"/>
              <a:cs typeface="+mn-cs"/>
            </a:rPr>
            <a:t>First Last name</a:t>
          </a:r>
          <a:br>
            <a:rPr lang="en-US" sz="1400" kern="1200">
              <a:solidFill>
                <a:srgbClr val="FFFFFF"/>
              </a:solidFill>
              <a:latin typeface="Arial"/>
              <a:ea typeface="+mn-ea"/>
              <a:cs typeface="+mn-cs"/>
            </a:rPr>
          </a:br>
          <a:r>
            <a:rPr lang="en-US" sz="1400" kern="1200">
              <a:solidFill>
                <a:srgbClr val="FFFFFF"/>
              </a:solidFill>
              <a:latin typeface="Arial"/>
              <a:ea typeface="+mn-ea"/>
              <a:cs typeface="+mn-cs"/>
            </a:rPr>
            <a:t>Title</a:t>
          </a:r>
        </a:p>
      </dsp:txBody>
      <dsp:txXfrm>
        <a:off x="5231655" y="2962945"/>
        <a:ext cx="1390519" cy="695259"/>
      </dsp:txXfrm>
    </dsp:sp>
    <dsp:sp modelId="{2032DB75-C7C2-4ADD-8CBF-773C6A5BD18A}">
      <dsp:nvSpPr>
        <dsp:cNvPr id="0" name=""/>
        <dsp:cNvSpPr/>
      </dsp:nvSpPr>
      <dsp:spPr>
        <a:xfrm>
          <a:off x="5231655" y="3950214"/>
          <a:ext cx="1390519" cy="695259"/>
        </a:xfrm>
        <a:prstGeom prst="rect">
          <a:avLst/>
        </a:prstGeom>
        <a:solidFill>
          <a:schemeClr val="tx2">
            <a:lumMod val="75000"/>
          </a:schemeClr>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ts val="0"/>
            </a:spcAft>
            <a:buNone/>
          </a:pPr>
          <a:r>
            <a:rPr lang="en-US" sz="1400" kern="1200">
              <a:solidFill>
                <a:srgbClr val="FFFFFF"/>
              </a:solidFill>
              <a:latin typeface="Arial"/>
              <a:ea typeface="+mn-ea"/>
              <a:cs typeface="+mn-cs"/>
            </a:rPr>
            <a:t>First Last name</a:t>
          </a:r>
          <a:br>
            <a:rPr lang="en-US" sz="1400" kern="1200">
              <a:solidFill>
                <a:srgbClr val="FFFFFF"/>
              </a:solidFill>
              <a:latin typeface="Arial"/>
              <a:ea typeface="+mn-ea"/>
              <a:cs typeface="+mn-cs"/>
            </a:rPr>
          </a:br>
          <a:r>
            <a:rPr lang="en-US" sz="1400" kern="1200">
              <a:solidFill>
                <a:srgbClr val="FFFFFF"/>
              </a:solidFill>
              <a:latin typeface="Arial"/>
              <a:ea typeface="+mn-ea"/>
              <a:cs typeface="+mn-cs"/>
            </a:rPr>
            <a:t>Title</a:t>
          </a:r>
        </a:p>
      </dsp:txBody>
      <dsp:txXfrm>
        <a:off x="5231655" y="3950214"/>
        <a:ext cx="1390519" cy="695259"/>
      </dsp:txXfrm>
    </dsp:sp>
    <dsp:sp modelId="{53B0321A-9FFE-4A1E-AD97-4D01E38D8B84}">
      <dsp:nvSpPr>
        <dsp:cNvPr id="0" name=""/>
        <dsp:cNvSpPr/>
      </dsp:nvSpPr>
      <dsp:spPr>
        <a:xfrm>
          <a:off x="6566554" y="988407"/>
          <a:ext cx="1390519" cy="695259"/>
        </a:xfrm>
        <a:prstGeom prst="rect">
          <a:avLst/>
        </a:prstGeom>
        <a:solidFill>
          <a:schemeClr val="tx2">
            <a:lumMod val="75000"/>
          </a:schemeClr>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ts val="0"/>
            </a:spcAft>
            <a:buNone/>
          </a:pPr>
          <a:r>
            <a:rPr lang="en-US" sz="1400" kern="1200">
              <a:solidFill>
                <a:srgbClr val="FFFFFF"/>
              </a:solidFill>
              <a:latin typeface="Arial"/>
              <a:ea typeface="+mn-ea"/>
              <a:cs typeface="+mn-cs"/>
            </a:rPr>
            <a:t>First Last name</a:t>
          </a:r>
          <a:br>
            <a:rPr lang="en-US" sz="1400" kern="1200">
              <a:solidFill>
                <a:srgbClr val="FFFFFF"/>
              </a:solidFill>
              <a:latin typeface="Arial"/>
              <a:ea typeface="+mn-ea"/>
              <a:cs typeface="+mn-cs"/>
            </a:rPr>
          </a:br>
          <a:r>
            <a:rPr lang="en-US" sz="1400" kern="1200">
              <a:solidFill>
                <a:srgbClr val="FFFFFF"/>
              </a:solidFill>
              <a:latin typeface="Arial"/>
              <a:ea typeface="+mn-ea"/>
              <a:cs typeface="+mn-cs"/>
            </a:rPr>
            <a:t>Title</a:t>
          </a:r>
        </a:p>
      </dsp:txBody>
      <dsp:txXfrm>
        <a:off x="6566554" y="988407"/>
        <a:ext cx="1390519" cy="695259"/>
      </dsp:txXfrm>
    </dsp:sp>
    <dsp:sp modelId="{B6B69D2D-2149-4B3F-B579-F3832876ED74}">
      <dsp:nvSpPr>
        <dsp:cNvPr id="0" name=""/>
        <dsp:cNvSpPr/>
      </dsp:nvSpPr>
      <dsp:spPr>
        <a:xfrm>
          <a:off x="6914184" y="1975676"/>
          <a:ext cx="1390519" cy="695259"/>
        </a:xfrm>
        <a:prstGeom prst="rect">
          <a:avLst/>
        </a:prstGeom>
        <a:solidFill>
          <a:schemeClr val="tx2">
            <a:lumMod val="75000"/>
          </a:schemeClr>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ts val="0"/>
            </a:spcAft>
            <a:buNone/>
          </a:pPr>
          <a:r>
            <a:rPr lang="en-US" sz="1400" kern="1200">
              <a:solidFill>
                <a:srgbClr val="FFFFFF"/>
              </a:solidFill>
              <a:latin typeface="Arial"/>
              <a:ea typeface="+mn-ea"/>
              <a:cs typeface="+mn-cs"/>
            </a:rPr>
            <a:t>First Last name</a:t>
          </a:r>
          <a:br>
            <a:rPr lang="en-US" sz="1400" kern="1200">
              <a:solidFill>
                <a:srgbClr val="FFFFFF"/>
              </a:solidFill>
              <a:latin typeface="Arial"/>
              <a:ea typeface="+mn-ea"/>
              <a:cs typeface="+mn-cs"/>
            </a:rPr>
          </a:br>
          <a:r>
            <a:rPr lang="en-US" sz="1400" kern="1200">
              <a:solidFill>
                <a:srgbClr val="FFFFFF"/>
              </a:solidFill>
              <a:latin typeface="Arial"/>
              <a:ea typeface="+mn-ea"/>
              <a:cs typeface="+mn-cs"/>
            </a:rPr>
            <a:t>Title</a:t>
          </a:r>
        </a:p>
      </dsp:txBody>
      <dsp:txXfrm>
        <a:off x="6914184" y="1975676"/>
        <a:ext cx="1390519" cy="695259"/>
      </dsp:txXfrm>
    </dsp:sp>
    <dsp:sp modelId="{EEB56DF4-3B34-469F-9009-406E4A8A85F1}">
      <dsp:nvSpPr>
        <dsp:cNvPr id="0" name=""/>
        <dsp:cNvSpPr/>
      </dsp:nvSpPr>
      <dsp:spPr>
        <a:xfrm>
          <a:off x="6914184" y="2962945"/>
          <a:ext cx="1390519" cy="695259"/>
        </a:xfrm>
        <a:prstGeom prst="rect">
          <a:avLst/>
        </a:prstGeom>
        <a:solidFill>
          <a:schemeClr val="tx2">
            <a:lumMod val="75000"/>
          </a:schemeClr>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ts val="0"/>
            </a:spcAft>
            <a:buNone/>
          </a:pPr>
          <a:r>
            <a:rPr lang="en-US" sz="1400" kern="1200">
              <a:solidFill>
                <a:srgbClr val="FFFFFF"/>
              </a:solidFill>
              <a:latin typeface="Arial"/>
              <a:ea typeface="+mn-ea"/>
              <a:cs typeface="+mn-cs"/>
            </a:rPr>
            <a:t>First Last name</a:t>
          </a:r>
          <a:br>
            <a:rPr lang="en-US" sz="1400" kern="1200">
              <a:solidFill>
                <a:srgbClr val="FFFFFF"/>
              </a:solidFill>
              <a:latin typeface="Arial"/>
              <a:ea typeface="+mn-ea"/>
              <a:cs typeface="+mn-cs"/>
            </a:rPr>
          </a:br>
          <a:r>
            <a:rPr lang="en-US" sz="1400" kern="1200">
              <a:solidFill>
                <a:srgbClr val="FFFFFF"/>
              </a:solidFill>
              <a:latin typeface="Arial"/>
              <a:ea typeface="+mn-ea"/>
              <a:cs typeface="+mn-cs"/>
            </a:rPr>
            <a:t>Title</a:t>
          </a:r>
        </a:p>
      </dsp:txBody>
      <dsp:txXfrm>
        <a:off x="6914184" y="2962945"/>
        <a:ext cx="1390519" cy="695259"/>
      </dsp:txXfrm>
    </dsp:sp>
    <dsp:sp modelId="{4B54590B-9AA2-40D6-9B42-FECB93167B19}">
      <dsp:nvSpPr>
        <dsp:cNvPr id="0" name=""/>
        <dsp:cNvSpPr/>
      </dsp:nvSpPr>
      <dsp:spPr>
        <a:xfrm>
          <a:off x="6914184" y="3950214"/>
          <a:ext cx="1390519" cy="695259"/>
        </a:xfrm>
        <a:prstGeom prst="rect">
          <a:avLst/>
        </a:prstGeom>
        <a:solidFill>
          <a:schemeClr val="tx2">
            <a:lumMod val="75000"/>
          </a:schemeClr>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ts val="0"/>
            </a:spcAft>
            <a:buNone/>
          </a:pPr>
          <a:r>
            <a:rPr lang="en-US" sz="1400" kern="1200">
              <a:solidFill>
                <a:srgbClr val="FFFFFF"/>
              </a:solidFill>
              <a:latin typeface="Arial"/>
              <a:ea typeface="+mn-ea"/>
              <a:cs typeface="+mn-cs"/>
            </a:rPr>
            <a:t>First Last name</a:t>
          </a:r>
          <a:br>
            <a:rPr lang="en-US" sz="1400" kern="1200">
              <a:solidFill>
                <a:srgbClr val="FFFFFF"/>
              </a:solidFill>
              <a:latin typeface="Arial"/>
              <a:ea typeface="+mn-ea"/>
              <a:cs typeface="+mn-cs"/>
            </a:rPr>
          </a:br>
          <a:r>
            <a:rPr lang="en-US" sz="1400" kern="1200">
              <a:solidFill>
                <a:srgbClr val="FFFFFF"/>
              </a:solidFill>
              <a:latin typeface="Arial"/>
              <a:ea typeface="+mn-ea"/>
              <a:cs typeface="+mn-cs"/>
            </a:rPr>
            <a:t>Title</a:t>
          </a:r>
        </a:p>
      </dsp:txBody>
      <dsp:txXfrm>
        <a:off x="6914184" y="3950214"/>
        <a:ext cx="1390519" cy="695259"/>
      </dsp:txXfrm>
    </dsp:sp>
    <dsp:sp modelId="{3511C228-3DEE-41B9-A4FE-87C41D401261}">
      <dsp:nvSpPr>
        <dsp:cNvPr id="0" name=""/>
        <dsp:cNvSpPr/>
      </dsp:nvSpPr>
      <dsp:spPr>
        <a:xfrm>
          <a:off x="8249082" y="988407"/>
          <a:ext cx="1390519" cy="695259"/>
        </a:xfrm>
        <a:prstGeom prst="rect">
          <a:avLst/>
        </a:prstGeom>
        <a:solidFill>
          <a:schemeClr val="tx2">
            <a:lumMod val="75000"/>
          </a:schemeClr>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ts val="0"/>
            </a:spcAft>
            <a:buNone/>
          </a:pPr>
          <a:r>
            <a:rPr lang="en-US" sz="1400" kern="1200">
              <a:solidFill>
                <a:srgbClr val="FFFFFF"/>
              </a:solidFill>
              <a:latin typeface="Arial"/>
              <a:ea typeface="+mn-ea"/>
              <a:cs typeface="+mn-cs"/>
            </a:rPr>
            <a:t>First Last name</a:t>
          </a:r>
          <a:br>
            <a:rPr lang="en-US" sz="1400" kern="1200">
              <a:solidFill>
                <a:srgbClr val="FFFFFF"/>
              </a:solidFill>
              <a:latin typeface="Arial"/>
              <a:ea typeface="+mn-ea"/>
              <a:cs typeface="+mn-cs"/>
            </a:rPr>
          </a:br>
          <a:r>
            <a:rPr lang="en-US" sz="1400" kern="1200">
              <a:solidFill>
                <a:srgbClr val="FFFFFF"/>
              </a:solidFill>
              <a:latin typeface="Arial"/>
              <a:ea typeface="+mn-ea"/>
              <a:cs typeface="+mn-cs"/>
            </a:rPr>
            <a:t>Title</a:t>
          </a:r>
        </a:p>
      </dsp:txBody>
      <dsp:txXfrm>
        <a:off x="8249082" y="988407"/>
        <a:ext cx="1390519" cy="695259"/>
      </dsp:txXfrm>
    </dsp:sp>
    <dsp:sp modelId="{C3213FC7-5213-47DB-BC50-FDAB3A2D8713}">
      <dsp:nvSpPr>
        <dsp:cNvPr id="0" name=""/>
        <dsp:cNvSpPr/>
      </dsp:nvSpPr>
      <dsp:spPr>
        <a:xfrm>
          <a:off x="8596712" y="1975676"/>
          <a:ext cx="1390519" cy="695259"/>
        </a:xfrm>
        <a:prstGeom prst="rect">
          <a:avLst/>
        </a:prstGeom>
        <a:solidFill>
          <a:schemeClr val="tx2">
            <a:lumMod val="75000"/>
          </a:schemeClr>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ts val="0"/>
            </a:spcAft>
            <a:buNone/>
          </a:pPr>
          <a:r>
            <a:rPr lang="en-US" sz="1400" kern="1200">
              <a:solidFill>
                <a:srgbClr val="FFFFFF"/>
              </a:solidFill>
              <a:latin typeface="Arial"/>
              <a:ea typeface="+mn-ea"/>
              <a:cs typeface="+mn-cs"/>
            </a:rPr>
            <a:t>First Last name</a:t>
          </a:r>
          <a:br>
            <a:rPr lang="en-US" sz="1400" kern="1200">
              <a:solidFill>
                <a:srgbClr val="FFFFFF"/>
              </a:solidFill>
              <a:latin typeface="Arial"/>
              <a:ea typeface="+mn-ea"/>
              <a:cs typeface="+mn-cs"/>
            </a:rPr>
          </a:br>
          <a:r>
            <a:rPr lang="en-US" sz="1400" kern="1200">
              <a:solidFill>
                <a:srgbClr val="FFFFFF"/>
              </a:solidFill>
              <a:latin typeface="Arial"/>
              <a:ea typeface="+mn-ea"/>
              <a:cs typeface="+mn-cs"/>
            </a:rPr>
            <a:t>Title</a:t>
          </a:r>
        </a:p>
      </dsp:txBody>
      <dsp:txXfrm>
        <a:off x="8596712" y="1975676"/>
        <a:ext cx="1390519" cy="695259"/>
      </dsp:txXfrm>
    </dsp:sp>
    <dsp:sp modelId="{727EE8F6-13E6-483E-836E-2F52B5E20911}">
      <dsp:nvSpPr>
        <dsp:cNvPr id="0" name=""/>
        <dsp:cNvSpPr/>
      </dsp:nvSpPr>
      <dsp:spPr>
        <a:xfrm>
          <a:off x="8596712" y="2962945"/>
          <a:ext cx="1390519" cy="695259"/>
        </a:xfrm>
        <a:prstGeom prst="rect">
          <a:avLst/>
        </a:prstGeom>
        <a:solidFill>
          <a:schemeClr val="tx2">
            <a:lumMod val="75000"/>
          </a:schemeClr>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ts val="0"/>
            </a:spcAft>
            <a:buNone/>
          </a:pPr>
          <a:r>
            <a:rPr lang="en-US" sz="1400" kern="1200">
              <a:solidFill>
                <a:srgbClr val="FFFFFF"/>
              </a:solidFill>
              <a:latin typeface="Arial"/>
              <a:ea typeface="+mn-ea"/>
              <a:cs typeface="+mn-cs"/>
            </a:rPr>
            <a:t>First Last name</a:t>
          </a:r>
          <a:br>
            <a:rPr lang="en-US" sz="1400" kern="1200">
              <a:solidFill>
                <a:srgbClr val="FFFFFF"/>
              </a:solidFill>
              <a:latin typeface="Arial"/>
              <a:ea typeface="+mn-ea"/>
              <a:cs typeface="+mn-cs"/>
            </a:rPr>
          </a:br>
          <a:r>
            <a:rPr lang="en-US" sz="1400" kern="1200">
              <a:solidFill>
                <a:srgbClr val="FFFFFF"/>
              </a:solidFill>
              <a:latin typeface="Arial"/>
              <a:ea typeface="+mn-ea"/>
              <a:cs typeface="+mn-cs"/>
            </a:rPr>
            <a:t>Title</a:t>
          </a:r>
        </a:p>
      </dsp:txBody>
      <dsp:txXfrm>
        <a:off x="8596712" y="2962945"/>
        <a:ext cx="1390519" cy="695259"/>
      </dsp:txXfrm>
    </dsp:sp>
    <dsp:sp modelId="{FA2ED04F-3A88-41BC-965F-30027E0B1DBF}">
      <dsp:nvSpPr>
        <dsp:cNvPr id="0" name=""/>
        <dsp:cNvSpPr/>
      </dsp:nvSpPr>
      <dsp:spPr>
        <a:xfrm>
          <a:off x="8596712" y="3950214"/>
          <a:ext cx="1390519" cy="695259"/>
        </a:xfrm>
        <a:prstGeom prst="rect">
          <a:avLst/>
        </a:prstGeom>
        <a:solidFill>
          <a:schemeClr val="tx2">
            <a:lumMod val="75000"/>
          </a:schemeClr>
        </a:solidFill>
        <a:ln w="254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ts val="0"/>
            </a:spcAft>
            <a:buNone/>
          </a:pPr>
          <a:r>
            <a:rPr lang="en-US" sz="1400" kern="1200">
              <a:solidFill>
                <a:srgbClr val="FFFFFF"/>
              </a:solidFill>
              <a:latin typeface="Arial"/>
              <a:ea typeface="+mn-ea"/>
              <a:cs typeface="+mn-cs"/>
            </a:rPr>
            <a:t>First Last name</a:t>
          </a:r>
          <a:br>
            <a:rPr lang="en-US" sz="1400" kern="1200">
              <a:solidFill>
                <a:srgbClr val="FFFFFF"/>
              </a:solidFill>
              <a:latin typeface="Arial"/>
              <a:ea typeface="+mn-ea"/>
              <a:cs typeface="+mn-cs"/>
            </a:rPr>
          </a:br>
          <a:r>
            <a:rPr lang="en-US" sz="1400" kern="1200">
              <a:solidFill>
                <a:srgbClr val="FFFFFF"/>
              </a:solidFill>
              <a:latin typeface="Arial"/>
              <a:ea typeface="+mn-ea"/>
              <a:cs typeface="+mn-cs"/>
            </a:rPr>
            <a:t>Title</a:t>
          </a:r>
        </a:p>
      </dsp:txBody>
      <dsp:txXfrm>
        <a:off x="8596712" y="3950214"/>
        <a:ext cx="1390519" cy="695259"/>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612B67-A16C-4DC1-A008-C3D499B0FCFF}" type="datetimeFigureOut">
              <a:rPr lang="en-US" smtClean="0"/>
              <a:t>2/20/2024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115F04-FA96-4F4F-8589-00A5965DC729}" type="slidenum">
              <a:rPr lang="en-US" smtClean="0"/>
              <a:t>‹#›</a:t>
            </a:fld>
            <a:endParaRPr lang="en-US"/>
          </a:p>
        </p:txBody>
      </p:sp>
    </p:spTree>
    <p:extLst>
      <p:ext uri="{BB962C8B-B14F-4D97-AF65-F5344CB8AC3E}">
        <p14:creationId xmlns:p14="http://schemas.microsoft.com/office/powerpoint/2010/main" val="2884316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BA5BCC9-2D58-BC45-8057-F0927490CD17}"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155290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BA5BCC9-2D58-BC45-8057-F0927490CD17}"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0318637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32B9A40-6220-4BC3-9B28-DCE01F117DD8}" type="slidenum">
              <a:rPr lang="en-US" smtClean="0"/>
              <a:t>4</a:t>
            </a:fld>
            <a:endParaRPr lang="en-US"/>
          </a:p>
        </p:txBody>
      </p:sp>
    </p:spTree>
    <p:extLst>
      <p:ext uri="{BB962C8B-B14F-4D97-AF65-F5344CB8AC3E}">
        <p14:creationId xmlns:p14="http://schemas.microsoft.com/office/powerpoint/2010/main" val="14567341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normAutofit fontScale="77500" lnSpcReduction="20000"/>
          </a:bodyPr>
          <a:lstStyle/>
          <a:p>
            <a:pPr lvl="0"/>
            <a:r>
              <a:rPr lang="en-US"/>
              <a:t>This is a sample </a:t>
            </a:r>
            <a:r>
              <a:rPr lang="en-US" b="1"/>
              <a:t>Stacked Column Chart </a:t>
            </a:r>
            <a:r>
              <a:rPr lang="en-US"/>
              <a:t>slide ideal for showcasing revenue data, product or market information along with a brief caption or statement.</a:t>
            </a:r>
          </a:p>
          <a:p>
            <a:pPr lvl="0"/>
            <a:r>
              <a:rPr lang="en-US" b="1"/>
              <a:t>To Customize and Edit this Chart</a:t>
            </a:r>
            <a:r>
              <a:rPr lang="en-US"/>
              <a:t>, </a:t>
            </a:r>
            <a:r>
              <a:rPr lang="en-US" b="1"/>
              <a:t>follow the steps below </a:t>
            </a:r>
            <a:r>
              <a:rPr lang="en-US"/>
              <a:t>(this applies to all slides in this template that contain charts):</a:t>
            </a:r>
          </a:p>
          <a:p>
            <a:pPr lvl="0"/>
            <a:r>
              <a:rPr lang="en-US" b="1"/>
              <a:t>To Change Font Color/Size: </a:t>
            </a:r>
            <a:br>
              <a:rPr lang="en-US"/>
            </a:br>
            <a:r>
              <a:rPr lang="en-US"/>
              <a:t>Select text and adjust the font setting in the Font group in the Home tab.  Select desired attributes to change: font, size, boldness, color, etc.  Note: many of the same commands can also be accessed from the Mini toolbar. </a:t>
            </a:r>
          </a:p>
          <a:p>
            <a:pPr lvl="0"/>
            <a:r>
              <a:rPr lang="en-US" b="1"/>
              <a:t>Edit Chart:</a:t>
            </a:r>
            <a:br>
              <a:rPr lang="en-US"/>
            </a:br>
            <a:r>
              <a:rPr lang="en-US"/>
              <a:t>Click the chart to edit, right-click and select </a:t>
            </a:r>
            <a:r>
              <a:rPr lang="en-US" i="1"/>
              <a:t>Edit Data</a:t>
            </a:r>
            <a:r>
              <a:rPr lang="en-US"/>
              <a:t>…  to access the underlying Excel spreadsheet.</a:t>
            </a:r>
          </a:p>
          <a:p>
            <a:pPr lvl="0"/>
            <a:r>
              <a:rPr lang="en-US" b="1"/>
              <a:t>Copying Data From a Separate Excel Spreadsheet:</a:t>
            </a:r>
            <a:br>
              <a:rPr lang="en-US"/>
            </a:br>
            <a:r>
              <a:rPr lang="en-US"/>
              <a:t>From an existing Excel spreadsheet, select the range of cells to be copied, select copy.</a:t>
            </a:r>
            <a:br>
              <a:rPr lang="en-US"/>
            </a:br>
            <a:r>
              <a:rPr lang="en-US"/>
              <a:t>In PowerPoint, click the chart, right-click and select </a:t>
            </a:r>
            <a:r>
              <a:rPr lang="en-US" i="1"/>
              <a:t>Edit Data</a:t>
            </a:r>
            <a:r>
              <a:rPr lang="en-US"/>
              <a:t>… to open the spreadsheet for editing.</a:t>
            </a:r>
            <a:br>
              <a:rPr lang="en-US"/>
            </a:br>
            <a:r>
              <a:rPr lang="en-US"/>
              <a:t>Select all the data in the </a:t>
            </a:r>
            <a:r>
              <a:rPr lang="en-US" i="1"/>
              <a:t>Chart in Microsoft Office PowerPoint </a:t>
            </a:r>
            <a:r>
              <a:rPr lang="en-US"/>
              <a:t>spreadsheet by clicking the top left corner cell, right-click and select </a:t>
            </a:r>
            <a:r>
              <a:rPr lang="en-US" i="1"/>
              <a:t>Delete</a:t>
            </a:r>
            <a:r>
              <a:rPr lang="en-US"/>
              <a:t>.</a:t>
            </a:r>
            <a:br>
              <a:rPr lang="en-US"/>
            </a:br>
            <a:r>
              <a:rPr lang="en-US"/>
              <a:t>Click in the first empty cell of the spreadsheet and paste (Ctrl V ) to place the data copied from the other Excel file.  </a:t>
            </a:r>
          </a:p>
          <a:p>
            <a:pPr lvl="0"/>
            <a:r>
              <a:rPr lang="en-US" b="1"/>
              <a:t>Changing Orientation and/or Scale of Data: </a:t>
            </a:r>
            <a:br>
              <a:rPr lang="en-US"/>
            </a:br>
            <a:r>
              <a:rPr lang="en-US"/>
              <a:t>If no chart elements appear in your chart it is because either 1) the default orientation for pre-made template charts displays data series in rows, not columns, or 2) the axis scale may have to be adjusted (see below).</a:t>
            </a:r>
          </a:p>
          <a:p>
            <a:pPr lvl="0"/>
            <a:r>
              <a:rPr lang="en-US" b="1"/>
              <a:t>Change Orientation: </a:t>
            </a:r>
            <a:br>
              <a:rPr lang="en-US"/>
            </a:br>
            <a:r>
              <a:rPr lang="en-US"/>
              <a:t>Click the chart to edit and select the </a:t>
            </a:r>
            <a:r>
              <a:rPr lang="en-US" i="1"/>
              <a:t>Chart Tools Design </a:t>
            </a:r>
            <a:r>
              <a:rPr lang="en-US"/>
              <a:t>tab (or double-click on the chart). Click the </a:t>
            </a:r>
            <a:r>
              <a:rPr lang="en-US" i="1"/>
              <a:t>Switch Row/Column</a:t>
            </a:r>
            <a:r>
              <a:rPr lang="en-US"/>
              <a:t> button.  If the </a:t>
            </a:r>
            <a:r>
              <a:rPr lang="en-US" i="1"/>
              <a:t>Switch Row/Column </a:t>
            </a:r>
            <a:r>
              <a:rPr lang="en-US"/>
              <a:t>button is disabled, click the </a:t>
            </a:r>
            <a:r>
              <a:rPr lang="en-US" i="1"/>
              <a:t>Select Data </a:t>
            </a:r>
            <a:r>
              <a:rPr lang="en-US"/>
              <a:t>button and then click the </a:t>
            </a:r>
            <a:r>
              <a:rPr lang="en-US" i="1"/>
              <a:t>Switch Row/Column </a:t>
            </a:r>
            <a:r>
              <a:rPr lang="en-US"/>
              <a:t>button from within the </a:t>
            </a:r>
            <a:r>
              <a:rPr lang="en-US" i="1"/>
              <a:t>Select Data Source</a:t>
            </a:r>
            <a:r>
              <a:rPr lang="en-US"/>
              <a:t> dialog box, click OK.</a:t>
            </a:r>
          </a:p>
          <a:p>
            <a:pPr lvl="0"/>
            <a:r>
              <a:rPr lang="en-US" b="1"/>
              <a:t>Change Scale:</a:t>
            </a:r>
            <a:br>
              <a:rPr lang="en-US"/>
            </a:br>
            <a:r>
              <a:rPr lang="en-US"/>
              <a:t>Right-click the labels next to the chart’s vertical (value) axis, select </a:t>
            </a:r>
            <a:r>
              <a:rPr lang="en-US" i="1"/>
              <a:t>Format Axis</a:t>
            </a:r>
            <a:r>
              <a:rPr lang="en-US"/>
              <a:t> from the pop-up menu. With </a:t>
            </a:r>
            <a:r>
              <a:rPr lang="en-US" i="1"/>
              <a:t>Axis Options </a:t>
            </a:r>
            <a:r>
              <a:rPr lang="en-US"/>
              <a:t>selected on the left, check all boxes under </a:t>
            </a:r>
            <a:r>
              <a:rPr lang="en-US" i="1"/>
              <a:t>Auto</a:t>
            </a:r>
            <a:r>
              <a:rPr lang="en-US"/>
              <a:t> to automatically provide the appropriate scale based on the data.  To provide your own values, select the </a:t>
            </a:r>
            <a:r>
              <a:rPr lang="en-US" i="1"/>
              <a:t>Fixed</a:t>
            </a:r>
            <a:r>
              <a:rPr lang="en-US"/>
              <a:t> option, then type new values in the boxes provided to the right. Click </a:t>
            </a:r>
            <a:r>
              <a:rPr lang="en-US" i="1"/>
              <a:t>Close</a:t>
            </a:r>
            <a:r>
              <a:rPr lang="en-US"/>
              <a:t> when done.  </a:t>
            </a:r>
          </a:p>
        </p:txBody>
      </p:sp>
      <p:sp>
        <p:nvSpPr>
          <p:cNvPr id="4" name="Slide Number Placeholder 3"/>
          <p:cNvSpPr>
            <a:spLocks noGrp="1"/>
          </p:cNvSpPr>
          <p:nvPr>
            <p:ph type="sldNum" sz="quarter" idx="10"/>
          </p:nvPr>
        </p:nvSpPr>
        <p:spPr/>
        <p:txBody>
          <a:bodyPr/>
          <a:lstStyle/>
          <a:p>
            <a:fld id="{8547E1EE-0039-4797-B978-F453418260D1}" type="slidenum">
              <a:rPr lang="en-US" smtClean="0"/>
              <a:pPr/>
              <a:t>12</a:t>
            </a:fld>
            <a:endParaRPr lang="en-US"/>
          </a:p>
        </p:txBody>
      </p:sp>
    </p:spTree>
    <p:extLst>
      <p:ext uri="{BB962C8B-B14F-4D97-AF65-F5344CB8AC3E}">
        <p14:creationId xmlns:p14="http://schemas.microsoft.com/office/powerpoint/2010/main" val="6159565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normAutofit fontScale="77500" lnSpcReduction="20000"/>
          </a:bodyPr>
          <a:lstStyle/>
          <a:p>
            <a:pPr lvl="0"/>
            <a:r>
              <a:rPr lang="en-US"/>
              <a:t>This is a sample </a:t>
            </a:r>
            <a:r>
              <a:rPr lang="en-US" b="1"/>
              <a:t>Line Chart </a:t>
            </a:r>
            <a:r>
              <a:rPr lang="en-US"/>
              <a:t>slide ideal for showcasing revenue data, product or market information along with a brief caption or statement.</a:t>
            </a:r>
          </a:p>
          <a:p>
            <a:pPr lvl="0"/>
            <a:r>
              <a:rPr lang="en-US" b="1"/>
              <a:t>To Customize and Edit this Chart</a:t>
            </a:r>
            <a:r>
              <a:rPr lang="en-US"/>
              <a:t>, </a:t>
            </a:r>
            <a:r>
              <a:rPr lang="en-US" b="1"/>
              <a:t>follow the steps below </a:t>
            </a:r>
            <a:r>
              <a:rPr lang="en-US"/>
              <a:t>(this applies to all slides in this template that contain charts):</a:t>
            </a:r>
          </a:p>
          <a:p>
            <a:pPr lvl="0"/>
            <a:r>
              <a:rPr lang="en-US" b="1"/>
              <a:t>To Change Font Color/Size: </a:t>
            </a:r>
            <a:br>
              <a:rPr lang="en-US"/>
            </a:br>
            <a:r>
              <a:rPr lang="en-US"/>
              <a:t>Select text and adjust the font setting in the Font group in the Home tab.  Select desired attributes to change: font, size, boldness, color, etc.  Note: many of the same commands can also be accessed from the Mini toolbar. </a:t>
            </a:r>
          </a:p>
          <a:p>
            <a:pPr lvl="0"/>
            <a:r>
              <a:rPr lang="en-US" b="1"/>
              <a:t>Edit Chart:</a:t>
            </a:r>
            <a:br>
              <a:rPr lang="en-US"/>
            </a:br>
            <a:r>
              <a:rPr lang="en-US"/>
              <a:t>Click the chart to edit, right-click and select </a:t>
            </a:r>
            <a:r>
              <a:rPr lang="en-US" i="1"/>
              <a:t>Edit Data</a:t>
            </a:r>
            <a:r>
              <a:rPr lang="en-US"/>
              <a:t>…  to access the underlying Excel spreadsheet.</a:t>
            </a:r>
          </a:p>
          <a:p>
            <a:pPr lvl="0"/>
            <a:r>
              <a:rPr lang="en-US" b="1"/>
              <a:t>Copying Data From a Separate Excel Spreadsheet:</a:t>
            </a:r>
            <a:br>
              <a:rPr lang="en-US"/>
            </a:br>
            <a:r>
              <a:rPr lang="en-US"/>
              <a:t>From an existing Excel spreadsheet, select the range of cells to be copied, select copy.</a:t>
            </a:r>
            <a:br>
              <a:rPr lang="en-US"/>
            </a:br>
            <a:r>
              <a:rPr lang="en-US"/>
              <a:t>In PowerPoint, click the chart, right-click and select </a:t>
            </a:r>
            <a:r>
              <a:rPr lang="en-US" i="1"/>
              <a:t>Edit Data</a:t>
            </a:r>
            <a:r>
              <a:rPr lang="en-US"/>
              <a:t>… to open the spreadsheet for editing.</a:t>
            </a:r>
            <a:br>
              <a:rPr lang="en-US"/>
            </a:br>
            <a:r>
              <a:rPr lang="en-US"/>
              <a:t>Select all the data in the </a:t>
            </a:r>
            <a:r>
              <a:rPr lang="en-US" i="1"/>
              <a:t>Chart in Microsoft Office PowerPoint </a:t>
            </a:r>
            <a:r>
              <a:rPr lang="en-US"/>
              <a:t>spreadsheet by clicking the top left corner cell, right-click and select </a:t>
            </a:r>
            <a:r>
              <a:rPr lang="en-US" i="1"/>
              <a:t>Delete</a:t>
            </a:r>
            <a:r>
              <a:rPr lang="en-US"/>
              <a:t>.</a:t>
            </a:r>
            <a:br>
              <a:rPr lang="en-US"/>
            </a:br>
            <a:r>
              <a:rPr lang="en-US"/>
              <a:t>Click in the first empty cell of the spreadsheet and paste (Ctrl V ) to place the data copied from the other Excel file.  </a:t>
            </a:r>
          </a:p>
          <a:p>
            <a:pPr lvl="0"/>
            <a:r>
              <a:rPr lang="en-US" b="1"/>
              <a:t>Changing Orientation and/or Scale of Data: </a:t>
            </a:r>
            <a:br>
              <a:rPr lang="en-US"/>
            </a:br>
            <a:r>
              <a:rPr lang="en-US"/>
              <a:t>If no chart elements appear in your chart it is because either 1) the default orientation for pre-made template charts displays data series in rows, not columns, or 2) the axis scale may have to be adjusted (see below).</a:t>
            </a:r>
          </a:p>
          <a:p>
            <a:pPr lvl="0"/>
            <a:r>
              <a:rPr lang="en-US" b="1"/>
              <a:t>Change Orientation: </a:t>
            </a:r>
            <a:br>
              <a:rPr lang="en-US"/>
            </a:br>
            <a:r>
              <a:rPr lang="en-US"/>
              <a:t>Click the chart to edit and select the </a:t>
            </a:r>
            <a:r>
              <a:rPr lang="en-US" i="1"/>
              <a:t>Chart Tools Design </a:t>
            </a:r>
            <a:r>
              <a:rPr lang="en-US"/>
              <a:t>tab (or double-click on the chart). Click the </a:t>
            </a:r>
            <a:r>
              <a:rPr lang="en-US" i="1"/>
              <a:t>Switch Row/Column</a:t>
            </a:r>
            <a:r>
              <a:rPr lang="en-US"/>
              <a:t> button.  If the </a:t>
            </a:r>
            <a:r>
              <a:rPr lang="en-US" i="1"/>
              <a:t>Switch Row/Column </a:t>
            </a:r>
            <a:r>
              <a:rPr lang="en-US"/>
              <a:t>button is disabled, click the </a:t>
            </a:r>
            <a:r>
              <a:rPr lang="en-US" i="1"/>
              <a:t>Select Data </a:t>
            </a:r>
            <a:r>
              <a:rPr lang="en-US"/>
              <a:t>button and then click the </a:t>
            </a:r>
            <a:r>
              <a:rPr lang="en-US" i="1"/>
              <a:t>Switch Row/Column </a:t>
            </a:r>
            <a:r>
              <a:rPr lang="en-US"/>
              <a:t>button from within the </a:t>
            </a:r>
            <a:r>
              <a:rPr lang="en-US" i="1"/>
              <a:t>Select Data Source</a:t>
            </a:r>
            <a:r>
              <a:rPr lang="en-US"/>
              <a:t> dialog box, click OK.</a:t>
            </a:r>
          </a:p>
          <a:p>
            <a:pPr lvl="0"/>
            <a:r>
              <a:rPr lang="en-US" b="1"/>
              <a:t>Change Scale:</a:t>
            </a:r>
            <a:br>
              <a:rPr lang="en-US"/>
            </a:br>
            <a:r>
              <a:rPr lang="en-US"/>
              <a:t>Right-click the labels next to the chart’s vertical (value) axis, select </a:t>
            </a:r>
            <a:r>
              <a:rPr lang="en-US" i="1"/>
              <a:t>Format Axis</a:t>
            </a:r>
            <a:r>
              <a:rPr lang="en-US"/>
              <a:t> from the pop-up menu. With </a:t>
            </a:r>
            <a:r>
              <a:rPr lang="en-US" i="1"/>
              <a:t>Axis Options </a:t>
            </a:r>
            <a:r>
              <a:rPr lang="en-US"/>
              <a:t>selected on the left, check all boxes under </a:t>
            </a:r>
            <a:r>
              <a:rPr lang="en-US" i="1"/>
              <a:t>Auto</a:t>
            </a:r>
            <a:r>
              <a:rPr lang="en-US"/>
              <a:t> to automatically provide the appropriate scale based on the data.  To provide your own values, select the </a:t>
            </a:r>
            <a:r>
              <a:rPr lang="en-US" i="1"/>
              <a:t>Fixed</a:t>
            </a:r>
            <a:r>
              <a:rPr lang="en-US"/>
              <a:t> option, then type new values in the boxes provided to the right. Click </a:t>
            </a:r>
            <a:r>
              <a:rPr lang="en-US" i="1"/>
              <a:t>Close</a:t>
            </a:r>
            <a:r>
              <a:rPr lang="en-US"/>
              <a:t> when done.  </a:t>
            </a:r>
          </a:p>
        </p:txBody>
      </p:sp>
      <p:sp>
        <p:nvSpPr>
          <p:cNvPr id="4" name="Slide Number Placeholder 3"/>
          <p:cNvSpPr>
            <a:spLocks noGrp="1"/>
          </p:cNvSpPr>
          <p:nvPr>
            <p:ph type="sldNum" sz="quarter" idx="10"/>
          </p:nvPr>
        </p:nvSpPr>
        <p:spPr/>
        <p:txBody>
          <a:bodyPr/>
          <a:lstStyle/>
          <a:p>
            <a:fld id="{8547E1EE-0039-4797-B978-F453418260D1}" type="slidenum">
              <a:rPr lang="en-US" smtClean="0"/>
              <a:pPr/>
              <a:t>13</a:t>
            </a:fld>
            <a:endParaRPr lang="en-US"/>
          </a:p>
        </p:txBody>
      </p:sp>
    </p:spTree>
    <p:extLst>
      <p:ext uri="{BB962C8B-B14F-4D97-AF65-F5344CB8AC3E}">
        <p14:creationId xmlns:p14="http://schemas.microsoft.com/office/powerpoint/2010/main" val="31478346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normAutofit fontScale="77500" lnSpcReduction="20000"/>
          </a:bodyPr>
          <a:lstStyle/>
          <a:p>
            <a:pPr lvl="0"/>
            <a:r>
              <a:rPr lang="en-US"/>
              <a:t>This is a sample </a:t>
            </a:r>
            <a:r>
              <a:rPr lang="en-US" b="1"/>
              <a:t>Line Chart </a:t>
            </a:r>
            <a:r>
              <a:rPr lang="en-US"/>
              <a:t>slide ideal for showcasing revenue data, product or market information along with a brief caption or statement.</a:t>
            </a:r>
          </a:p>
          <a:p>
            <a:pPr lvl="0"/>
            <a:r>
              <a:rPr lang="en-US" b="1"/>
              <a:t>To Customize and Edit this Chart</a:t>
            </a:r>
            <a:r>
              <a:rPr lang="en-US"/>
              <a:t>, </a:t>
            </a:r>
            <a:r>
              <a:rPr lang="en-US" b="1"/>
              <a:t>follow the steps below </a:t>
            </a:r>
            <a:r>
              <a:rPr lang="en-US"/>
              <a:t>(this applies to all slides in this template that contain charts):</a:t>
            </a:r>
          </a:p>
          <a:p>
            <a:pPr lvl="0"/>
            <a:r>
              <a:rPr lang="en-US" b="1"/>
              <a:t>To Change Font Color/Size: </a:t>
            </a:r>
            <a:br>
              <a:rPr lang="en-US"/>
            </a:br>
            <a:r>
              <a:rPr lang="en-US"/>
              <a:t>Select text and adjust the font setting in the Font group in the Home tab.  Select desired attributes to change: font, size, boldness, color, etc.  Note: many of the same commands can also be accessed from the Mini toolbar. </a:t>
            </a:r>
          </a:p>
          <a:p>
            <a:pPr lvl="0"/>
            <a:r>
              <a:rPr lang="en-US" b="1"/>
              <a:t>Edit Chart:</a:t>
            </a:r>
            <a:br>
              <a:rPr lang="en-US"/>
            </a:br>
            <a:r>
              <a:rPr lang="en-US"/>
              <a:t>Click the chart to edit, right-click and select </a:t>
            </a:r>
            <a:r>
              <a:rPr lang="en-US" i="1"/>
              <a:t>Edit Data</a:t>
            </a:r>
            <a:r>
              <a:rPr lang="en-US"/>
              <a:t>…  to access the underlying Excel spreadsheet.</a:t>
            </a:r>
          </a:p>
          <a:p>
            <a:pPr lvl="0"/>
            <a:r>
              <a:rPr lang="en-US" b="1"/>
              <a:t>Copying Data From a Separate Excel Spreadsheet:</a:t>
            </a:r>
            <a:br>
              <a:rPr lang="en-US"/>
            </a:br>
            <a:r>
              <a:rPr lang="en-US"/>
              <a:t>From an existing Excel spreadsheet, select the range of cells to be copied, select copy.</a:t>
            </a:r>
            <a:br>
              <a:rPr lang="en-US"/>
            </a:br>
            <a:r>
              <a:rPr lang="en-US"/>
              <a:t>In PowerPoint, click the chart, right-click and select </a:t>
            </a:r>
            <a:r>
              <a:rPr lang="en-US" i="1"/>
              <a:t>Edit Data</a:t>
            </a:r>
            <a:r>
              <a:rPr lang="en-US"/>
              <a:t>… to open the spreadsheet for editing.</a:t>
            </a:r>
            <a:br>
              <a:rPr lang="en-US"/>
            </a:br>
            <a:r>
              <a:rPr lang="en-US"/>
              <a:t>Select all the data in the </a:t>
            </a:r>
            <a:r>
              <a:rPr lang="en-US" i="1"/>
              <a:t>Chart in Microsoft Office PowerPoint </a:t>
            </a:r>
            <a:r>
              <a:rPr lang="en-US"/>
              <a:t>spreadsheet by clicking the top left corner cell, right-click and select </a:t>
            </a:r>
            <a:r>
              <a:rPr lang="en-US" i="1"/>
              <a:t>Delete</a:t>
            </a:r>
            <a:r>
              <a:rPr lang="en-US"/>
              <a:t>.</a:t>
            </a:r>
            <a:br>
              <a:rPr lang="en-US"/>
            </a:br>
            <a:r>
              <a:rPr lang="en-US"/>
              <a:t>Click in the first empty cell of the spreadsheet and paste (Ctrl V ) to place the data copied from the other Excel file.  </a:t>
            </a:r>
          </a:p>
          <a:p>
            <a:pPr lvl="0"/>
            <a:r>
              <a:rPr lang="en-US" b="1"/>
              <a:t>Changing Orientation and/or Scale of Data: </a:t>
            </a:r>
            <a:br>
              <a:rPr lang="en-US"/>
            </a:br>
            <a:r>
              <a:rPr lang="en-US"/>
              <a:t>If no chart elements appear in your chart it is because either 1) the default orientation for pre-made template charts displays data series in rows, not columns, or 2) the axis scale may have to be adjusted (see below).</a:t>
            </a:r>
          </a:p>
          <a:p>
            <a:pPr lvl="0"/>
            <a:r>
              <a:rPr lang="en-US" b="1"/>
              <a:t>Change Orientation: </a:t>
            </a:r>
            <a:br>
              <a:rPr lang="en-US"/>
            </a:br>
            <a:r>
              <a:rPr lang="en-US"/>
              <a:t>Click the chart to edit and select the </a:t>
            </a:r>
            <a:r>
              <a:rPr lang="en-US" i="1"/>
              <a:t>Chart Tools Design </a:t>
            </a:r>
            <a:r>
              <a:rPr lang="en-US"/>
              <a:t>tab (or double-click on the chart). Click the </a:t>
            </a:r>
            <a:r>
              <a:rPr lang="en-US" i="1"/>
              <a:t>Switch Row/Column</a:t>
            </a:r>
            <a:r>
              <a:rPr lang="en-US"/>
              <a:t> button.  If the </a:t>
            </a:r>
            <a:r>
              <a:rPr lang="en-US" i="1"/>
              <a:t>Switch Row/Column </a:t>
            </a:r>
            <a:r>
              <a:rPr lang="en-US"/>
              <a:t>button is disabled, click the </a:t>
            </a:r>
            <a:r>
              <a:rPr lang="en-US" i="1"/>
              <a:t>Select Data </a:t>
            </a:r>
            <a:r>
              <a:rPr lang="en-US"/>
              <a:t>button and then click the </a:t>
            </a:r>
            <a:r>
              <a:rPr lang="en-US" i="1"/>
              <a:t>Switch Row/Column </a:t>
            </a:r>
            <a:r>
              <a:rPr lang="en-US"/>
              <a:t>button from within the </a:t>
            </a:r>
            <a:r>
              <a:rPr lang="en-US" i="1"/>
              <a:t>Select Data Source</a:t>
            </a:r>
            <a:r>
              <a:rPr lang="en-US"/>
              <a:t> dialog box, click OK.</a:t>
            </a:r>
          </a:p>
          <a:p>
            <a:pPr lvl="0"/>
            <a:r>
              <a:rPr lang="en-US" b="1"/>
              <a:t>Change Scale:</a:t>
            </a:r>
            <a:br>
              <a:rPr lang="en-US"/>
            </a:br>
            <a:r>
              <a:rPr lang="en-US"/>
              <a:t>Right-click the labels next to the chart’s vertical (value) axis, select </a:t>
            </a:r>
            <a:r>
              <a:rPr lang="en-US" i="1"/>
              <a:t>Format Axis</a:t>
            </a:r>
            <a:r>
              <a:rPr lang="en-US"/>
              <a:t> from the pop-up menu. With </a:t>
            </a:r>
            <a:r>
              <a:rPr lang="en-US" i="1"/>
              <a:t>Axis Options </a:t>
            </a:r>
            <a:r>
              <a:rPr lang="en-US"/>
              <a:t>selected on the left, check all boxes under </a:t>
            </a:r>
            <a:r>
              <a:rPr lang="en-US" i="1"/>
              <a:t>Auto</a:t>
            </a:r>
            <a:r>
              <a:rPr lang="en-US"/>
              <a:t> to automatically provide the appropriate scale based on the data.  To provide your own values, select the </a:t>
            </a:r>
            <a:r>
              <a:rPr lang="en-US" i="1"/>
              <a:t>Fixed</a:t>
            </a:r>
            <a:r>
              <a:rPr lang="en-US"/>
              <a:t> option, then type new values in the boxes provided to the right. Click </a:t>
            </a:r>
            <a:r>
              <a:rPr lang="en-US" i="1"/>
              <a:t>Close</a:t>
            </a:r>
            <a:r>
              <a:rPr lang="en-US"/>
              <a:t> when done.  </a:t>
            </a:r>
          </a:p>
        </p:txBody>
      </p:sp>
      <p:sp>
        <p:nvSpPr>
          <p:cNvPr id="4" name="Slide Number Placeholder 3"/>
          <p:cNvSpPr>
            <a:spLocks noGrp="1"/>
          </p:cNvSpPr>
          <p:nvPr>
            <p:ph type="sldNum" sz="quarter" idx="10"/>
          </p:nvPr>
        </p:nvSpPr>
        <p:spPr/>
        <p:txBody>
          <a:bodyPr/>
          <a:lstStyle/>
          <a:p>
            <a:fld id="{8547E1EE-0039-4797-B978-F453418260D1}" type="slidenum">
              <a:rPr lang="en-US" smtClean="0"/>
              <a:pPr/>
              <a:t>14</a:t>
            </a:fld>
            <a:endParaRPr lang="en-US"/>
          </a:p>
        </p:txBody>
      </p:sp>
    </p:spTree>
    <p:extLst>
      <p:ext uri="{BB962C8B-B14F-4D97-AF65-F5344CB8AC3E}">
        <p14:creationId xmlns:p14="http://schemas.microsoft.com/office/powerpoint/2010/main" val="37530979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normAutofit fontScale="92500" lnSpcReduction="20000"/>
          </a:bodyPr>
          <a:lstStyle/>
          <a:p>
            <a:pPr lvl="0"/>
            <a:r>
              <a:rPr lang="en-US"/>
              <a:t>This is a sample </a:t>
            </a:r>
            <a:r>
              <a:rPr lang="en-US" b="1"/>
              <a:t>Pie Chart </a:t>
            </a:r>
            <a:r>
              <a:rPr lang="en-US"/>
              <a:t>slide ideal for communicating product or market information.</a:t>
            </a:r>
          </a:p>
          <a:p>
            <a:pPr lvl="0"/>
            <a:r>
              <a:rPr lang="en-US" b="1"/>
              <a:t>To Change Font Color/Size: </a:t>
            </a:r>
            <a:br>
              <a:rPr lang="en-US"/>
            </a:br>
            <a:r>
              <a:rPr lang="en-US"/>
              <a:t>Select text and adjust the font setting in the Font group in the Home tab.  Select desired attributes to change: font, size, boldness, color, etc.  Note: many of the same commands can also be accessed from the Mini toolbar. </a:t>
            </a:r>
          </a:p>
          <a:p>
            <a:pPr lvl="0"/>
            <a:r>
              <a:rPr lang="en-US" b="1"/>
              <a:t>Edit Chart:</a:t>
            </a:r>
            <a:br>
              <a:rPr lang="en-US"/>
            </a:br>
            <a:r>
              <a:rPr lang="en-US"/>
              <a:t>Click the chart to edit, right-click and select </a:t>
            </a:r>
            <a:r>
              <a:rPr lang="en-US" i="1"/>
              <a:t>Edit Data</a:t>
            </a:r>
            <a:r>
              <a:rPr lang="en-US"/>
              <a:t>…  to access the underlying Excel spreadsheet.</a:t>
            </a:r>
          </a:p>
          <a:p>
            <a:pPr lvl="0"/>
            <a:r>
              <a:rPr lang="en-US" b="1"/>
              <a:t>Copying Data From a Separate Excel Spreadsheet:</a:t>
            </a:r>
            <a:br>
              <a:rPr lang="en-US"/>
            </a:br>
            <a:r>
              <a:rPr lang="en-US"/>
              <a:t>From an existing Excel spreadsheet, select the range of cells to be copied, select copy.</a:t>
            </a:r>
            <a:br>
              <a:rPr lang="en-US"/>
            </a:br>
            <a:r>
              <a:rPr lang="en-US"/>
              <a:t>In PowerPoint, click the chart, right-click and select </a:t>
            </a:r>
            <a:r>
              <a:rPr lang="en-US" i="1"/>
              <a:t>Edit Data</a:t>
            </a:r>
            <a:r>
              <a:rPr lang="en-US"/>
              <a:t>… to open the spreadsheet for editing.</a:t>
            </a:r>
            <a:br>
              <a:rPr lang="en-US"/>
            </a:br>
            <a:r>
              <a:rPr lang="en-US"/>
              <a:t>Select all the data in the </a:t>
            </a:r>
            <a:r>
              <a:rPr lang="en-US" i="1"/>
              <a:t>Chart in Microsoft Office PowerPoint </a:t>
            </a:r>
            <a:r>
              <a:rPr lang="en-US"/>
              <a:t>spreadsheet by clicking the top left corner cell, right-click and select </a:t>
            </a:r>
            <a:r>
              <a:rPr lang="en-US" i="1"/>
              <a:t>Delete</a:t>
            </a:r>
            <a:r>
              <a:rPr lang="en-US"/>
              <a:t>.</a:t>
            </a:r>
            <a:br>
              <a:rPr lang="en-US"/>
            </a:br>
            <a:r>
              <a:rPr lang="en-US"/>
              <a:t>Click in the first empty cell of the spreadsheet and paste (Ctrl V ) to place the data copied from the other Excel file.  </a:t>
            </a:r>
          </a:p>
          <a:p>
            <a:pPr lvl="0"/>
            <a:r>
              <a:rPr lang="en-US" b="1"/>
              <a:t>Changing Orientation and/or Scale of Data: </a:t>
            </a:r>
            <a:br>
              <a:rPr lang="en-US"/>
            </a:br>
            <a:r>
              <a:rPr lang="en-US"/>
              <a:t>If no chart elements appear in your chart it is because either 1) the default orientation for pre-made template charts displays data series in rows, not columns, or 2) the axis scale may have to be adjusted</a:t>
            </a:r>
          </a:p>
          <a:p>
            <a:pPr lvl="0"/>
            <a:r>
              <a:rPr lang="en-US" b="1"/>
              <a:t>Change Orientation: </a:t>
            </a:r>
            <a:br>
              <a:rPr lang="en-US"/>
            </a:br>
            <a:r>
              <a:rPr lang="en-US"/>
              <a:t>Click the chart to edit and select the </a:t>
            </a:r>
            <a:r>
              <a:rPr lang="en-US" i="1"/>
              <a:t>Chart Tools Design </a:t>
            </a:r>
            <a:r>
              <a:rPr lang="en-US"/>
              <a:t>tab (or double-click on the chart). Click the </a:t>
            </a:r>
            <a:r>
              <a:rPr lang="en-US" i="1"/>
              <a:t>Switch Row/Column</a:t>
            </a:r>
            <a:r>
              <a:rPr lang="en-US"/>
              <a:t> button.  If the </a:t>
            </a:r>
            <a:r>
              <a:rPr lang="en-US" i="1"/>
              <a:t>Switch Row/Column </a:t>
            </a:r>
            <a:r>
              <a:rPr lang="en-US"/>
              <a:t>button is disabled, click the </a:t>
            </a:r>
            <a:r>
              <a:rPr lang="en-US" i="1"/>
              <a:t>Select Data </a:t>
            </a:r>
            <a:r>
              <a:rPr lang="en-US"/>
              <a:t>button and then click the </a:t>
            </a:r>
            <a:r>
              <a:rPr lang="en-US" i="1"/>
              <a:t>Switch Row/Column </a:t>
            </a:r>
            <a:r>
              <a:rPr lang="en-US"/>
              <a:t>button from within the </a:t>
            </a:r>
            <a:r>
              <a:rPr lang="en-US" i="1"/>
              <a:t>Select Data Source</a:t>
            </a:r>
            <a:r>
              <a:rPr lang="en-US"/>
              <a:t> dialog box, click OK.</a:t>
            </a:r>
          </a:p>
        </p:txBody>
      </p:sp>
      <p:sp>
        <p:nvSpPr>
          <p:cNvPr id="4" name="Slide Number Placeholder 3"/>
          <p:cNvSpPr>
            <a:spLocks noGrp="1"/>
          </p:cNvSpPr>
          <p:nvPr>
            <p:ph type="sldNum" sz="quarter" idx="10"/>
          </p:nvPr>
        </p:nvSpPr>
        <p:spPr/>
        <p:txBody>
          <a:bodyPr/>
          <a:lstStyle/>
          <a:p>
            <a:fld id="{8547E1EE-0039-4797-B978-F453418260D1}" type="slidenum">
              <a:rPr lang="en-US" smtClean="0"/>
              <a:pPr/>
              <a:t>15</a:t>
            </a:fld>
            <a:endParaRPr lang="en-US"/>
          </a:p>
        </p:txBody>
      </p:sp>
    </p:spTree>
    <p:extLst>
      <p:ext uri="{BB962C8B-B14F-4D97-AF65-F5344CB8AC3E}">
        <p14:creationId xmlns:p14="http://schemas.microsoft.com/office/powerpoint/2010/main" val="25664246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8547E1EE-0039-4797-B978-F453418260D1}" type="slidenum">
              <a:rPr lang="en-US" smtClean="0"/>
              <a:pPr/>
              <a:t>16</a:t>
            </a:fld>
            <a:endParaRPr lang="en-US"/>
          </a:p>
        </p:txBody>
      </p:sp>
      <p:sp>
        <p:nvSpPr>
          <p:cNvPr id="6" name="Slide Image Placeholder 5"/>
          <p:cNvSpPr>
            <a:spLocks noGrp="1" noRot="1" noChangeAspect="1"/>
          </p:cNvSpPr>
          <p:nvPr>
            <p:ph type="sldImg"/>
          </p:nvPr>
        </p:nvSpPr>
        <p:spPr>
          <a:xfrm>
            <a:off x="381000" y="381000"/>
            <a:ext cx="4572000" cy="2573338"/>
          </a:xfrm>
        </p:spPr>
      </p:sp>
      <p:sp>
        <p:nvSpPr>
          <p:cNvPr id="7" name="Notes Placeholder 6"/>
          <p:cNvSpPr>
            <a:spLocks noGrp="1"/>
          </p:cNvSpPr>
          <p:nvPr>
            <p:ph type="body" idx="1"/>
          </p:nvPr>
        </p:nvSpPr>
        <p:spPr/>
        <p:txBody>
          <a:bodyPr>
            <a:normAutofit fontScale="77500" lnSpcReduction="20000"/>
          </a:bodyPr>
          <a:lstStyle/>
          <a:p>
            <a:pPr lvl="0"/>
            <a:r>
              <a:rPr lang="en-US"/>
              <a:t>This is a sample </a:t>
            </a:r>
            <a:r>
              <a:rPr lang="en-US" b="1"/>
              <a:t>Content with Caption </a:t>
            </a:r>
            <a:r>
              <a:rPr lang="en-US"/>
              <a:t>slide ideal for showcasing revenue data, product or market information along with a brief caption or statement.</a:t>
            </a:r>
          </a:p>
          <a:p>
            <a:pPr lvl="0"/>
            <a:r>
              <a:rPr lang="en-US" b="1"/>
              <a:t>To Customize and Edit this Chart</a:t>
            </a:r>
            <a:r>
              <a:rPr lang="en-US"/>
              <a:t>, </a:t>
            </a:r>
            <a:r>
              <a:rPr lang="en-US" b="1"/>
              <a:t>follow the steps below </a:t>
            </a:r>
            <a:r>
              <a:rPr lang="en-US"/>
              <a:t>(this applies to all slides in this template that contain charts):</a:t>
            </a:r>
          </a:p>
          <a:p>
            <a:pPr lvl="0"/>
            <a:r>
              <a:rPr lang="en-US" b="1"/>
              <a:t>To Change Font Color/Size: </a:t>
            </a:r>
            <a:br>
              <a:rPr lang="en-US"/>
            </a:br>
            <a:r>
              <a:rPr lang="en-US"/>
              <a:t>Select text and adjust the font setting in the Font group in the Home tab.  Select desired attributes to change: font, size, boldness, color, etc.  Note: many of the same commands can also be accessed from the Mini toolbar. </a:t>
            </a:r>
          </a:p>
          <a:p>
            <a:pPr lvl="0"/>
            <a:r>
              <a:rPr lang="en-US" b="1"/>
              <a:t>Edit Chart:</a:t>
            </a:r>
            <a:br>
              <a:rPr lang="en-US"/>
            </a:br>
            <a:r>
              <a:rPr lang="en-US"/>
              <a:t>Click the chart to edit, right-click and select </a:t>
            </a:r>
            <a:r>
              <a:rPr lang="en-US" i="1"/>
              <a:t>Edit Data</a:t>
            </a:r>
            <a:r>
              <a:rPr lang="en-US"/>
              <a:t>…  to access the underlying Excel spreadsheet.</a:t>
            </a:r>
          </a:p>
          <a:p>
            <a:pPr lvl="0"/>
            <a:r>
              <a:rPr lang="en-US" b="1"/>
              <a:t>Copying Data From a Separate Excel Spreadsheet:</a:t>
            </a:r>
            <a:br>
              <a:rPr lang="en-US"/>
            </a:br>
            <a:r>
              <a:rPr lang="en-US"/>
              <a:t>From an existing Excel spreadsheet, select the range of cells to be copied, select copy.</a:t>
            </a:r>
            <a:br>
              <a:rPr lang="en-US"/>
            </a:br>
            <a:r>
              <a:rPr lang="en-US"/>
              <a:t>In PowerPoint, click the chart, right-click and select </a:t>
            </a:r>
            <a:r>
              <a:rPr lang="en-US" i="1"/>
              <a:t>Edit Data</a:t>
            </a:r>
            <a:r>
              <a:rPr lang="en-US"/>
              <a:t>… to open the spreadsheet for editing.</a:t>
            </a:r>
            <a:br>
              <a:rPr lang="en-US"/>
            </a:br>
            <a:r>
              <a:rPr lang="en-US"/>
              <a:t>Select all the data in the </a:t>
            </a:r>
            <a:r>
              <a:rPr lang="en-US" i="1"/>
              <a:t>Chart in Microsoft Office PowerPoint </a:t>
            </a:r>
            <a:r>
              <a:rPr lang="en-US"/>
              <a:t>spreadsheet by clicking the top left corner cell, right-click and select </a:t>
            </a:r>
            <a:r>
              <a:rPr lang="en-US" i="1"/>
              <a:t>Delete</a:t>
            </a:r>
            <a:r>
              <a:rPr lang="en-US"/>
              <a:t>.</a:t>
            </a:r>
            <a:br>
              <a:rPr lang="en-US"/>
            </a:br>
            <a:r>
              <a:rPr lang="en-US"/>
              <a:t>Click in the first empty cell of the spreadsheet and paste (Ctrl V ) to place the data copied from the other Excel file.  </a:t>
            </a:r>
          </a:p>
          <a:p>
            <a:pPr lvl="0"/>
            <a:r>
              <a:rPr lang="en-US" b="1"/>
              <a:t>Changing Orientation and/or Scale of Data: </a:t>
            </a:r>
            <a:br>
              <a:rPr lang="en-US"/>
            </a:br>
            <a:r>
              <a:rPr lang="en-US"/>
              <a:t>If no chart elements appear in your chart it is because either 1) the default orientation for pre-made template charts displays data series in rows, not columns, or 2) the axis scale may have to be adjusted (see below).</a:t>
            </a:r>
          </a:p>
          <a:p>
            <a:pPr lvl="0"/>
            <a:r>
              <a:rPr lang="en-US" b="1"/>
              <a:t>Change Orientation: </a:t>
            </a:r>
            <a:br>
              <a:rPr lang="en-US"/>
            </a:br>
            <a:r>
              <a:rPr lang="en-US"/>
              <a:t>Click the chart to edit and select the </a:t>
            </a:r>
            <a:r>
              <a:rPr lang="en-US" i="1"/>
              <a:t>Chart Tools Design </a:t>
            </a:r>
            <a:r>
              <a:rPr lang="en-US"/>
              <a:t>tab (or double-click on the chart). Click the </a:t>
            </a:r>
            <a:r>
              <a:rPr lang="en-US" i="1"/>
              <a:t>Switch Row/Column</a:t>
            </a:r>
            <a:r>
              <a:rPr lang="en-US"/>
              <a:t> button.  If the </a:t>
            </a:r>
            <a:r>
              <a:rPr lang="en-US" i="1"/>
              <a:t>Switch Row/Column </a:t>
            </a:r>
            <a:r>
              <a:rPr lang="en-US"/>
              <a:t>button is disabled, click the </a:t>
            </a:r>
            <a:r>
              <a:rPr lang="en-US" i="1"/>
              <a:t>Select Data </a:t>
            </a:r>
            <a:r>
              <a:rPr lang="en-US"/>
              <a:t>button and then click the </a:t>
            </a:r>
            <a:r>
              <a:rPr lang="en-US" i="1"/>
              <a:t>Switch Row/Column </a:t>
            </a:r>
            <a:r>
              <a:rPr lang="en-US"/>
              <a:t>button from within the </a:t>
            </a:r>
            <a:r>
              <a:rPr lang="en-US" i="1"/>
              <a:t>Select Data Source</a:t>
            </a:r>
            <a:r>
              <a:rPr lang="en-US"/>
              <a:t> dialog box, click OK.</a:t>
            </a:r>
          </a:p>
          <a:p>
            <a:pPr lvl="0"/>
            <a:r>
              <a:rPr lang="en-US" b="1"/>
              <a:t>Change Scale:</a:t>
            </a:r>
            <a:br>
              <a:rPr lang="en-US"/>
            </a:br>
            <a:r>
              <a:rPr lang="en-US"/>
              <a:t>Right-click the labels next to the chart’s vertical (value) axis, select </a:t>
            </a:r>
            <a:r>
              <a:rPr lang="en-US" i="1"/>
              <a:t>Format Axis</a:t>
            </a:r>
            <a:r>
              <a:rPr lang="en-US"/>
              <a:t> from the pop-up menu. With </a:t>
            </a:r>
            <a:r>
              <a:rPr lang="en-US" i="1"/>
              <a:t>Axis Options </a:t>
            </a:r>
            <a:r>
              <a:rPr lang="en-US"/>
              <a:t>selected on the left, check all boxes under </a:t>
            </a:r>
            <a:r>
              <a:rPr lang="en-US" i="1"/>
              <a:t>Auto</a:t>
            </a:r>
            <a:r>
              <a:rPr lang="en-US"/>
              <a:t> to automatically provide the appropriate scale based on the data.  To provide your own values, select the </a:t>
            </a:r>
            <a:r>
              <a:rPr lang="en-US" i="1"/>
              <a:t>Fixed</a:t>
            </a:r>
            <a:r>
              <a:rPr lang="en-US"/>
              <a:t> option, then type new values in the boxes provided to the right. Click </a:t>
            </a:r>
            <a:r>
              <a:rPr lang="en-US" i="1"/>
              <a:t>Close</a:t>
            </a:r>
            <a:r>
              <a:rPr lang="en-US"/>
              <a:t> when done.  </a:t>
            </a:r>
          </a:p>
        </p:txBody>
      </p:sp>
    </p:spTree>
    <p:extLst>
      <p:ext uri="{BB962C8B-B14F-4D97-AF65-F5344CB8AC3E}">
        <p14:creationId xmlns:p14="http://schemas.microsoft.com/office/powerpoint/2010/main" val="31392843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8547E1EE-0039-4797-B978-F453418260D1}" type="slidenum">
              <a:rPr lang="en-US" smtClean="0"/>
              <a:pPr/>
              <a:t>17</a:t>
            </a:fld>
            <a:endParaRPr lang="en-US"/>
          </a:p>
        </p:txBody>
      </p:sp>
      <p:sp>
        <p:nvSpPr>
          <p:cNvPr id="6" name="Slide Image Placeholder 5"/>
          <p:cNvSpPr>
            <a:spLocks noGrp="1" noRot="1" noChangeAspect="1"/>
          </p:cNvSpPr>
          <p:nvPr>
            <p:ph type="sldImg"/>
          </p:nvPr>
        </p:nvSpPr>
        <p:spPr>
          <a:xfrm>
            <a:off x="381000" y="381000"/>
            <a:ext cx="4572000" cy="2573338"/>
          </a:xfrm>
        </p:spPr>
      </p:sp>
      <p:sp>
        <p:nvSpPr>
          <p:cNvPr id="7" name="Notes Placeholder 6"/>
          <p:cNvSpPr>
            <a:spLocks noGrp="1"/>
          </p:cNvSpPr>
          <p:nvPr>
            <p:ph type="body" idx="1"/>
          </p:nvPr>
        </p:nvSpPr>
        <p:spPr/>
        <p:txBody>
          <a:bodyPr>
            <a:normAutofit fontScale="77500" lnSpcReduction="20000"/>
          </a:bodyPr>
          <a:lstStyle/>
          <a:p>
            <a:pPr lvl="0"/>
            <a:r>
              <a:rPr lang="en-US"/>
              <a:t>This is a sample </a:t>
            </a:r>
            <a:r>
              <a:rPr lang="en-US" b="1"/>
              <a:t>Content with Caption </a:t>
            </a:r>
            <a:r>
              <a:rPr lang="en-US"/>
              <a:t>slide ideal for showcasing revenue data, product or market information along with a brief caption or statement.</a:t>
            </a:r>
          </a:p>
          <a:p>
            <a:pPr lvl="0"/>
            <a:r>
              <a:rPr lang="en-US" b="1"/>
              <a:t>To Customize and Edit this Chart</a:t>
            </a:r>
            <a:r>
              <a:rPr lang="en-US"/>
              <a:t>, </a:t>
            </a:r>
            <a:r>
              <a:rPr lang="en-US" b="1"/>
              <a:t>follow the steps below </a:t>
            </a:r>
            <a:r>
              <a:rPr lang="en-US"/>
              <a:t>(this applies to all slides in this template that contain charts):</a:t>
            </a:r>
          </a:p>
          <a:p>
            <a:pPr lvl="0"/>
            <a:r>
              <a:rPr lang="en-US" b="1"/>
              <a:t>To Change Font Color/Size: </a:t>
            </a:r>
            <a:br>
              <a:rPr lang="en-US"/>
            </a:br>
            <a:r>
              <a:rPr lang="en-US"/>
              <a:t>Select text and adjust the font setting in the Font group in the Home tab.  Select desired attributes to change: font, size, boldness, color, etc.  Note: many of the same commands can also be accessed from the Mini toolbar. </a:t>
            </a:r>
          </a:p>
          <a:p>
            <a:pPr lvl="0"/>
            <a:r>
              <a:rPr lang="en-US" b="1"/>
              <a:t>Edit Chart:</a:t>
            </a:r>
            <a:br>
              <a:rPr lang="en-US"/>
            </a:br>
            <a:r>
              <a:rPr lang="en-US"/>
              <a:t>Click the chart to edit, right-click and select </a:t>
            </a:r>
            <a:r>
              <a:rPr lang="en-US" i="1"/>
              <a:t>Edit Data</a:t>
            </a:r>
            <a:r>
              <a:rPr lang="en-US"/>
              <a:t>…  to access the underlying Excel spreadsheet.</a:t>
            </a:r>
          </a:p>
          <a:p>
            <a:pPr lvl="0"/>
            <a:r>
              <a:rPr lang="en-US" b="1"/>
              <a:t>Copying Data From a Separate Excel Spreadsheet:</a:t>
            </a:r>
            <a:br>
              <a:rPr lang="en-US"/>
            </a:br>
            <a:r>
              <a:rPr lang="en-US"/>
              <a:t>From an existing Excel spreadsheet, select the range of cells to be copied, select copy.</a:t>
            </a:r>
            <a:br>
              <a:rPr lang="en-US"/>
            </a:br>
            <a:r>
              <a:rPr lang="en-US"/>
              <a:t>In PowerPoint, click the chart, right-click and select </a:t>
            </a:r>
            <a:r>
              <a:rPr lang="en-US" i="1"/>
              <a:t>Edit Data</a:t>
            </a:r>
            <a:r>
              <a:rPr lang="en-US"/>
              <a:t>… to open the spreadsheet for editing.</a:t>
            </a:r>
            <a:br>
              <a:rPr lang="en-US"/>
            </a:br>
            <a:r>
              <a:rPr lang="en-US"/>
              <a:t>Select all the data in the </a:t>
            </a:r>
            <a:r>
              <a:rPr lang="en-US" i="1"/>
              <a:t>Chart in Microsoft Office PowerPoint </a:t>
            </a:r>
            <a:r>
              <a:rPr lang="en-US"/>
              <a:t>spreadsheet by clicking the top left corner cell, right-click and select </a:t>
            </a:r>
            <a:r>
              <a:rPr lang="en-US" i="1"/>
              <a:t>Delete</a:t>
            </a:r>
            <a:r>
              <a:rPr lang="en-US"/>
              <a:t>.</a:t>
            </a:r>
            <a:br>
              <a:rPr lang="en-US"/>
            </a:br>
            <a:r>
              <a:rPr lang="en-US"/>
              <a:t>Click in the first empty cell of the spreadsheet and paste (Ctrl V ) to place the data copied from the other Excel file.  </a:t>
            </a:r>
          </a:p>
          <a:p>
            <a:pPr lvl="0"/>
            <a:r>
              <a:rPr lang="en-US" b="1"/>
              <a:t>Changing Orientation and/or Scale of Data: </a:t>
            </a:r>
            <a:br>
              <a:rPr lang="en-US"/>
            </a:br>
            <a:r>
              <a:rPr lang="en-US"/>
              <a:t>If no chart elements appear in your chart it is because either 1) the default orientation for pre-made template charts displays data series in rows, not columns, or 2) the axis scale may have to be adjusted (see below).</a:t>
            </a:r>
          </a:p>
          <a:p>
            <a:pPr lvl="0"/>
            <a:r>
              <a:rPr lang="en-US" b="1"/>
              <a:t>Change Orientation: </a:t>
            </a:r>
            <a:br>
              <a:rPr lang="en-US"/>
            </a:br>
            <a:r>
              <a:rPr lang="en-US"/>
              <a:t>Click the chart to edit and select the </a:t>
            </a:r>
            <a:r>
              <a:rPr lang="en-US" i="1"/>
              <a:t>Chart Tools Design </a:t>
            </a:r>
            <a:r>
              <a:rPr lang="en-US"/>
              <a:t>tab (or double-click on the chart). Click the </a:t>
            </a:r>
            <a:r>
              <a:rPr lang="en-US" i="1"/>
              <a:t>Switch Row/Column</a:t>
            </a:r>
            <a:r>
              <a:rPr lang="en-US"/>
              <a:t> button.  If the </a:t>
            </a:r>
            <a:r>
              <a:rPr lang="en-US" i="1"/>
              <a:t>Switch Row/Column </a:t>
            </a:r>
            <a:r>
              <a:rPr lang="en-US"/>
              <a:t>button is disabled, click the </a:t>
            </a:r>
            <a:r>
              <a:rPr lang="en-US" i="1"/>
              <a:t>Select Data </a:t>
            </a:r>
            <a:r>
              <a:rPr lang="en-US"/>
              <a:t>button and then click the </a:t>
            </a:r>
            <a:r>
              <a:rPr lang="en-US" i="1"/>
              <a:t>Switch Row/Column </a:t>
            </a:r>
            <a:r>
              <a:rPr lang="en-US"/>
              <a:t>button from within the </a:t>
            </a:r>
            <a:r>
              <a:rPr lang="en-US" i="1"/>
              <a:t>Select Data Source</a:t>
            </a:r>
            <a:r>
              <a:rPr lang="en-US"/>
              <a:t> dialog box, click OK.</a:t>
            </a:r>
          </a:p>
          <a:p>
            <a:pPr lvl="0"/>
            <a:r>
              <a:rPr lang="en-US" b="1"/>
              <a:t>Change Scale:</a:t>
            </a:r>
            <a:br>
              <a:rPr lang="en-US"/>
            </a:br>
            <a:r>
              <a:rPr lang="en-US"/>
              <a:t>Right-click the labels next to the chart’s vertical (value) axis, select </a:t>
            </a:r>
            <a:r>
              <a:rPr lang="en-US" i="1"/>
              <a:t>Format Axis</a:t>
            </a:r>
            <a:r>
              <a:rPr lang="en-US"/>
              <a:t> from the pop-up menu. With </a:t>
            </a:r>
            <a:r>
              <a:rPr lang="en-US" i="1"/>
              <a:t>Axis Options </a:t>
            </a:r>
            <a:r>
              <a:rPr lang="en-US"/>
              <a:t>selected on the left, check all boxes under </a:t>
            </a:r>
            <a:r>
              <a:rPr lang="en-US" i="1"/>
              <a:t>Auto</a:t>
            </a:r>
            <a:r>
              <a:rPr lang="en-US"/>
              <a:t> to automatically provide the appropriate scale based on the data.  To provide your own values, select the </a:t>
            </a:r>
            <a:r>
              <a:rPr lang="en-US" i="1"/>
              <a:t>Fixed</a:t>
            </a:r>
            <a:r>
              <a:rPr lang="en-US"/>
              <a:t> option, then type new values in the boxes provided to the right. Click </a:t>
            </a:r>
            <a:r>
              <a:rPr lang="en-US" i="1"/>
              <a:t>Close</a:t>
            </a:r>
            <a:r>
              <a:rPr lang="en-US"/>
              <a:t> when done.  </a:t>
            </a:r>
          </a:p>
        </p:txBody>
      </p:sp>
    </p:spTree>
    <p:extLst>
      <p:ext uri="{BB962C8B-B14F-4D97-AF65-F5344CB8AC3E}">
        <p14:creationId xmlns:p14="http://schemas.microsoft.com/office/powerpoint/2010/main" val="20390489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8547E1EE-0039-4797-B978-F453418260D1}" type="slidenum">
              <a:rPr lang="en-US" smtClean="0"/>
              <a:pPr/>
              <a:t>18</a:t>
            </a:fld>
            <a:endParaRPr lang="en-US"/>
          </a:p>
        </p:txBody>
      </p:sp>
      <p:sp>
        <p:nvSpPr>
          <p:cNvPr id="6" name="Slide Image Placeholder 5"/>
          <p:cNvSpPr>
            <a:spLocks noGrp="1" noRot="1" noChangeAspect="1"/>
          </p:cNvSpPr>
          <p:nvPr>
            <p:ph type="sldImg"/>
          </p:nvPr>
        </p:nvSpPr>
        <p:spPr>
          <a:xfrm>
            <a:off x="381000" y="381000"/>
            <a:ext cx="4572000" cy="2573338"/>
          </a:xfrm>
        </p:spPr>
      </p:sp>
      <p:sp>
        <p:nvSpPr>
          <p:cNvPr id="7" name="Notes Placeholder 6"/>
          <p:cNvSpPr>
            <a:spLocks noGrp="1"/>
          </p:cNvSpPr>
          <p:nvPr>
            <p:ph type="body" idx="1"/>
          </p:nvPr>
        </p:nvSpPr>
        <p:spPr/>
        <p:txBody>
          <a:bodyPr>
            <a:normAutofit fontScale="77500" lnSpcReduction="20000"/>
          </a:bodyPr>
          <a:lstStyle/>
          <a:p>
            <a:pPr lvl="0"/>
            <a:r>
              <a:rPr lang="en-US"/>
              <a:t>This is a sample </a:t>
            </a:r>
            <a:r>
              <a:rPr lang="en-US" b="1"/>
              <a:t>Content with Caption </a:t>
            </a:r>
            <a:r>
              <a:rPr lang="en-US"/>
              <a:t>slide ideal for showcasing revenue data, product or market information along with a brief caption or statement.</a:t>
            </a:r>
          </a:p>
          <a:p>
            <a:pPr lvl="0"/>
            <a:r>
              <a:rPr lang="en-US" b="1"/>
              <a:t>To Customize and Edit this Chart</a:t>
            </a:r>
            <a:r>
              <a:rPr lang="en-US"/>
              <a:t>, </a:t>
            </a:r>
            <a:r>
              <a:rPr lang="en-US" b="1"/>
              <a:t>follow the steps below </a:t>
            </a:r>
            <a:r>
              <a:rPr lang="en-US"/>
              <a:t>(this applies to all slides in this template that contain charts):</a:t>
            </a:r>
          </a:p>
          <a:p>
            <a:pPr lvl="0"/>
            <a:r>
              <a:rPr lang="en-US" b="1"/>
              <a:t>To Change Font Color/Size: </a:t>
            </a:r>
            <a:br>
              <a:rPr lang="en-US"/>
            </a:br>
            <a:r>
              <a:rPr lang="en-US"/>
              <a:t>Select text and adjust the font setting in the Font group in the Home tab.  Select desired attributes to change: font, size, boldness, color, etc.  Note: many of the same commands can also be accessed from the Mini toolbar. </a:t>
            </a:r>
          </a:p>
          <a:p>
            <a:pPr lvl="0"/>
            <a:r>
              <a:rPr lang="en-US" b="1"/>
              <a:t>Edit Chart:</a:t>
            </a:r>
            <a:br>
              <a:rPr lang="en-US"/>
            </a:br>
            <a:r>
              <a:rPr lang="en-US"/>
              <a:t>Click the chart to edit, right-click and select </a:t>
            </a:r>
            <a:r>
              <a:rPr lang="en-US" i="1"/>
              <a:t>Edit Data</a:t>
            </a:r>
            <a:r>
              <a:rPr lang="en-US"/>
              <a:t>…  to access the underlying Excel spreadsheet.</a:t>
            </a:r>
          </a:p>
          <a:p>
            <a:pPr lvl="0"/>
            <a:r>
              <a:rPr lang="en-US" b="1"/>
              <a:t>Copying Data From a Separate Excel Spreadsheet:</a:t>
            </a:r>
            <a:br>
              <a:rPr lang="en-US"/>
            </a:br>
            <a:r>
              <a:rPr lang="en-US"/>
              <a:t>From an existing Excel spreadsheet, select the range of cells to be copied, select copy.</a:t>
            </a:r>
            <a:br>
              <a:rPr lang="en-US"/>
            </a:br>
            <a:r>
              <a:rPr lang="en-US"/>
              <a:t>In PowerPoint, click the chart, right-click and select </a:t>
            </a:r>
            <a:r>
              <a:rPr lang="en-US" i="1"/>
              <a:t>Edit Data</a:t>
            </a:r>
            <a:r>
              <a:rPr lang="en-US"/>
              <a:t>… to open the spreadsheet for editing.</a:t>
            </a:r>
            <a:br>
              <a:rPr lang="en-US"/>
            </a:br>
            <a:r>
              <a:rPr lang="en-US"/>
              <a:t>Select all the data in the </a:t>
            </a:r>
            <a:r>
              <a:rPr lang="en-US" i="1"/>
              <a:t>Chart in Microsoft Office PowerPoint </a:t>
            </a:r>
            <a:r>
              <a:rPr lang="en-US"/>
              <a:t>spreadsheet by clicking the top left corner cell, right-click and select </a:t>
            </a:r>
            <a:r>
              <a:rPr lang="en-US" i="1"/>
              <a:t>Delete</a:t>
            </a:r>
            <a:r>
              <a:rPr lang="en-US"/>
              <a:t>.</a:t>
            </a:r>
            <a:br>
              <a:rPr lang="en-US"/>
            </a:br>
            <a:r>
              <a:rPr lang="en-US"/>
              <a:t>Click in the first empty cell of the spreadsheet and paste (Ctrl V ) to place the data copied from the other Excel file.  </a:t>
            </a:r>
          </a:p>
          <a:p>
            <a:pPr lvl="0"/>
            <a:r>
              <a:rPr lang="en-US" b="1"/>
              <a:t>Changing Orientation and/or Scale of Data: </a:t>
            </a:r>
            <a:br>
              <a:rPr lang="en-US"/>
            </a:br>
            <a:r>
              <a:rPr lang="en-US"/>
              <a:t>If no chart elements appear in your chart it is because either 1) the default orientation for pre-made template charts displays data series in rows, not columns, or 2) the axis scale may have to be adjusted (see below).</a:t>
            </a:r>
          </a:p>
          <a:p>
            <a:pPr lvl="0"/>
            <a:r>
              <a:rPr lang="en-US" b="1"/>
              <a:t>Change Orientation: </a:t>
            </a:r>
            <a:br>
              <a:rPr lang="en-US"/>
            </a:br>
            <a:r>
              <a:rPr lang="en-US"/>
              <a:t>Click the chart to edit and select the </a:t>
            </a:r>
            <a:r>
              <a:rPr lang="en-US" i="1"/>
              <a:t>Chart Tools Design </a:t>
            </a:r>
            <a:r>
              <a:rPr lang="en-US"/>
              <a:t>tab (or double-click on the chart). Click the </a:t>
            </a:r>
            <a:r>
              <a:rPr lang="en-US" i="1"/>
              <a:t>Switch Row/Column</a:t>
            </a:r>
            <a:r>
              <a:rPr lang="en-US"/>
              <a:t> button.  If the </a:t>
            </a:r>
            <a:r>
              <a:rPr lang="en-US" i="1"/>
              <a:t>Switch Row/Column </a:t>
            </a:r>
            <a:r>
              <a:rPr lang="en-US"/>
              <a:t>button is disabled, click the </a:t>
            </a:r>
            <a:r>
              <a:rPr lang="en-US" i="1"/>
              <a:t>Select Data </a:t>
            </a:r>
            <a:r>
              <a:rPr lang="en-US"/>
              <a:t>button and then click the </a:t>
            </a:r>
            <a:r>
              <a:rPr lang="en-US" i="1"/>
              <a:t>Switch Row/Column </a:t>
            </a:r>
            <a:r>
              <a:rPr lang="en-US"/>
              <a:t>button from within the </a:t>
            </a:r>
            <a:r>
              <a:rPr lang="en-US" i="1"/>
              <a:t>Select Data Source</a:t>
            </a:r>
            <a:r>
              <a:rPr lang="en-US"/>
              <a:t> dialog box, click OK.</a:t>
            </a:r>
          </a:p>
          <a:p>
            <a:pPr lvl="0"/>
            <a:r>
              <a:rPr lang="en-US" b="1"/>
              <a:t>Change Scale:</a:t>
            </a:r>
            <a:br>
              <a:rPr lang="en-US"/>
            </a:br>
            <a:r>
              <a:rPr lang="en-US"/>
              <a:t>Right-click the labels next to the chart’s vertical (value) axis, select </a:t>
            </a:r>
            <a:r>
              <a:rPr lang="en-US" i="1"/>
              <a:t>Format Axis</a:t>
            </a:r>
            <a:r>
              <a:rPr lang="en-US"/>
              <a:t> from the pop-up menu. With </a:t>
            </a:r>
            <a:r>
              <a:rPr lang="en-US" i="1"/>
              <a:t>Axis Options </a:t>
            </a:r>
            <a:r>
              <a:rPr lang="en-US"/>
              <a:t>selected on the left, check all boxes under </a:t>
            </a:r>
            <a:r>
              <a:rPr lang="en-US" i="1"/>
              <a:t>Auto</a:t>
            </a:r>
            <a:r>
              <a:rPr lang="en-US"/>
              <a:t> to automatically provide the appropriate scale based on the data.  To provide your own values, select the </a:t>
            </a:r>
            <a:r>
              <a:rPr lang="en-US" i="1"/>
              <a:t>Fixed</a:t>
            </a:r>
            <a:r>
              <a:rPr lang="en-US"/>
              <a:t> option, then type new values in the boxes provided to the right. Click </a:t>
            </a:r>
            <a:r>
              <a:rPr lang="en-US" i="1"/>
              <a:t>Close</a:t>
            </a:r>
            <a:r>
              <a:rPr lang="en-US"/>
              <a:t> when done.  </a:t>
            </a:r>
          </a:p>
        </p:txBody>
      </p:sp>
    </p:spTree>
    <p:extLst>
      <p:ext uri="{BB962C8B-B14F-4D97-AF65-F5344CB8AC3E}">
        <p14:creationId xmlns:p14="http://schemas.microsoft.com/office/powerpoint/2010/main" val="1699803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8547E1EE-0039-4797-B978-F453418260D1}" type="slidenum">
              <a:rPr lang="en-US" smtClean="0"/>
              <a:pPr/>
              <a:t>19</a:t>
            </a:fld>
            <a:endParaRPr lang="en-US"/>
          </a:p>
        </p:txBody>
      </p:sp>
      <p:sp>
        <p:nvSpPr>
          <p:cNvPr id="6" name="Slide Image Placeholder 5"/>
          <p:cNvSpPr>
            <a:spLocks noGrp="1" noRot="1" noChangeAspect="1"/>
          </p:cNvSpPr>
          <p:nvPr>
            <p:ph type="sldImg"/>
          </p:nvPr>
        </p:nvSpPr>
        <p:spPr>
          <a:xfrm>
            <a:off x="381000" y="381000"/>
            <a:ext cx="4572000" cy="2573338"/>
          </a:xfrm>
        </p:spPr>
      </p:sp>
      <p:sp>
        <p:nvSpPr>
          <p:cNvPr id="7" name="Notes Placeholder 6"/>
          <p:cNvSpPr>
            <a:spLocks noGrp="1"/>
          </p:cNvSpPr>
          <p:nvPr>
            <p:ph type="body" idx="1"/>
          </p:nvPr>
        </p:nvSpPr>
        <p:spPr/>
        <p:txBody>
          <a:bodyPr>
            <a:normAutofit fontScale="77500" lnSpcReduction="20000"/>
          </a:bodyPr>
          <a:lstStyle/>
          <a:p>
            <a:pPr lvl="0"/>
            <a:r>
              <a:rPr lang="en-US"/>
              <a:t>This is a sample </a:t>
            </a:r>
            <a:r>
              <a:rPr lang="en-US" b="1"/>
              <a:t>Column Chart </a:t>
            </a:r>
            <a:r>
              <a:rPr lang="en-US"/>
              <a:t>slide ideal for showcasing revenue data, product or market information along with a brief caption or statement.</a:t>
            </a:r>
          </a:p>
          <a:p>
            <a:pPr lvl="0"/>
            <a:r>
              <a:rPr lang="en-US" b="1"/>
              <a:t>To Customize and Edit this Chart</a:t>
            </a:r>
            <a:r>
              <a:rPr lang="en-US"/>
              <a:t>, </a:t>
            </a:r>
            <a:r>
              <a:rPr lang="en-US" b="1"/>
              <a:t>follow the steps below </a:t>
            </a:r>
            <a:r>
              <a:rPr lang="en-US"/>
              <a:t>(this applies to all slides in this template that contain charts):</a:t>
            </a:r>
          </a:p>
          <a:p>
            <a:pPr lvl="0"/>
            <a:r>
              <a:rPr lang="en-US" b="1"/>
              <a:t>To Change Font Color/Size: </a:t>
            </a:r>
            <a:br>
              <a:rPr lang="en-US"/>
            </a:br>
            <a:r>
              <a:rPr lang="en-US"/>
              <a:t>Select text and adjust the font setting in the Font group in the Home tab.  Select desired attributes to change: font, size, boldness, color, etc.  Note: many of the same commands can also be accessed from the Mini toolbar. </a:t>
            </a:r>
          </a:p>
          <a:p>
            <a:pPr lvl="0"/>
            <a:r>
              <a:rPr lang="en-US" b="1"/>
              <a:t>Edit Chart:</a:t>
            </a:r>
            <a:br>
              <a:rPr lang="en-US"/>
            </a:br>
            <a:r>
              <a:rPr lang="en-US"/>
              <a:t>Click the chart to edit, right-click and select </a:t>
            </a:r>
            <a:r>
              <a:rPr lang="en-US" i="1"/>
              <a:t>Edit Data</a:t>
            </a:r>
            <a:r>
              <a:rPr lang="en-US"/>
              <a:t>…  to access the underlying Excel spreadsheet.</a:t>
            </a:r>
          </a:p>
          <a:p>
            <a:pPr lvl="0"/>
            <a:r>
              <a:rPr lang="en-US" b="1"/>
              <a:t>Copying Data From a Separate Excel Spreadsheet:</a:t>
            </a:r>
            <a:br>
              <a:rPr lang="en-US"/>
            </a:br>
            <a:r>
              <a:rPr lang="en-US"/>
              <a:t>From an existing Excel spreadsheet, select the range of cells to be copied, select copy.</a:t>
            </a:r>
            <a:br>
              <a:rPr lang="en-US"/>
            </a:br>
            <a:r>
              <a:rPr lang="en-US"/>
              <a:t>In PowerPoint, click the chart, right-click and select </a:t>
            </a:r>
            <a:r>
              <a:rPr lang="en-US" i="1"/>
              <a:t>Edit Data</a:t>
            </a:r>
            <a:r>
              <a:rPr lang="en-US"/>
              <a:t>… to open the spreadsheet for editing.</a:t>
            </a:r>
            <a:br>
              <a:rPr lang="en-US"/>
            </a:br>
            <a:r>
              <a:rPr lang="en-US"/>
              <a:t>Select all the data in the </a:t>
            </a:r>
            <a:r>
              <a:rPr lang="en-US" i="1"/>
              <a:t>Chart in Microsoft Office PowerPoint </a:t>
            </a:r>
            <a:r>
              <a:rPr lang="en-US"/>
              <a:t>spreadsheet by clicking the top left corner cell, right-click and select </a:t>
            </a:r>
            <a:r>
              <a:rPr lang="en-US" i="1"/>
              <a:t>Delete</a:t>
            </a:r>
            <a:r>
              <a:rPr lang="en-US"/>
              <a:t>.</a:t>
            </a:r>
            <a:br>
              <a:rPr lang="en-US"/>
            </a:br>
            <a:r>
              <a:rPr lang="en-US"/>
              <a:t>Click in the first empty cell of the spreadsheet and paste (Ctrl V ) to place the data copied from the other Excel file.  </a:t>
            </a:r>
          </a:p>
          <a:p>
            <a:pPr lvl="0"/>
            <a:r>
              <a:rPr lang="en-US" b="1"/>
              <a:t>Changing Orientation and/or Scale of Data: </a:t>
            </a:r>
            <a:br>
              <a:rPr lang="en-US"/>
            </a:br>
            <a:r>
              <a:rPr lang="en-US"/>
              <a:t>If no chart elements appear in your chart it is because either 1) the default orientation for pre-made template charts displays data series in rows, not columns, or 2) the axis scale may have to be adjusted (see below).</a:t>
            </a:r>
          </a:p>
          <a:p>
            <a:pPr lvl="0"/>
            <a:r>
              <a:rPr lang="en-US" b="1"/>
              <a:t>Change Orientation: </a:t>
            </a:r>
            <a:br>
              <a:rPr lang="en-US"/>
            </a:br>
            <a:r>
              <a:rPr lang="en-US"/>
              <a:t>Click the chart to edit and select the </a:t>
            </a:r>
            <a:r>
              <a:rPr lang="en-US" i="1"/>
              <a:t>Chart Tools Design </a:t>
            </a:r>
            <a:r>
              <a:rPr lang="en-US"/>
              <a:t>tab (or double-click on the chart). Click the </a:t>
            </a:r>
            <a:r>
              <a:rPr lang="en-US" i="1"/>
              <a:t>Switch Row/Column</a:t>
            </a:r>
            <a:r>
              <a:rPr lang="en-US"/>
              <a:t> button.  If the </a:t>
            </a:r>
            <a:r>
              <a:rPr lang="en-US" i="1"/>
              <a:t>Switch Row/Column </a:t>
            </a:r>
            <a:r>
              <a:rPr lang="en-US"/>
              <a:t>button is disabled, click the </a:t>
            </a:r>
            <a:r>
              <a:rPr lang="en-US" i="1"/>
              <a:t>Select Data </a:t>
            </a:r>
            <a:r>
              <a:rPr lang="en-US"/>
              <a:t>button and then click the </a:t>
            </a:r>
            <a:r>
              <a:rPr lang="en-US" i="1"/>
              <a:t>Switch Row/Column </a:t>
            </a:r>
            <a:r>
              <a:rPr lang="en-US"/>
              <a:t>button from within the </a:t>
            </a:r>
            <a:r>
              <a:rPr lang="en-US" i="1"/>
              <a:t>Select Data Source</a:t>
            </a:r>
            <a:r>
              <a:rPr lang="en-US"/>
              <a:t> dialog box, click OK.</a:t>
            </a:r>
          </a:p>
          <a:p>
            <a:pPr lvl="0"/>
            <a:r>
              <a:rPr lang="en-US" b="1"/>
              <a:t>Change Scale:</a:t>
            </a:r>
            <a:br>
              <a:rPr lang="en-US"/>
            </a:br>
            <a:r>
              <a:rPr lang="en-US"/>
              <a:t>Right-click the labels next to the chart’s vertical (value) axis, select </a:t>
            </a:r>
            <a:r>
              <a:rPr lang="en-US" i="1"/>
              <a:t>Format Axis</a:t>
            </a:r>
            <a:r>
              <a:rPr lang="en-US"/>
              <a:t> from the pop-up menu. With </a:t>
            </a:r>
            <a:r>
              <a:rPr lang="en-US" i="1"/>
              <a:t>Axis Options </a:t>
            </a:r>
            <a:r>
              <a:rPr lang="en-US"/>
              <a:t>selected on the left, check all boxes under </a:t>
            </a:r>
            <a:r>
              <a:rPr lang="en-US" i="1"/>
              <a:t>Auto</a:t>
            </a:r>
            <a:r>
              <a:rPr lang="en-US"/>
              <a:t> to automatically provide the appropriate scale based on the data.  To provide your own values, select the </a:t>
            </a:r>
            <a:r>
              <a:rPr lang="en-US" i="1"/>
              <a:t>Fixed</a:t>
            </a:r>
            <a:r>
              <a:rPr lang="en-US"/>
              <a:t> option, then type new values in the boxes provided to the right. Click </a:t>
            </a:r>
            <a:r>
              <a:rPr lang="en-US" i="1"/>
              <a:t>Close</a:t>
            </a:r>
            <a:r>
              <a:rPr lang="en-US"/>
              <a:t> when done.  </a:t>
            </a:r>
          </a:p>
        </p:txBody>
      </p:sp>
    </p:spTree>
    <p:extLst>
      <p:ext uri="{BB962C8B-B14F-4D97-AF65-F5344CB8AC3E}">
        <p14:creationId xmlns:p14="http://schemas.microsoft.com/office/powerpoint/2010/main" val="22264592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8547E1EE-0039-4797-B978-F453418260D1}" type="slidenum">
              <a:rPr lang="en-US" smtClean="0"/>
              <a:pPr/>
              <a:t>20</a:t>
            </a:fld>
            <a:endParaRPr lang="en-US"/>
          </a:p>
        </p:txBody>
      </p:sp>
      <p:sp>
        <p:nvSpPr>
          <p:cNvPr id="6" name="Slide Image Placeholder 5"/>
          <p:cNvSpPr>
            <a:spLocks noGrp="1" noRot="1" noChangeAspect="1"/>
          </p:cNvSpPr>
          <p:nvPr>
            <p:ph type="sldImg"/>
          </p:nvPr>
        </p:nvSpPr>
        <p:spPr>
          <a:xfrm>
            <a:off x="381000" y="381000"/>
            <a:ext cx="4572000" cy="2573338"/>
          </a:xfrm>
        </p:spPr>
      </p:sp>
      <p:sp>
        <p:nvSpPr>
          <p:cNvPr id="7" name="Notes Placeholder 6"/>
          <p:cNvSpPr>
            <a:spLocks noGrp="1"/>
          </p:cNvSpPr>
          <p:nvPr>
            <p:ph type="body" idx="1"/>
          </p:nvPr>
        </p:nvSpPr>
        <p:spPr/>
        <p:txBody>
          <a:bodyPr>
            <a:normAutofit fontScale="77500" lnSpcReduction="20000"/>
          </a:bodyPr>
          <a:lstStyle/>
          <a:p>
            <a:pPr lvl="0"/>
            <a:r>
              <a:rPr lang="en-US"/>
              <a:t>This is a sample </a:t>
            </a:r>
            <a:r>
              <a:rPr lang="en-US" b="1"/>
              <a:t>Column Chart </a:t>
            </a:r>
            <a:r>
              <a:rPr lang="en-US"/>
              <a:t>slide ideal for showcasing revenue data, product or market information along with a brief caption or statement.</a:t>
            </a:r>
          </a:p>
          <a:p>
            <a:pPr lvl="0"/>
            <a:r>
              <a:rPr lang="en-US" b="1"/>
              <a:t>To Customize and Edit this Chart</a:t>
            </a:r>
            <a:r>
              <a:rPr lang="en-US"/>
              <a:t>, </a:t>
            </a:r>
            <a:r>
              <a:rPr lang="en-US" b="1"/>
              <a:t>follow the steps below </a:t>
            </a:r>
            <a:r>
              <a:rPr lang="en-US"/>
              <a:t>(this applies to all slides in this template that contain charts):</a:t>
            </a:r>
          </a:p>
          <a:p>
            <a:pPr lvl="0"/>
            <a:r>
              <a:rPr lang="en-US" b="1"/>
              <a:t>To Change Font Color/Size: </a:t>
            </a:r>
            <a:br>
              <a:rPr lang="en-US"/>
            </a:br>
            <a:r>
              <a:rPr lang="en-US"/>
              <a:t>Select text and adjust the font setting in the Font group in the Home tab.  Select desired attributes to change: font, size, boldness, color, etc.  Note: many of the same commands can also be accessed from the Mini toolbar. </a:t>
            </a:r>
          </a:p>
          <a:p>
            <a:pPr lvl="0"/>
            <a:r>
              <a:rPr lang="en-US" b="1"/>
              <a:t>Edit Chart:</a:t>
            </a:r>
            <a:br>
              <a:rPr lang="en-US"/>
            </a:br>
            <a:r>
              <a:rPr lang="en-US"/>
              <a:t>Click the chart to edit, right-click and select </a:t>
            </a:r>
            <a:r>
              <a:rPr lang="en-US" i="1"/>
              <a:t>Edit Data</a:t>
            </a:r>
            <a:r>
              <a:rPr lang="en-US"/>
              <a:t>…  to access the underlying Excel spreadsheet.</a:t>
            </a:r>
          </a:p>
          <a:p>
            <a:pPr lvl="0"/>
            <a:r>
              <a:rPr lang="en-US" b="1"/>
              <a:t>Copying Data From a Separate Excel Spreadsheet:</a:t>
            </a:r>
            <a:br>
              <a:rPr lang="en-US"/>
            </a:br>
            <a:r>
              <a:rPr lang="en-US"/>
              <a:t>From an existing Excel spreadsheet, select the range of cells to be copied, select copy.</a:t>
            </a:r>
            <a:br>
              <a:rPr lang="en-US"/>
            </a:br>
            <a:r>
              <a:rPr lang="en-US"/>
              <a:t>In PowerPoint, click the chart, right-click and select </a:t>
            </a:r>
            <a:r>
              <a:rPr lang="en-US" i="1"/>
              <a:t>Edit Data</a:t>
            </a:r>
            <a:r>
              <a:rPr lang="en-US"/>
              <a:t>… to open the spreadsheet for editing.</a:t>
            </a:r>
            <a:br>
              <a:rPr lang="en-US"/>
            </a:br>
            <a:r>
              <a:rPr lang="en-US"/>
              <a:t>Select all the data in the </a:t>
            </a:r>
            <a:r>
              <a:rPr lang="en-US" i="1"/>
              <a:t>Chart in Microsoft Office PowerPoint </a:t>
            </a:r>
            <a:r>
              <a:rPr lang="en-US"/>
              <a:t>spreadsheet by clicking the top left corner cell, right-click and select </a:t>
            </a:r>
            <a:r>
              <a:rPr lang="en-US" i="1"/>
              <a:t>Delete</a:t>
            </a:r>
            <a:r>
              <a:rPr lang="en-US"/>
              <a:t>.</a:t>
            </a:r>
            <a:br>
              <a:rPr lang="en-US"/>
            </a:br>
            <a:r>
              <a:rPr lang="en-US"/>
              <a:t>Click in the first empty cell of the spreadsheet and paste (Ctrl V ) to place the data copied from the other Excel file.  </a:t>
            </a:r>
          </a:p>
          <a:p>
            <a:pPr lvl="0"/>
            <a:r>
              <a:rPr lang="en-US" b="1"/>
              <a:t>Changing Orientation and/or Scale of Data: </a:t>
            </a:r>
            <a:br>
              <a:rPr lang="en-US"/>
            </a:br>
            <a:r>
              <a:rPr lang="en-US"/>
              <a:t>If no chart elements appear in your chart it is because either 1) the default orientation for pre-made template charts displays data series in rows, not columns, or 2) the axis scale may have to be adjusted (see below).</a:t>
            </a:r>
          </a:p>
          <a:p>
            <a:pPr lvl="0"/>
            <a:r>
              <a:rPr lang="en-US" b="1"/>
              <a:t>Change Orientation: </a:t>
            </a:r>
            <a:br>
              <a:rPr lang="en-US"/>
            </a:br>
            <a:r>
              <a:rPr lang="en-US"/>
              <a:t>Click the chart to edit and select the </a:t>
            </a:r>
            <a:r>
              <a:rPr lang="en-US" i="1"/>
              <a:t>Chart Tools Design </a:t>
            </a:r>
            <a:r>
              <a:rPr lang="en-US"/>
              <a:t>tab (or double-click on the chart). Click the </a:t>
            </a:r>
            <a:r>
              <a:rPr lang="en-US" i="1"/>
              <a:t>Switch Row/Column</a:t>
            </a:r>
            <a:r>
              <a:rPr lang="en-US"/>
              <a:t> button.  If the </a:t>
            </a:r>
            <a:r>
              <a:rPr lang="en-US" i="1"/>
              <a:t>Switch Row/Column </a:t>
            </a:r>
            <a:r>
              <a:rPr lang="en-US"/>
              <a:t>button is disabled, click the </a:t>
            </a:r>
            <a:r>
              <a:rPr lang="en-US" i="1"/>
              <a:t>Select Data </a:t>
            </a:r>
            <a:r>
              <a:rPr lang="en-US"/>
              <a:t>button and then click the </a:t>
            </a:r>
            <a:r>
              <a:rPr lang="en-US" i="1"/>
              <a:t>Switch Row/Column </a:t>
            </a:r>
            <a:r>
              <a:rPr lang="en-US"/>
              <a:t>button from within the </a:t>
            </a:r>
            <a:r>
              <a:rPr lang="en-US" i="1"/>
              <a:t>Select Data Source</a:t>
            </a:r>
            <a:r>
              <a:rPr lang="en-US"/>
              <a:t> dialog box, click OK.</a:t>
            </a:r>
          </a:p>
          <a:p>
            <a:pPr lvl="0"/>
            <a:r>
              <a:rPr lang="en-US" b="1"/>
              <a:t>Change Scale:</a:t>
            </a:r>
            <a:br>
              <a:rPr lang="en-US"/>
            </a:br>
            <a:r>
              <a:rPr lang="en-US"/>
              <a:t>Right-click the labels next to the chart’s vertical (value) axis, select </a:t>
            </a:r>
            <a:r>
              <a:rPr lang="en-US" i="1"/>
              <a:t>Format Axis</a:t>
            </a:r>
            <a:r>
              <a:rPr lang="en-US"/>
              <a:t> from the pop-up menu. With </a:t>
            </a:r>
            <a:r>
              <a:rPr lang="en-US" i="1"/>
              <a:t>Axis Options </a:t>
            </a:r>
            <a:r>
              <a:rPr lang="en-US"/>
              <a:t>selected on the left, check all boxes under </a:t>
            </a:r>
            <a:r>
              <a:rPr lang="en-US" i="1"/>
              <a:t>Auto</a:t>
            </a:r>
            <a:r>
              <a:rPr lang="en-US"/>
              <a:t> to automatically provide the appropriate scale based on the data.  To provide your own values, select the </a:t>
            </a:r>
            <a:r>
              <a:rPr lang="en-US" i="1"/>
              <a:t>Fixed</a:t>
            </a:r>
            <a:r>
              <a:rPr lang="en-US"/>
              <a:t> option, then type new values in the boxes provided to the right. Click </a:t>
            </a:r>
            <a:r>
              <a:rPr lang="en-US" i="1"/>
              <a:t>Close</a:t>
            </a:r>
            <a:r>
              <a:rPr lang="en-US"/>
              <a:t> when done.  </a:t>
            </a:r>
          </a:p>
        </p:txBody>
      </p:sp>
    </p:spTree>
    <p:extLst>
      <p:ext uri="{BB962C8B-B14F-4D97-AF65-F5344CB8AC3E}">
        <p14:creationId xmlns:p14="http://schemas.microsoft.com/office/powerpoint/2010/main" val="20087733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8547E1EE-0039-4797-B978-F453418260D1}" type="slidenum">
              <a:rPr lang="en-US" smtClean="0"/>
              <a:pPr/>
              <a:t>21</a:t>
            </a:fld>
            <a:endParaRPr lang="en-US"/>
          </a:p>
        </p:txBody>
      </p:sp>
      <p:sp>
        <p:nvSpPr>
          <p:cNvPr id="6" name="Slide Image Placeholder 5"/>
          <p:cNvSpPr>
            <a:spLocks noGrp="1" noRot="1" noChangeAspect="1"/>
          </p:cNvSpPr>
          <p:nvPr>
            <p:ph type="sldImg"/>
          </p:nvPr>
        </p:nvSpPr>
        <p:spPr>
          <a:xfrm>
            <a:off x="381000" y="381000"/>
            <a:ext cx="4572000" cy="2573338"/>
          </a:xfrm>
        </p:spPr>
      </p:sp>
      <p:sp>
        <p:nvSpPr>
          <p:cNvPr id="7" name="Notes Placeholder 6"/>
          <p:cNvSpPr>
            <a:spLocks noGrp="1"/>
          </p:cNvSpPr>
          <p:nvPr>
            <p:ph type="body" idx="1"/>
          </p:nvPr>
        </p:nvSpPr>
        <p:spPr>
          <a:xfrm>
            <a:off x="381000" y="3124200"/>
            <a:ext cx="6096000" cy="5715000"/>
          </a:xfrm>
        </p:spPr>
        <p:txBody>
          <a:bodyPr>
            <a:normAutofit fontScale="92500" lnSpcReduction="20000"/>
          </a:bodyPr>
          <a:lstStyle/>
          <a:p>
            <a:pPr lvl="0">
              <a:lnSpc>
                <a:spcPct val="110000"/>
              </a:lnSpc>
            </a:pPr>
            <a:r>
              <a:rPr lang="en-US"/>
              <a:t>This is a sample </a:t>
            </a:r>
            <a:r>
              <a:rPr lang="en-US" b="1"/>
              <a:t>Table</a:t>
            </a:r>
            <a:r>
              <a:rPr lang="en-US"/>
              <a:t> slide, ideal for comparing data by year, product, revenues, etc.</a:t>
            </a:r>
          </a:p>
          <a:p>
            <a:pPr lvl="0">
              <a:lnSpc>
                <a:spcPct val="110000"/>
              </a:lnSpc>
            </a:pPr>
            <a:r>
              <a:rPr lang="en-US" b="1"/>
              <a:t>To Customize and Edit this Table, follow the steps below </a:t>
            </a:r>
            <a:r>
              <a:rPr lang="en-US"/>
              <a:t>(this applies to all slides in this template that contain tables):</a:t>
            </a:r>
          </a:p>
          <a:p>
            <a:pPr>
              <a:lnSpc>
                <a:spcPct val="110000"/>
              </a:lnSpc>
            </a:pPr>
            <a:r>
              <a:rPr lang="en-US" b="1"/>
              <a:t>To Change Text in Table:</a:t>
            </a:r>
            <a:br>
              <a:rPr lang="en-US"/>
            </a:br>
            <a:r>
              <a:rPr lang="en-US"/>
              <a:t>Select text in table. Begin typing desired text. To move from one cell to another, press Tab.</a:t>
            </a:r>
          </a:p>
          <a:p>
            <a:pPr lvl="0">
              <a:lnSpc>
                <a:spcPct val="110000"/>
              </a:lnSpc>
            </a:pPr>
            <a:r>
              <a:rPr lang="en-US" b="1"/>
              <a:t>To Change Font Color/Size: </a:t>
            </a:r>
            <a:br>
              <a:rPr lang="en-US"/>
            </a:br>
            <a:r>
              <a:rPr lang="en-US"/>
              <a:t>Select text and adjust the font setting in the Font group in the Home tab.  Select desired attributes to change: font, size, boldness, color, etc.  Note: many of the same commands can also be accessed from the Mini toolbar. </a:t>
            </a:r>
          </a:p>
          <a:p>
            <a:pPr>
              <a:lnSpc>
                <a:spcPct val="110000"/>
              </a:lnSpc>
            </a:pPr>
            <a:r>
              <a:rPr lang="en-US" b="1"/>
              <a:t>To Insert or Delete Rows in Table:</a:t>
            </a:r>
            <a:br>
              <a:rPr lang="en-US"/>
            </a:br>
            <a:r>
              <a:rPr lang="en-US"/>
              <a:t>To delete a row place cursor in a cell of the row, right-click for a pop up menu, select Delete Row. </a:t>
            </a:r>
            <a:br>
              <a:rPr lang="en-US"/>
            </a:br>
            <a:r>
              <a:rPr lang="en-US"/>
              <a:t>To Insert a row, place cursor in the row you want to place a row before, right-click for a pop up menu, select Insert and make a selection from the submenu.</a:t>
            </a:r>
            <a:br>
              <a:rPr lang="en-US"/>
            </a:br>
            <a:r>
              <a:rPr lang="en-US"/>
              <a:t>You can also use the Insert and Delete Rows and Columns tools on the Table Tools Layout tab to perform these actions.</a:t>
            </a:r>
          </a:p>
          <a:p>
            <a:pPr>
              <a:lnSpc>
                <a:spcPct val="110000"/>
              </a:lnSpc>
            </a:pPr>
            <a:r>
              <a:rPr lang="en-US" b="1"/>
              <a:t>To Insert or Delete Columns in Table:</a:t>
            </a:r>
            <a:br>
              <a:rPr lang="en-US"/>
            </a:br>
            <a:r>
              <a:rPr lang="en-US"/>
              <a:t>To delete a column, place cursor above the column (you will see a solid downward pointing arrow) click to select the column, right-click on the selected column, chose Delete Column from the pop up menu. </a:t>
            </a:r>
            <a:br>
              <a:rPr lang="en-US"/>
            </a:br>
            <a:r>
              <a:rPr lang="en-US"/>
              <a:t>To insert a column, place cursor above the column you wish to insert the new column before (you will see a solid downward pointing arrow) click to select the column, right-click for a pop up menu, select Insert and make a selection from the submenu.</a:t>
            </a:r>
            <a:br>
              <a:rPr lang="en-US"/>
            </a:br>
            <a:r>
              <a:rPr lang="en-US"/>
              <a:t>You can also use the Insert and Delete Rows and Columns tools on the Table Tools Layout tab to perform these actions.</a:t>
            </a:r>
          </a:p>
          <a:p>
            <a:pPr>
              <a:lnSpc>
                <a:spcPct val="110000"/>
              </a:lnSpc>
            </a:pPr>
            <a:r>
              <a:rPr lang="en-US" b="1"/>
              <a:t>To Highlight the Text Color in a Cell, Column or Row (for emphasis):</a:t>
            </a:r>
            <a:br>
              <a:rPr lang="en-US"/>
            </a:br>
            <a:r>
              <a:rPr lang="en-US"/>
              <a:t>Click to select an individual cell or click and drag through the desired column(s) or row(s). From the Home tab, in the Font group, select blue (Accent 1).</a:t>
            </a:r>
          </a:p>
          <a:p>
            <a:pPr>
              <a:lnSpc>
                <a:spcPct val="110000"/>
              </a:lnSpc>
            </a:pPr>
            <a:r>
              <a:rPr lang="en-US"/>
              <a:t>While a table is selected, other formatting options are available on the Table Tools Design and Layout tabs. </a:t>
            </a:r>
          </a:p>
          <a:p>
            <a:pPr>
              <a:lnSpc>
                <a:spcPct val="110000"/>
              </a:lnSpc>
            </a:pPr>
            <a:r>
              <a:rPr lang="en-US" b="1"/>
              <a:t>To Customize the Default Table Style </a:t>
            </a:r>
            <a:r>
              <a:rPr lang="en-US"/>
              <a:t>(ie: when you insert a table from scratch vs. copy/paste a sample table shown in this template):</a:t>
            </a:r>
          </a:p>
          <a:p>
            <a:pPr lvl="0">
              <a:lnSpc>
                <a:spcPct val="110000"/>
              </a:lnSpc>
            </a:pPr>
            <a:r>
              <a:rPr lang="en-US"/>
              <a:t>Step 1: Insert a table (style defaults to Medium Style 2)</a:t>
            </a:r>
          </a:p>
          <a:p>
            <a:pPr lvl="0">
              <a:lnSpc>
                <a:spcPct val="110000"/>
              </a:lnSpc>
            </a:pPr>
            <a:r>
              <a:rPr lang="en-US"/>
              <a:t>Step 2: Select the top row in the table</a:t>
            </a:r>
          </a:p>
          <a:p>
            <a:pPr lvl="0">
              <a:lnSpc>
                <a:spcPct val="110000"/>
              </a:lnSpc>
            </a:pPr>
            <a:r>
              <a:rPr lang="en-US"/>
              <a:t>Step 3: On the Home tab, click Shape Fill and choose Turquoise, Accent 1</a:t>
            </a:r>
          </a:p>
          <a:p>
            <a:pPr lvl="0">
              <a:lnSpc>
                <a:spcPct val="110000"/>
              </a:lnSpc>
            </a:pPr>
            <a:r>
              <a:rPr lang="en-US"/>
              <a:t>Step 4: On the Layout tab, click Cell Margins and choose Custom Margins. Change the internal margins, Top and Bottom, to 0.1”</a:t>
            </a:r>
          </a:p>
        </p:txBody>
      </p:sp>
    </p:spTree>
    <p:extLst>
      <p:ext uri="{BB962C8B-B14F-4D97-AF65-F5344CB8AC3E}">
        <p14:creationId xmlns:p14="http://schemas.microsoft.com/office/powerpoint/2010/main" val="26659203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8547E1EE-0039-4797-B978-F453418260D1}" type="slidenum">
              <a:rPr lang="en-US" smtClean="0"/>
              <a:pPr/>
              <a:t>22</a:t>
            </a:fld>
            <a:endParaRPr lang="en-US"/>
          </a:p>
        </p:txBody>
      </p:sp>
      <p:sp>
        <p:nvSpPr>
          <p:cNvPr id="6" name="Slide Image Placeholder 5"/>
          <p:cNvSpPr>
            <a:spLocks noGrp="1" noRot="1" noChangeAspect="1"/>
          </p:cNvSpPr>
          <p:nvPr>
            <p:ph type="sldImg"/>
          </p:nvPr>
        </p:nvSpPr>
        <p:spPr>
          <a:xfrm>
            <a:off x="381000" y="381000"/>
            <a:ext cx="4572000" cy="2573338"/>
          </a:xfrm>
        </p:spPr>
      </p:sp>
      <p:sp>
        <p:nvSpPr>
          <p:cNvPr id="7" name="Notes Placeholder 6"/>
          <p:cNvSpPr>
            <a:spLocks noGrp="1"/>
          </p:cNvSpPr>
          <p:nvPr>
            <p:ph type="body" idx="1"/>
          </p:nvPr>
        </p:nvSpPr>
        <p:spPr>
          <a:xfrm>
            <a:off x="381000" y="3124200"/>
            <a:ext cx="6096000" cy="5715000"/>
          </a:xfrm>
        </p:spPr>
        <p:txBody>
          <a:bodyPr>
            <a:normAutofit fontScale="92500" lnSpcReduction="20000"/>
          </a:bodyPr>
          <a:lstStyle/>
          <a:p>
            <a:pPr lvl="0">
              <a:lnSpc>
                <a:spcPct val="110000"/>
              </a:lnSpc>
            </a:pPr>
            <a:r>
              <a:rPr lang="en-US"/>
              <a:t>This is a sample </a:t>
            </a:r>
            <a:r>
              <a:rPr lang="en-US" b="1"/>
              <a:t>Table</a:t>
            </a:r>
            <a:r>
              <a:rPr lang="en-US"/>
              <a:t> slide, ideal for comparing data by year, product, revenues, etc.</a:t>
            </a:r>
          </a:p>
          <a:p>
            <a:pPr lvl="0">
              <a:lnSpc>
                <a:spcPct val="110000"/>
              </a:lnSpc>
            </a:pPr>
            <a:r>
              <a:rPr lang="en-US" b="1"/>
              <a:t>To Customize and Edit this Table, follow the steps below </a:t>
            </a:r>
            <a:r>
              <a:rPr lang="en-US"/>
              <a:t>(this applies to all slides in this template that contain tables):</a:t>
            </a:r>
          </a:p>
          <a:p>
            <a:pPr>
              <a:lnSpc>
                <a:spcPct val="110000"/>
              </a:lnSpc>
            </a:pPr>
            <a:r>
              <a:rPr lang="en-US" b="1"/>
              <a:t>To Change Text in Table:</a:t>
            </a:r>
            <a:br>
              <a:rPr lang="en-US"/>
            </a:br>
            <a:r>
              <a:rPr lang="en-US"/>
              <a:t>Select text in table. Begin typing desired text. To move from one cell to another, press Tab.</a:t>
            </a:r>
          </a:p>
          <a:p>
            <a:pPr lvl="0">
              <a:lnSpc>
                <a:spcPct val="110000"/>
              </a:lnSpc>
            </a:pPr>
            <a:r>
              <a:rPr lang="en-US" b="1"/>
              <a:t>To Change Font Color/Size: </a:t>
            </a:r>
            <a:br>
              <a:rPr lang="en-US"/>
            </a:br>
            <a:r>
              <a:rPr lang="en-US"/>
              <a:t>Select text and adjust the font setting in the Font group in the Home tab.  Select desired attributes to change: font, size, boldness, color, etc.  Note: many of the same commands can also be accessed from the Mini toolbar. </a:t>
            </a:r>
          </a:p>
          <a:p>
            <a:pPr>
              <a:lnSpc>
                <a:spcPct val="110000"/>
              </a:lnSpc>
            </a:pPr>
            <a:r>
              <a:rPr lang="en-US" b="1"/>
              <a:t>To Insert or Delete Rows in Table:</a:t>
            </a:r>
            <a:br>
              <a:rPr lang="en-US"/>
            </a:br>
            <a:r>
              <a:rPr lang="en-US"/>
              <a:t>To delete a row place cursor in a cell of the row, right-click for a pop up menu, select Delete Row. </a:t>
            </a:r>
            <a:br>
              <a:rPr lang="en-US"/>
            </a:br>
            <a:r>
              <a:rPr lang="en-US"/>
              <a:t>To Insert a row, place cursor in the row you want to place a row before, right-click for a pop up menu, select Insert and make a selection from the submenu.</a:t>
            </a:r>
            <a:br>
              <a:rPr lang="en-US"/>
            </a:br>
            <a:r>
              <a:rPr lang="en-US"/>
              <a:t>You can also use the Insert and Delete Rows and Columns tools on the Table Tools Layout tab to perform these actions.</a:t>
            </a:r>
          </a:p>
          <a:p>
            <a:pPr>
              <a:lnSpc>
                <a:spcPct val="110000"/>
              </a:lnSpc>
            </a:pPr>
            <a:r>
              <a:rPr lang="en-US" b="1"/>
              <a:t>To Insert or Delete Columns in Table:</a:t>
            </a:r>
            <a:br>
              <a:rPr lang="en-US"/>
            </a:br>
            <a:r>
              <a:rPr lang="en-US"/>
              <a:t>To delete a column, place cursor above the column (you will see a solid downward pointing arrow) click to select the column, right-click on the selected column, chose Delete Column from the pop up menu. </a:t>
            </a:r>
            <a:br>
              <a:rPr lang="en-US"/>
            </a:br>
            <a:r>
              <a:rPr lang="en-US"/>
              <a:t>To insert a column, place cursor above the column you wish to insert the new column before (you will see a solid downward pointing arrow) click to select the column, right-click for a pop up menu, select Insert and make a selection from the submenu.</a:t>
            </a:r>
            <a:br>
              <a:rPr lang="en-US"/>
            </a:br>
            <a:r>
              <a:rPr lang="en-US"/>
              <a:t>You can also use the Insert and Delete Rows and Columns tools on the Table Tools Layout tab to perform these actions.</a:t>
            </a:r>
          </a:p>
          <a:p>
            <a:pPr>
              <a:lnSpc>
                <a:spcPct val="110000"/>
              </a:lnSpc>
            </a:pPr>
            <a:r>
              <a:rPr lang="en-US" b="1"/>
              <a:t>To Highlight the Text Color in a Cell, Column or Row (for emphasis):</a:t>
            </a:r>
            <a:br>
              <a:rPr lang="en-US"/>
            </a:br>
            <a:r>
              <a:rPr lang="en-US"/>
              <a:t>Click to select an individual cell or click and drag through the desired column(s) or row(s). From the Home tab, in the Font group, select blue (Accent 1).</a:t>
            </a:r>
          </a:p>
          <a:p>
            <a:pPr>
              <a:lnSpc>
                <a:spcPct val="110000"/>
              </a:lnSpc>
            </a:pPr>
            <a:r>
              <a:rPr lang="en-US"/>
              <a:t>While a table is selected, other formatting options are available on the Table Tools Design and Layout tabs. </a:t>
            </a:r>
          </a:p>
          <a:p>
            <a:pPr>
              <a:lnSpc>
                <a:spcPct val="110000"/>
              </a:lnSpc>
            </a:pPr>
            <a:r>
              <a:rPr lang="en-US" b="1"/>
              <a:t>To Customize the Default Table Style </a:t>
            </a:r>
            <a:r>
              <a:rPr lang="en-US"/>
              <a:t>(ie: when you insert a table from scratch vs. copy/paste a sample table shown in this template):</a:t>
            </a:r>
          </a:p>
          <a:p>
            <a:pPr lvl="0">
              <a:lnSpc>
                <a:spcPct val="110000"/>
              </a:lnSpc>
            </a:pPr>
            <a:r>
              <a:rPr lang="en-US"/>
              <a:t>Step 1: Insert a table (style defaults to Medium Style 2)</a:t>
            </a:r>
          </a:p>
          <a:p>
            <a:pPr lvl="0">
              <a:lnSpc>
                <a:spcPct val="110000"/>
              </a:lnSpc>
            </a:pPr>
            <a:r>
              <a:rPr lang="en-US"/>
              <a:t>Step 2: Select the top row in the table</a:t>
            </a:r>
          </a:p>
          <a:p>
            <a:pPr lvl="0">
              <a:lnSpc>
                <a:spcPct val="110000"/>
              </a:lnSpc>
            </a:pPr>
            <a:r>
              <a:rPr lang="en-US"/>
              <a:t>Step 3: On the Home tab, click Shape Fill and choose Turquoise, Accent 1</a:t>
            </a:r>
          </a:p>
          <a:p>
            <a:pPr lvl="0">
              <a:lnSpc>
                <a:spcPct val="110000"/>
              </a:lnSpc>
            </a:pPr>
            <a:r>
              <a:rPr lang="en-US"/>
              <a:t>Step 4: On the Layout tab, click Cell Margins and choose Custom Margins. Change the internal margins, Top and Bottom, to 0.1”</a:t>
            </a:r>
          </a:p>
        </p:txBody>
      </p:sp>
    </p:spTree>
    <p:extLst>
      <p:ext uri="{BB962C8B-B14F-4D97-AF65-F5344CB8AC3E}">
        <p14:creationId xmlns:p14="http://schemas.microsoft.com/office/powerpoint/2010/main" val="20432375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normAutofit fontScale="85000" lnSpcReduction="20000"/>
          </a:bodyPr>
          <a:lstStyle/>
          <a:p>
            <a:r>
              <a:rPr lang="en-US"/>
              <a:t>This is a sample </a:t>
            </a:r>
            <a:r>
              <a:rPr lang="en-US" b="1"/>
              <a:t>Organization Chart</a:t>
            </a:r>
            <a:r>
              <a:rPr lang="en-US"/>
              <a:t>, ideal for showing hierarchical information or reporting relationships in an organization.</a:t>
            </a:r>
          </a:p>
          <a:p>
            <a:r>
              <a:rPr lang="en-US"/>
              <a:t>It was built using PowerPoint’s SmartArt tool and can be customized as follows:</a:t>
            </a:r>
          </a:p>
          <a:p>
            <a:r>
              <a:rPr lang="en-US" b="1"/>
              <a:t>To Change Text:</a:t>
            </a:r>
          </a:p>
          <a:p>
            <a:pPr eaLnBrk="0" fontAlgn="base" hangingPunct="0">
              <a:lnSpc>
                <a:spcPct val="90000"/>
              </a:lnSpc>
              <a:spcAft>
                <a:spcPct val="20000"/>
              </a:spcAft>
              <a:defRPr/>
            </a:pPr>
            <a:r>
              <a:rPr lang="en-US"/>
              <a:t>Select text in one of the SmartArt shapes and type to replace the text. To move from one shape to another, press </a:t>
            </a:r>
            <a:r>
              <a:rPr lang="en-US" i="1"/>
              <a:t>Tab</a:t>
            </a:r>
            <a:r>
              <a:rPr lang="en-US"/>
              <a:t>. </a:t>
            </a:r>
          </a:p>
          <a:p>
            <a:pPr eaLnBrk="0" fontAlgn="base" hangingPunct="0">
              <a:lnSpc>
                <a:spcPct val="90000"/>
              </a:lnSpc>
              <a:spcAft>
                <a:spcPct val="20000"/>
              </a:spcAft>
              <a:defRPr/>
            </a:pPr>
            <a:r>
              <a:rPr lang="en-US"/>
              <a:t>Or, type the text in the </a:t>
            </a:r>
            <a:r>
              <a:rPr lang="en-US" i="1"/>
              <a:t>Text</a:t>
            </a:r>
            <a:r>
              <a:rPr lang="en-US"/>
              <a:t> pane that appears to the left of the SmartArt diagram. If you can’t see the </a:t>
            </a:r>
            <a:r>
              <a:rPr lang="en-US" i="1"/>
              <a:t>Text</a:t>
            </a:r>
            <a:r>
              <a:rPr lang="en-US"/>
              <a:t> pane, click the small tab (with two arrows) that appears on the left side of the diagram border.</a:t>
            </a:r>
          </a:p>
          <a:p>
            <a:pPr lvl="0"/>
            <a:r>
              <a:rPr lang="en-US" b="1"/>
              <a:t>To Change Font Color/Size: </a:t>
            </a:r>
            <a:br>
              <a:rPr lang="en-US"/>
            </a:br>
            <a:r>
              <a:rPr lang="en-US"/>
              <a:t>Select text, right-click and adjust the font setting on the </a:t>
            </a:r>
            <a:r>
              <a:rPr lang="en-US" i="1"/>
              <a:t>Mini toolbar</a:t>
            </a:r>
            <a:r>
              <a:rPr lang="en-US"/>
              <a:t>.  Select desired attributes to change: font, size, boldness, color, etc.  Note: many of the same commands can also be accessed from the </a:t>
            </a:r>
            <a:r>
              <a:rPr lang="en-US" i="1"/>
              <a:t>Font</a:t>
            </a:r>
            <a:r>
              <a:rPr lang="en-US"/>
              <a:t> group of the </a:t>
            </a:r>
            <a:r>
              <a:rPr lang="en-US" i="1"/>
              <a:t>Home</a:t>
            </a:r>
            <a:r>
              <a:rPr lang="en-US"/>
              <a:t> tab.</a:t>
            </a:r>
          </a:p>
          <a:p>
            <a:pPr lvl="0"/>
            <a:r>
              <a:rPr lang="en-US" b="1"/>
              <a:t>To Insert More Shapes:</a:t>
            </a:r>
            <a:br>
              <a:rPr lang="en-US" b="1"/>
            </a:br>
            <a:r>
              <a:rPr lang="en-US"/>
              <a:t>Select a shape and click the </a:t>
            </a:r>
            <a:r>
              <a:rPr lang="en-US" i="1"/>
              <a:t>Add Shape </a:t>
            </a:r>
            <a:r>
              <a:rPr lang="en-US"/>
              <a:t>button on the </a:t>
            </a:r>
            <a:r>
              <a:rPr lang="en-US" i="1"/>
              <a:t>Design</a:t>
            </a:r>
            <a:r>
              <a:rPr lang="en-US"/>
              <a:t> tab under </a:t>
            </a:r>
            <a:r>
              <a:rPr lang="en-US" i="1"/>
              <a:t>SmartArt Tools. </a:t>
            </a:r>
            <a:r>
              <a:rPr lang="en-US"/>
              <a:t> Or, select a shape, right-click, and select </a:t>
            </a:r>
            <a:r>
              <a:rPr lang="en-US" i="1"/>
              <a:t>Add Shape </a:t>
            </a:r>
            <a:r>
              <a:rPr lang="en-US"/>
              <a:t>and choose the option that corresponds to where you want to place a shape (After, Before, Above, Below, or Assistant)</a:t>
            </a:r>
          </a:p>
          <a:p>
            <a:r>
              <a:rPr lang="en-US" b="1"/>
              <a:t>To Remove a Shape:</a:t>
            </a:r>
            <a:br>
              <a:rPr lang="en-US" b="1"/>
            </a:br>
            <a:r>
              <a:rPr lang="en-US"/>
              <a:t>Select a shape and press the </a:t>
            </a:r>
            <a:r>
              <a:rPr lang="en-US" i="1"/>
              <a:t>Delete</a:t>
            </a:r>
            <a:r>
              <a:rPr lang="en-US"/>
              <a:t> key. The Organization Chart will automatically resize to fit the content placeholder.</a:t>
            </a:r>
          </a:p>
          <a:p>
            <a:r>
              <a:rPr lang="en-US" b="1"/>
              <a:t>To Change the Layout:</a:t>
            </a:r>
            <a:br>
              <a:rPr lang="en-US" b="1"/>
            </a:br>
            <a:r>
              <a:rPr lang="en-US"/>
              <a:t>To change the relationship of the shapes within the Organization Chart, select the shape that is at a higher level than the assistants. Under </a:t>
            </a:r>
            <a:r>
              <a:rPr lang="en-US" i="1"/>
              <a:t>SmartArt Tools</a:t>
            </a:r>
            <a:r>
              <a:rPr lang="en-US"/>
              <a:t>, </a:t>
            </a:r>
            <a:r>
              <a:rPr lang="en-US" i="1"/>
              <a:t>Design</a:t>
            </a:r>
            <a:r>
              <a:rPr lang="en-US"/>
              <a:t> tab, in the </a:t>
            </a:r>
            <a:r>
              <a:rPr lang="en-US" i="1"/>
              <a:t>Create Graphic </a:t>
            </a:r>
            <a:r>
              <a:rPr lang="en-US"/>
              <a:t>group, click the </a:t>
            </a:r>
            <a:r>
              <a:rPr lang="en-US" i="1"/>
              <a:t>Layout</a:t>
            </a:r>
            <a:r>
              <a:rPr lang="en-US"/>
              <a:t> button and choose from the following options:</a:t>
            </a:r>
          </a:p>
          <a:p>
            <a:r>
              <a:rPr lang="en-US"/>
              <a:t>Standard Layout: this is the normal, default layout</a:t>
            </a:r>
          </a:p>
          <a:p>
            <a:r>
              <a:rPr lang="en-US"/>
              <a:t>Both: distributes the assistants equally in columns and rows</a:t>
            </a:r>
          </a:p>
          <a:p>
            <a:r>
              <a:rPr lang="en-US"/>
              <a:t>Left hanging: distributes all assistants in a left hanging column</a:t>
            </a:r>
          </a:p>
          <a:p>
            <a:r>
              <a:rPr lang="en-US"/>
              <a:t>Right hanging: distributes all assistants in a right hanging column</a:t>
            </a:r>
          </a:p>
          <a:p>
            <a:endParaRPr lang="en-US"/>
          </a:p>
        </p:txBody>
      </p:sp>
      <p:sp>
        <p:nvSpPr>
          <p:cNvPr id="4" name="Slide Number Placeholder 3"/>
          <p:cNvSpPr>
            <a:spLocks noGrp="1"/>
          </p:cNvSpPr>
          <p:nvPr>
            <p:ph type="sldNum" sz="quarter" idx="10"/>
          </p:nvPr>
        </p:nvSpPr>
        <p:spPr/>
        <p:txBody>
          <a:bodyPr/>
          <a:lstStyle/>
          <a:p>
            <a:fld id="{8547E1EE-0039-4797-B978-F453418260D1}" type="slidenum">
              <a:rPr lang="en-US" smtClean="0"/>
              <a:pPr/>
              <a:t>23</a:t>
            </a:fld>
            <a:endParaRPr lang="en-US"/>
          </a:p>
        </p:txBody>
      </p:sp>
    </p:spTree>
    <p:extLst>
      <p:ext uri="{BB962C8B-B14F-4D97-AF65-F5344CB8AC3E}">
        <p14:creationId xmlns:p14="http://schemas.microsoft.com/office/powerpoint/2010/main" val="8631896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 sample</a:t>
            </a:r>
            <a:r>
              <a:rPr lang="en-US" b="1"/>
              <a:t> Picture with Captions </a:t>
            </a:r>
            <a:r>
              <a:rPr lang="en-US"/>
              <a:t>slide ideal for including two pictures with brief descriptive statements.</a:t>
            </a:r>
          </a:p>
          <a:p>
            <a:endParaRPr lang="en-US"/>
          </a:p>
          <a:p>
            <a:r>
              <a:rPr lang="en-US"/>
              <a:t>To </a:t>
            </a:r>
            <a:r>
              <a:rPr lang="en-US" b="1"/>
              <a:t>Replace the Pictures </a:t>
            </a:r>
            <a:r>
              <a:rPr lang="en-US"/>
              <a:t>on this Sample Slide (this applies to all slides in this template that contain replaceable pictures)</a:t>
            </a:r>
          </a:p>
          <a:p>
            <a:endParaRPr lang="en-US"/>
          </a:p>
          <a:p>
            <a:r>
              <a:rPr lang="en-US"/>
              <a:t>Select the sample picture and press Delete. Click the icon inside the shape to open the Insert Picture dialog box. Navigate to the location where the picture is stored, select desired picture and click on the Insert button to fit the image proportionally within the shape. </a:t>
            </a:r>
          </a:p>
          <a:p>
            <a:endParaRPr lang="en-US"/>
          </a:p>
          <a:p>
            <a:r>
              <a:rPr lang="en-US" b="1"/>
              <a:t>Note:</a:t>
            </a:r>
            <a:r>
              <a:rPr lang="en-US"/>
              <a:t> Do not right-click the image to change the picture inside the picture placeholder. This will change the frame size of the picture placeholder. Instead, follow the steps outlined above. </a:t>
            </a:r>
          </a:p>
          <a:p>
            <a:endParaRPr lang="en-US"/>
          </a:p>
          <a:p>
            <a:pPr>
              <a:defRPr/>
            </a:pPr>
            <a:r>
              <a:rPr lang="en-US" b="1"/>
              <a:t>Tip: </a:t>
            </a:r>
            <a:r>
              <a:rPr lang="en-US"/>
              <a:t>use the </a:t>
            </a:r>
            <a:r>
              <a:rPr lang="en-US" b="1"/>
              <a:t>Crop</a:t>
            </a:r>
            <a:r>
              <a:rPr lang="en-US"/>
              <a:t> tool to reposition a picture within a placeholder. From the </a:t>
            </a:r>
            <a:r>
              <a:rPr lang="en-US" b="1"/>
              <a:t>Picture Tools Format </a:t>
            </a:r>
            <a:r>
              <a:rPr lang="en-US"/>
              <a:t>tab on the ribbon, click the </a:t>
            </a:r>
            <a:r>
              <a:rPr lang="en-US" b="1"/>
              <a:t>Crop</a:t>
            </a:r>
            <a:r>
              <a:rPr lang="en-US"/>
              <a:t> button. Click and drag the picture within the placeholder to reposition. To scale the picture within the placeholder (while Crop is active), grab a round corner handle and drag to resize. Hold </a:t>
            </a:r>
            <a:r>
              <a:rPr lang="en-US" b="1"/>
              <a:t>Shift</a:t>
            </a:r>
            <a:r>
              <a:rPr lang="en-US"/>
              <a:t> key to constrain picture aspect ratio when resizing.</a:t>
            </a:r>
          </a:p>
          <a:p>
            <a:endParaRPr lang="en-US"/>
          </a:p>
        </p:txBody>
      </p:sp>
      <p:sp>
        <p:nvSpPr>
          <p:cNvPr id="4" name="Slide Number Placeholder 3"/>
          <p:cNvSpPr>
            <a:spLocks noGrp="1"/>
          </p:cNvSpPr>
          <p:nvPr>
            <p:ph type="sldNum" sz="quarter" idx="5"/>
          </p:nvPr>
        </p:nvSpPr>
        <p:spPr/>
        <p:txBody>
          <a:bodyPr/>
          <a:lstStyle/>
          <a:p>
            <a:fld id="{58115F04-FA96-4F4F-8589-00A5965DC729}" type="slidenum">
              <a:rPr lang="en-US" smtClean="0"/>
              <a:t>24</a:t>
            </a:fld>
            <a:endParaRPr lang="en-US"/>
          </a:p>
        </p:txBody>
      </p:sp>
    </p:spTree>
    <p:extLst>
      <p:ext uri="{BB962C8B-B14F-4D97-AF65-F5344CB8AC3E}">
        <p14:creationId xmlns:p14="http://schemas.microsoft.com/office/powerpoint/2010/main" val="17331194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 sample</a:t>
            </a:r>
            <a:r>
              <a:rPr lang="en-US" b="1"/>
              <a:t> Two Pictures with Captions </a:t>
            </a:r>
            <a:r>
              <a:rPr lang="en-US"/>
              <a:t>slide ideal for including two pictures with brief descriptive statements.</a:t>
            </a:r>
          </a:p>
          <a:p>
            <a:endParaRPr lang="en-US"/>
          </a:p>
          <a:p>
            <a:r>
              <a:rPr lang="en-US"/>
              <a:t>To </a:t>
            </a:r>
            <a:r>
              <a:rPr lang="en-US" b="1"/>
              <a:t>Replace the Pictures </a:t>
            </a:r>
            <a:r>
              <a:rPr lang="en-US"/>
              <a:t>on this Sample Slide (this applies to all slides in this template that contain replaceable pictures)</a:t>
            </a:r>
          </a:p>
          <a:p>
            <a:endParaRPr lang="en-US"/>
          </a:p>
          <a:p>
            <a:r>
              <a:rPr lang="en-US"/>
              <a:t>Select the sample picture and press Delete. Click the icon inside the shape to open the Insert Picture dialog box. Navigate to the location where the picture is stored, select desired picture and click on the Insert button to fit the image proportionally within the shape. </a:t>
            </a:r>
          </a:p>
          <a:p>
            <a:endParaRPr lang="en-US"/>
          </a:p>
          <a:p>
            <a:r>
              <a:rPr lang="en-US" b="1"/>
              <a:t>Note:</a:t>
            </a:r>
            <a:r>
              <a:rPr lang="en-US"/>
              <a:t> Do not right-click the image to change the picture inside the picture placeholder. This will change the frame size of the picture placeholder. Instead, follow the steps outlined above. </a:t>
            </a:r>
          </a:p>
          <a:p>
            <a:endParaRPr lang="en-US"/>
          </a:p>
          <a:p>
            <a:pPr>
              <a:defRPr/>
            </a:pPr>
            <a:r>
              <a:rPr lang="en-US" b="1"/>
              <a:t>Tip: </a:t>
            </a:r>
            <a:r>
              <a:rPr lang="en-US"/>
              <a:t>use the </a:t>
            </a:r>
            <a:r>
              <a:rPr lang="en-US" b="1"/>
              <a:t>Crop</a:t>
            </a:r>
            <a:r>
              <a:rPr lang="en-US"/>
              <a:t> tool to reposition a picture within a placeholder. From the </a:t>
            </a:r>
            <a:r>
              <a:rPr lang="en-US" b="1"/>
              <a:t>Picture Tools Format </a:t>
            </a:r>
            <a:r>
              <a:rPr lang="en-US"/>
              <a:t>tab on the ribbon, click the </a:t>
            </a:r>
            <a:r>
              <a:rPr lang="en-US" b="1"/>
              <a:t>Crop</a:t>
            </a:r>
            <a:r>
              <a:rPr lang="en-US"/>
              <a:t> button. Click and drag the picture within the placeholder to reposition. To scale the picture within the placeholder (while Crop is active), grab a round corner handle and drag to resize. Hold </a:t>
            </a:r>
            <a:r>
              <a:rPr lang="en-US" b="1"/>
              <a:t>Shift</a:t>
            </a:r>
            <a:r>
              <a:rPr lang="en-US"/>
              <a:t> key to constrain picture aspect ratio when resizing.</a:t>
            </a:r>
          </a:p>
          <a:p>
            <a:endParaRPr lang="en-US"/>
          </a:p>
        </p:txBody>
      </p:sp>
      <p:sp>
        <p:nvSpPr>
          <p:cNvPr id="4" name="Slide Number Placeholder 3"/>
          <p:cNvSpPr>
            <a:spLocks noGrp="1"/>
          </p:cNvSpPr>
          <p:nvPr>
            <p:ph type="sldNum" sz="quarter" idx="5"/>
          </p:nvPr>
        </p:nvSpPr>
        <p:spPr/>
        <p:txBody>
          <a:bodyPr/>
          <a:lstStyle/>
          <a:p>
            <a:fld id="{58115F04-FA96-4F4F-8589-00A5965DC729}" type="slidenum">
              <a:rPr lang="en-US" smtClean="0"/>
              <a:t>25</a:t>
            </a:fld>
            <a:endParaRPr lang="en-US"/>
          </a:p>
        </p:txBody>
      </p:sp>
    </p:spTree>
    <p:extLst>
      <p:ext uri="{BB962C8B-B14F-4D97-AF65-F5344CB8AC3E}">
        <p14:creationId xmlns:p14="http://schemas.microsoft.com/office/powerpoint/2010/main" val="35036787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 sample</a:t>
            </a:r>
            <a:r>
              <a:rPr lang="en-US" b="1"/>
              <a:t> Three Pictures with Text </a:t>
            </a:r>
            <a:r>
              <a:rPr lang="en-US"/>
              <a:t>slide ideal for including two pictures with brief, bulleted text.</a:t>
            </a:r>
          </a:p>
          <a:p>
            <a:endParaRPr lang="en-US"/>
          </a:p>
          <a:p>
            <a:r>
              <a:rPr lang="en-US"/>
              <a:t>To </a:t>
            </a:r>
            <a:r>
              <a:rPr lang="en-US" b="1"/>
              <a:t>Replace the Pictures </a:t>
            </a:r>
            <a:r>
              <a:rPr lang="en-US"/>
              <a:t>on this Sample Slide (this applies to all slides in this template that contain replaceable pictures)</a:t>
            </a:r>
          </a:p>
          <a:p>
            <a:endParaRPr lang="en-US"/>
          </a:p>
          <a:p>
            <a:r>
              <a:rPr lang="en-US"/>
              <a:t>Select the sample picture and press Delete. Click the icon inside the shape to open the Insert Picture dialog box. Navigate to the location where the picture is stored, select desired picture and click on the Insert button to fit the image proportionally within the shape. </a:t>
            </a:r>
          </a:p>
          <a:p>
            <a:endParaRPr lang="en-US"/>
          </a:p>
          <a:p>
            <a:r>
              <a:rPr lang="en-US" b="1"/>
              <a:t>Note:</a:t>
            </a:r>
            <a:r>
              <a:rPr lang="en-US"/>
              <a:t> Do not right-click the image to change the picture inside the picture placeholder. This will change the frame size of the picture placeholder. Instead, follow the steps outlined above. </a:t>
            </a:r>
          </a:p>
          <a:p>
            <a:endParaRPr lang="en-US"/>
          </a:p>
          <a:p>
            <a:pPr>
              <a:defRPr/>
            </a:pPr>
            <a:r>
              <a:rPr lang="en-US" b="1"/>
              <a:t>Tip: </a:t>
            </a:r>
            <a:r>
              <a:rPr lang="en-US"/>
              <a:t>use the </a:t>
            </a:r>
            <a:r>
              <a:rPr lang="en-US" b="1"/>
              <a:t>Crop</a:t>
            </a:r>
            <a:r>
              <a:rPr lang="en-US"/>
              <a:t> tool to reposition a picture within a placeholder. From the </a:t>
            </a:r>
            <a:r>
              <a:rPr lang="en-US" b="1"/>
              <a:t>Picture Tools Format </a:t>
            </a:r>
            <a:r>
              <a:rPr lang="en-US"/>
              <a:t>tab on the ribbon, click the </a:t>
            </a:r>
            <a:r>
              <a:rPr lang="en-US" b="1"/>
              <a:t>Crop</a:t>
            </a:r>
            <a:r>
              <a:rPr lang="en-US"/>
              <a:t> button. Click and drag the picture within the placeholder to reposition. To scale the picture within the placeholder (while Crop is active), grab a round corner handle and drag to resize. Hold </a:t>
            </a:r>
            <a:r>
              <a:rPr lang="en-US" b="1"/>
              <a:t>Shift</a:t>
            </a:r>
            <a:r>
              <a:rPr lang="en-US"/>
              <a:t> key to constrain picture aspect ratio when resizing.</a:t>
            </a:r>
          </a:p>
          <a:p>
            <a:endParaRPr lang="en-US"/>
          </a:p>
        </p:txBody>
      </p:sp>
      <p:sp>
        <p:nvSpPr>
          <p:cNvPr id="4" name="Slide Number Placeholder 3"/>
          <p:cNvSpPr>
            <a:spLocks noGrp="1"/>
          </p:cNvSpPr>
          <p:nvPr>
            <p:ph type="sldNum" sz="quarter" idx="5"/>
          </p:nvPr>
        </p:nvSpPr>
        <p:spPr/>
        <p:txBody>
          <a:bodyPr/>
          <a:lstStyle/>
          <a:p>
            <a:fld id="{58115F04-FA96-4F4F-8589-00A5965DC729}" type="slidenum">
              <a:rPr lang="en-US" smtClean="0"/>
              <a:t>26</a:t>
            </a:fld>
            <a:endParaRPr lang="en-US"/>
          </a:p>
        </p:txBody>
      </p:sp>
    </p:spTree>
    <p:extLst>
      <p:ext uri="{BB962C8B-B14F-4D97-AF65-F5344CB8AC3E}">
        <p14:creationId xmlns:p14="http://schemas.microsoft.com/office/powerpoint/2010/main" val="144419343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 sample</a:t>
            </a:r>
            <a:r>
              <a:rPr lang="en-US" b="1"/>
              <a:t> Four Pictures with Text </a:t>
            </a:r>
            <a:r>
              <a:rPr lang="en-US"/>
              <a:t>slide ideal for including two pictures with brief, bulleted text.</a:t>
            </a:r>
          </a:p>
          <a:p>
            <a:endParaRPr lang="en-US"/>
          </a:p>
          <a:p>
            <a:r>
              <a:rPr lang="en-US"/>
              <a:t>To </a:t>
            </a:r>
            <a:r>
              <a:rPr lang="en-US" b="1"/>
              <a:t>Replace the Pictures </a:t>
            </a:r>
            <a:r>
              <a:rPr lang="en-US"/>
              <a:t>on this Sample Slide (this applies to all slides in this template that contain replaceable pictures)</a:t>
            </a:r>
          </a:p>
          <a:p>
            <a:endParaRPr lang="en-US"/>
          </a:p>
          <a:p>
            <a:r>
              <a:rPr lang="en-US"/>
              <a:t>Select the sample picture and press Delete. Click the icon inside the shape to open the Insert Picture dialog box. Navigate to the location where the picture is stored, select desired picture and click on the Insert button to fit the image proportionally within the shape. </a:t>
            </a:r>
          </a:p>
          <a:p>
            <a:endParaRPr lang="en-US"/>
          </a:p>
          <a:p>
            <a:r>
              <a:rPr lang="en-US" b="1"/>
              <a:t>Note:</a:t>
            </a:r>
            <a:r>
              <a:rPr lang="en-US"/>
              <a:t> Do not right-click the image to change the picture inside the picture placeholder. This will change the frame size of the picture placeholder. Instead, follow the steps outlined above. </a:t>
            </a:r>
          </a:p>
          <a:p>
            <a:endParaRPr lang="en-US"/>
          </a:p>
          <a:p>
            <a:pPr>
              <a:defRPr/>
            </a:pPr>
            <a:r>
              <a:rPr lang="en-US" b="1"/>
              <a:t>Tip: </a:t>
            </a:r>
            <a:r>
              <a:rPr lang="en-US"/>
              <a:t>use the </a:t>
            </a:r>
            <a:r>
              <a:rPr lang="en-US" b="1"/>
              <a:t>Crop</a:t>
            </a:r>
            <a:r>
              <a:rPr lang="en-US"/>
              <a:t> tool to reposition a picture within a placeholder. From the </a:t>
            </a:r>
            <a:r>
              <a:rPr lang="en-US" b="1"/>
              <a:t>Picture Tools Format </a:t>
            </a:r>
            <a:r>
              <a:rPr lang="en-US"/>
              <a:t>tab on the ribbon, click the </a:t>
            </a:r>
            <a:r>
              <a:rPr lang="en-US" b="1"/>
              <a:t>Crop</a:t>
            </a:r>
            <a:r>
              <a:rPr lang="en-US"/>
              <a:t> button. Click and drag the picture within the placeholder to reposition. To scale the picture within the placeholder (while Crop is active), grab a round corner handle and drag to resize. Hold </a:t>
            </a:r>
            <a:r>
              <a:rPr lang="en-US" b="1"/>
              <a:t>Shift</a:t>
            </a:r>
            <a:r>
              <a:rPr lang="en-US"/>
              <a:t> key to constrain picture aspect ratio when resizing.</a:t>
            </a:r>
          </a:p>
          <a:p>
            <a:endParaRPr lang="en-US"/>
          </a:p>
          <a:p>
            <a:endParaRPr lang="en-US"/>
          </a:p>
        </p:txBody>
      </p:sp>
      <p:sp>
        <p:nvSpPr>
          <p:cNvPr id="4" name="Slide Number Placeholder 3"/>
          <p:cNvSpPr>
            <a:spLocks noGrp="1"/>
          </p:cNvSpPr>
          <p:nvPr>
            <p:ph type="sldNum" sz="quarter" idx="5"/>
          </p:nvPr>
        </p:nvSpPr>
        <p:spPr/>
        <p:txBody>
          <a:bodyPr/>
          <a:lstStyle/>
          <a:p>
            <a:fld id="{58115F04-FA96-4F4F-8589-00A5965DC729}" type="slidenum">
              <a:rPr lang="en-US" smtClean="0"/>
              <a:t>27</a:t>
            </a:fld>
            <a:endParaRPr lang="en-US"/>
          </a:p>
        </p:txBody>
      </p:sp>
    </p:spTree>
    <p:extLst>
      <p:ext uri="{BB962C8B-B14F-4D97-AF65-F5344CB8AC3E}">
        <p14:creationId xmlns:p14="http://schemas.microsoft.com/office/powerpoint/2010/main" val="787369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8115F04-FA96-4F4F-8589-00A5965DC729}" type="slidenum">
              <a:rPr lang="en-US" smtClean="0"/>
              <a:t>39</a:t>
            </a:fld>
            <a:endParaRPr lang="en-US"/>
          </a:p>
        </p:txBody>
      </p:sp>
    </p:spTree>
    <p:extLst>
      <p:ext uri="{BB962C8B-B14F-4D97-AF65-F5344CB8AC3E}">
        <p14:creationId xmlns:p14="http://schemas.microsoft.com/office/powerpoint/2010/main" val="11565461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547E1EE-0039-4797-B978-F453418260D1}" type="slidenum">
              <a:rPr lang="en-US" smtClean="0"/>
              <a:pPr/>
              <a:t>46</a:t>
            </a:fld>
            <a:endParaRPr lang="en-US"/>
          </a:p>
        </p:txBody>
      </p:sp>
    </p:spTree>
    <p:extLst>
      <p:ext uri="{BB962C8B-B14F-4D97-AF65-F5344CB8AC3E}">
        <p14:creationId xmlns:p14="http://schemas.microsoft.com/office/powerpoint/2010/main" val="10995613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8547E1EE-0039-4797-B978-F453418260D1}" type="slidenum">
              <a:rPr lang="en-US" smtClean="0"/>
              <a:pPr/>
              <a:t>47</a:t>
            </a:fld>
            <a:endParaRPr lang="en-US"/>
          </a:p>
        </p:txBody>
      </p:sp>
      <p:sp>
        <p:nvSpPr>
          <p:cNvPr id="6" name="Slide Image Placeholder 5"/>
          <p:cNvSpPr>
            <a:spLocks noGrp="1" noRot="1" noChangeAspect="1"/>
          </p:cNvSpPr>
          <p:nvPr>
            <p:ph type="sldImg"/>
          </p:nvPr>
        </p:nvSpPr>
        <p:spPr>
          <a:xfrm>
            <a:off x="381000" y="381000"/>
            <a:ext cx="4572000" cy="2573338"/>
          </a:xfrm>
        </p:spPr>
      </p:sp>
      <p:sp>
        <p:nvSpPr>
          <p:cNvPr id="7" name="Notes Placeholder 6"/>
          <p:cNvSpPr>
            <a:spLocks noGrp="1"/>
          </p:cNvSpPr>
          <p:nvPr>
            <p:ph type="body" idx="1"/>
          </p:nvPr>
        </p:nvSpPr>
        <p:spPr/>
        <p:txBody>
          <a:bodyPr/>
          <a:lstStyle/>
          <a:p>
            <a:endParaRPr lang="en-US"/>
          </a:p>
        </p:txBody>
      </p:sp>
    </p:spTree>
    <p:extLst>
      <p:ext uri="{BB962C8B-B14F-4D97-AF65-F5344CB8AC3E}">
        <p14:creationId xmlns:p14="http://schemas.microsoft.com/office/powerpoint/2010/main" val="28084969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8547E1EE-0039-4797-B978-F453418260D1}" type="slidenum">
              <a:rPr lang="en-US" smtClean="0"/>
              <a:pPr/>
              <a:t>48</a:t>
            </a:fld>
            <a:endParaRPr lang="en-US"/>
          </a:p>
        </p:txBody>
      </p:sp>
      <p:sp>
        <p:nvSpPr>
          <p:cNvPr id="6" name="Slide Image Placeholder 5"/>
          <p:cNvSpPr>
            <a:spLocks noGrp="1" noRot="1" noChangeAspect="1"/>
          </p:cNvSpPr>
          <p:nvPr>
            <p:ph type="sldImg"/>
          </p:nvPr>
        </p:nvSpPr>
        <p:spPr>
          <a:xfrm>
            <a:off x="381000" y="381000"/>
            <a:ext cx="4572000" cy="2573338"/>
          </a:xfrm>
        </p:spPr>
      </p:sp>
      <p:sp>
        <p:nvSpPr>
          <p:cNvPr id="7" name="Notes Placeholder 6"/>
          <p:cNvSpPr>
            <a:spLocks noGrp="1"/>
          </p:cNvSpPr>
          <p:nvPr>
            <p:ph type="body" idx="1"/>
          </p:nvPr>
        </p:nvSpPr>
        <p:spPr/>
        <p:txBody>
          <a:bodyPr/>
          <a:lstStyle/>
          <a:p>
            <a:endParaRPr lang="en-US"/>
          </a:p>
        </p:txBody>
      </p:sp>
    </p:spTree>
    <p:extLst>
      <p:ext uri="{BB962C8B-B14F-4D97-AF65-F5344CB8AC3E}">
        <p14:creationId xmlns:p14="http://schemas.microsoft.com/office/powerpoint/2010/main" val="21386845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8547E1EE-0039-4797-B978-F453418260D1}" type="slidenum">
              <a:rPr lang="en-US" smtClean="0"/>
              <a:pPr/>
              <a:t>49</a:t>
            </a:fld>
            <a:endParaRPr lang="en-US"/>
          </a:p>
        </p:txBody>
      </p:sp>
      <p:sp>
        <p:nvSpPr>
          <p:cNvPr id="6" name="Slide Image Placeholder 5"/>
          <p:cNvSpPr>
            <a:spLocks noGrp="1" noRot="1" noChangeAspect="1"/>
          </p:cNvSpPr>
          <p:nvPr>
            <p:ph type="sldImg"/>
          </p:nvPr>
        </p:nvSpPr>
        <p:spPr>
          <a:xfrm>
            <a:off x="381000" y="381000"/>
            <a:ext cx="4572000" cy="2573338"/>
          </a:xfrm>
        </p:spPr>
      </p:sp>
      <p:sp>
        <p:nvSpPr>
          <p:cNvPr id="7" name="Notes Placeholder 6"/>
          <p:cNvSpPr>
            <a:spLocks noGrp="1"/>
          </p:cNvSpPr>
          <p:nvPr>
            <p:ph type="body" idx="1"/>
          </p:nvPr>
        </p:nvSpPr>
        <p:spPr/>
        <p:txBody>
          <a:bodyPr/>
          <a:lstStyle/>
          <a:p>
            <a:endParaRPr lang="en-US"/>
          </a:p>
        </p:txBody>
      </p:sp>
    </p:spTree>
    <p:extLst>
      <p:ext uri="{BB962C8B-B14F-4D97-AF65-F5344CB8AC3E}">
        <p14:creationId xmlns:p14="http://schemas.microsoft.com/office/powerpoint/2010/main" val="1526013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8547E1EE-0039-4797-B978-F453418260D1}" type="slidenum">
              <a:rPr lang="en-US" smtClean="0"/>
              <a:pPr/>
              <a:t>50</a:t>
            </a:fld>
            <a:endParaRPr lang="en-US"/>
          </a:p>
        </p:txBody>
      </p:sp>
      <p:sp>
        <p:nvSpPr>
          <p:cNvPr id="6" name="Slide Image Placeholder 5"/>
          <p:cNvSpPr>
            <a:spLocks noGrp="1" noRot="1" noChangeAspect="1"/>
          </p:cNvSpPr>
          <p:nvPr>
            <p:ph type="sldImg"/>
          </p:nvPr>
        </p:nvSpPr>
        <p:spPr>
          <a:xfrm>
            <a:off x="381000" y="381000"/>
            <a:ext cx="4572000" cy="2573338"/>
          </a:xfrm>
        </p:spPr>
      </p:sp>
      <p:sp>
        <p:nvSpPr>
          <p:cNvPr id="7" name="Notes Placeholder 6"/>
          <p:cNvSpPr>
            <a:spLocks noGrp="1"/>
          </p:cNvSpPr>
          <p:nvPr>
            <p:ph type="body" idx="1"/>
          </p:nvPr>
        </p:nvSpPr>
        <p:spPr/>
        <p:txBody>
          <a:bodyPr/>
          <a:lstStyle/>
          <a:p>
            <a:endParaRPr lang="en-US"/>
          </a:p>
        </p:txBody>
      </p:sp>
    </p:spTree>
    <p:extLst>
      <p:ext uri="{BB962C8B-B14F-4D97-AF65-F5344CB8AC3E}">
        <p14:creationId xmlns:p14="http://schemas.microsoft.com/office/powerpoint/2010/main" val="12399838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8547E1EE-0039-4797-B978-F453418260D1}" type="slidenum">
              <a:rPr lang="en-US" smtClean="0"/>
              <a:pPr/>
              <a:t>51</a:t>
            </a:fld>
            <a:endParaRPr lang="en-US"/>
          </a:p>
        </p:txBody>
      </p:sp>
      <p:sp>
        <p:nvSpPr>
          <p:cNvPr id="6" name="Slide Image Placeholder 5"/>
          <p:cNvSpPr>
            <a:spLocks noGrp="1" noRot="1" noChangeAspect="1"/>
          </p:cNvSpPr>
          <p:nvPr>
            <p:ph type="sldImg"/>
          </p:nvPr>
        </p:nvSpPr>
        <p:spPr>
          <a:xfrm>
            <a:off x="381000" y="381000"/>
            <a:ext cx="4572000" cy="2573338"/>
          </a:xfrm>
        </p:spPr>
      </p:sp>
      <p:sp>
        <p:nvSpPr>
          <p:cNvPr id="7" name="Notes Placeholder 6"/>
          <p:cNvSpPr>
            <a:spLocks noGrp="1"/>
          </p:cNvSpPr>
          <p:nvPr>
            <p:ph type="body" idx="1"/>
          </p:nvPr>
        </p:nvSpPr>
        <p:spPr/>
        <p:txBody>
          <a:bodyPr/>
          <a:lstStyle/>
          <a:p>
            <a:endParaRPr lang="en-US"/>
          </a:p>
        </p:txBody>
      </p:sp>
    </p:spTree>
    <p:extLst>
      <p:ext uri="{BB962C8B-B14F-4D97-AF65-F5344CB8AC3E}">
        <p14:creationId xmlns:p14="http://schemas.microsoft.com/office/powerpoint/2010/main" val="15404858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8547E1EE-0039-4797-B978-F453418260D1}" type="slidenum">
              <a:rPr lang="en-US" smtClean="0"/>
              <a:pPr/>
              <a:t>52</a:t>
            </a:fld>
            <a:endParaRPr lang="en-US"/>
          </a:p>
        </p:txBody>
      </p:sp>
      <p:sp>
        <p:nvSpPr>
          <p:cNvPr id="6" name="Slide Image Placeholder 5"/>
          <p:cNvSpPr>
            <a:spLocks noGrp="1" noRot="1" noChangeAspect="1"/>
          </p:cNvSpPr>
          <p:nvPr>
            <p:ph type="sldImg"/>
          </p:nvPr>
        </p:nvSpPr>
        <p:spPr>
          <a:xfrm>
            <a:off x="381000" y="381000"/>
            <a:ext cx="4572000" cy="2573338"/>
          </a:xfrm>
        </p:spPr>
      </p:sp>
      <p:sp>
        <p:nvSpPr>
          <p:cNvPr id="7" name="Notes Placeholder 6"/>
          <p:cNvSpPr>
            <a:spLocks noGrp="1"/>
          </p:cNvSpPr>
          <p:nvPr>
            <p:ph type="body" idx="1"/>
          </p:nvPr>
        </p:nvSpPr>
        <p:spPr/>
        <p:txBody>
          <a:bodyPr/>
          <a:lstStyle/>
          <a:p>
            <a:endParaRPr lang="en-US"/>
          </a:p>
        </p:txBody>
      </p:sp>
    </p:spTree>
    <p:extLst>
      <p:ext uri="{BB962C8B-B14F-4D97-AF65-F5344CB8AC3E}">
        <p14:creationId xmlns:p14="http://schemas.microsoft.com/office/powerpoint/2010/main" val="14725981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8547E1EE-0039-4797-B978-F453418260D1}" type="slidenum">
              <a:rPr lang="en-US" smtClean="0"/>
              <a:pPr/>
              <a:t>53</a:t>
            </a:fld>
            <a:endParaRPr lang="en-US"/>
          </a:p>
        </p:txBody>
      </p:sp>
      <p:sp>
        <p:nvSpPr>
          <p:cNvPr id="6" name="Slide Image Placeholder 5"/>
          <p:cNvSpPr>
            <a:spLocks noGrp="1" noRot="1" noChangeAspect="1"/>
          </p:cNvSpPr>
          <p:nvPr>
            <p:ph type="sldImg"/>
          </p:nvPr>
        </p:nvSpPr>
        <p:spPr>
          <a:xfrm>
            <a:off x="381000" y="381000"/>
            <a:ext cx="4572000" cy="2573338"/>
          </a:xfrm>
        </p:spPr>
      </p:sp>
      <p:sp>
        <p:nvSpPr>
          <p:cNvPr id="7" name="Notes Placeholder 6"/>
          <p:cNvSpPr>
            <a:spLocks noGrp="1"/>
          </p:cNvSpPr>
          <p:nvPr>
            <p:ph type="body" idx="1"/>
          </p:nvPr>
        </p:nvSpPr>
        <p:spPr/>
        <p:txBody>
          <a:bodyPr/>
          <a:lstStyle/>
          <a:p>
            <a:endParaRPr lang="en-US"/>
          </a:p>
        </p:txBody>
      </p:sp>
    </p:spTree>
    <p:extLst>
      <p:ext uri="{BB962C8B-B14F-4D97-AF65-F5344CB8AC3E}">
        <p14:creationId xmlns:p14="http://schemas.microsoft.com/office/powerpoint/2010/main" val="23695496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Dark">
    <p:bg>
      <p:bgPr>
        <a:solidFill>
          <a:schemeClr val="tx1"/>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DDB2DDCE-A675-1A96-D4AA-3014436E00D4}"/>
              </a:ext>
            </a:extLst>
          </p:cNvPr>
          <p:cNvGrpSpPr/>
          <p:nvPr userDrawn="1"/>
        </p:nvGrpSpPr>
        <p:grpSpPr>
          <a:xfrm>
            <a:off x="0" y="-1"/>
            <a:ext cx="11681463" cy="6846994"/>
            <a:chOff x="0" y="-1"/>
            <a:chExt cx="11681463" cy="6846994"/>
          </a:xfrm>
        </p:grpSpPr>
        <p:pic>
          <p:nvPicPr>
            <p:cNvPr id="49" name="Picture 9">
              <a:extLst>
                <a:ext uri="{FF2B5EF4-FFF2-40B4-BE49-F238E27FC236}">
                  <a16:creationId xmlns:a16="http://schemas.microsoft.com/office/drawing/2014/main" id="{AD019AD4-02C1-CFD9-6AC6-845816197DB9}"/>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a:stretch/>
          </p:blipFill>
          <p:spPr>
            <a:xfrm>
              <a:off x="5269854" y="-1"/>
              <a:ext cx="6411609" cy="4386871"/>
            </a:xfrm>
            <a:prstGeom prst="rect">
              <a:avLst/>
            </a:prstGeom>
          </p:spPr>
        </p:pic>
        <p:sp>
          <p:nvSpPr>
            <p:cNvPr id="46" name="Rectangle 45">
              <a:extLst>
                <a:ext uri="{FF2B5EF4-FFF2-40B4-BE49-F238E27FC236}">
                  <a16:creationId xmlns:a16="http://schemas.microsoft.com/office/drawing/2014/main" id="{1DF4850B-3527-BBF9-D970-EEF87923EA97}"/>
                </a:ext>
              </a:extLst>
            </p:cNvPr>
            <p:cNvSpPr/>
            <p:nvPr userDrawn="1"/>
          </p:nvSpPr>
          <p:spPr>
            <a:xfrm>
              <a:off x="10184508" y="5401650"/>
              <a:ext cx="1057043" cy="1445343"/>
            </a:xfrm>
            <a:prstGeom prst="rect">
              <a:avLst/>
            </a:prstGeom>
            <a:solidFill>
              <a:schemeClr val="tx2">
                <a:alpha val="1991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a:p>
          </p:txBody>
        </p:sp>
        <p:sp>
          <p:nvSpPr>
            <p:cNvPr id="47" name="Rectangle 46">
              <a:extLst>
                <a:ext uri="{FF2B5EF4-FFF2-40B4-BE49-F238E27FC236}">
                  <a16:creationId xmlns:a16="http://schemas.microsoft.com/office/drawing/2014/main" id="{1170EBCF-B9E5-825C-D6C1-6E89718B62D8}"/>
                </a:ext>
              </a:extLst>
            </p:cNvPr>
            <p:cNvSpPr/>
            <p:nvPr userDrawn="1"/>
          </p:nvSpPr>
          <p:spPr>
            <a:xfrm>
              <a:off x="11111690" y="4700510"/>
              <a:ext cx="259722" cy="1053721"/>
            </a:xfrm>
            <a:prstGeom prst="rect">
              <a:avLst/>
            </a:prstGeom>
            <a:solidFill>
              <a:schemeClr val="tx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a:p>
          </p:txBody>
        </p:sp>
        <p:sp>
          <p:nvSpPr>
            <p:cNvPr id="54" name="Rectangle 53">
              <a:extLst>
                <a:ext uri="{FF2B5EF4-FFF2-40B4-BE49-F238E27FC236}">
                  <a16:creationId xmlns:a16="http://schemas.microsoft.com/office/drawing/2014/main" id="{05E1529A-FDBB-3941-76E4-A90DCC5B6318}"/>
                </a:ext>
              </a:extLst>
            </p:cNvPr>
            <p:cNvSpPr/>
            <p:nvPr userDrawn="1"/>
          </p:nvSpPr>
          <p:spPr>
            <a:xfrm>
              <a:off x="8475659" y="1422950"/>
              <a:ext cx="1330036" cy="2143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3" name="Graphic 72">
              <a:extLst>
                <a:ext uri="{FF2B5EF4-FFF2-40B4-BE49-F238E27FC236}">
                  <a16:creationId xmlns:a16="http://schemas.microsoft.com/office/drawing/2014/main" id="{DE265B11-99EE-E38D-EBA5-2B829532BFBF}"/>
                </a:ext>
              </a:extLst>
            </p:cNvPr>
            <p:cNvPicPr>
              <a:picLocks noChangeAspect="1"/>
            </p:cNvPicPr>
            <p:nvPr userDrawn="1"/>
          </p:nvPicPr>
          <p:blipFill>
            <a:blip r:embed="rId4">
              <a:extLst>
                <a:ext uri="{96DAC541-7B7A-43D3-8B79-37D633B846F1}">
                  <asvg:svgBlip xmlns:asvg="http://schemas.microsoft.com/office/drawing/2016/SVG/main" r:embed="rId5"/>
                </a:ext>
              </a:extLst>
            </a:blip>
            <a:srcRect l="92" t="4" r="40848" b="66110"/>
            <a:stretch>
              <a:fillRect/>
            </a:stretch>
          </p:blipFill>
          <p:spPr>
            <a:xfrm>
              <a:off x="8041503" y="5017833"/>
              <a:ext cx="2518921" cy="983579"/>
            </a:xfrm>
            <a:custGeom>
              <a:avLst/>
              <a:gdLst>
                <a:gd name="connsiteX0" fmla="*/ 0 w 48005999"/>
                <a:gd name="connsiteY0" fmla="*/ 0 h 18745200"/>
                <a:gd name="connsiteX1" fmla="*/ 48005999 w 48005999"/>
                <a:gd name="connsiteY1" fmla="*/ 0 h 18745200"/>
                <a:gd name="connsiteX2" fmla="*/ 48005999 w 48005999"/>
                <a:gd name="connsiteY2" fmla="*/ 18745200 h 18745200"/>
                <a:gd name="connsiteX3" fmla="*/ 0 w 48005999"/>
                <a:gd name="connsiteY3" fmla="*/ 18745200 h 18745200"/>
              </a:gdLst>
              <a:ahLst/>
              <a:cxnLst>
                <a:cxn ang="0">
                  <a:pos x="connsiteX0" y="connsiteY0"/>
                </a:cxn>
                <a:cxn ang="0">
                  <a:pos x="connsiteX1" y="connsiteY1"/>
                </a:cxn>
                <a:cxn ang="0">
                  <a:pos x="connsiteX2" y="connsiteY2"/>
                </a:cxn>
                <a:cxn ang="0">
                  <a:pos x="connsiteX3" y="connsiteY3"/>
                </a:cxn>
              </a:cxnLst>
              <a:rect l="l" t="t" r="r" b="b"/>
              <a:pathLst>
                <a:path w="48005999" h="18745200">
                  <a:moveTo>
                    <a:pt x="0" y="0"/>
                  </a:moveTo>
                  <a:lnTo>
                    <a:pt x="48005999" y="0"/>
                  </a:lnTo>
                  <a:lnTo>
                    <a:pt x="48005999" y="18745200"/>
                  </a:lnTo>
                  <a:lnTo>
                    <a:pt x="0" y="18745200"/>
                  </a:lnTo>
                  <a:close/>
                </a:path>
              </a:pathLst>
            </a:custGeom>
          </p:spPr>
        </p:pic>
        <p:sp>
          <p:nvSpPr>
            <p:cNvPr id="52" name="Rectangle 51">
              <a:extLst>
                <a:ext uri="{FF2B5EF4-FFF2-40B4-BE49-F238E27FC236}">
                  <a16:creationId xmlns:a16="http://schemas.microsoft.com/office/drawing/2014/main" id="{1C45C5E8-81F5-C028-878C-58998E1C48BD}"/>
                </a:ext>
              </a:extLst>
            </p:cNvPr>
            <p:cNvSpPr/>
            <p:nvPr userDrawn="1"/>
          </p:nvSpPr>
          <p:spPr>
            <a:xfrm>
              <a:off x="0" y="501387"/>
              <a:ext cx="1330036" cy="2143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B2614FB3-E33C-4CDC-BB42-901BA7BE4BB8}"/>
                </a:ext>
              </a:extLst>
            </p:cNvPr>
            <p:cNvSpPr/>
            <p:nvPr userDrawn="1"/>
          </p:nvSpPr>
          <p:spPr>
            <a:xfrm>
              <a:off x="1918243" y="6139133"/>
              <a:ext cx="1330036" cy="2143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0" name="Graphic 10">
              <a:extLst>
                <a:ext uri="{FF2B5EF4-FFF2-40B4-BE49-F238E27FC236}">
                  <a16:creationId xmlns:a16="http://schemas.microsoft.com/office/drawing/2014/main" id="{FD56FD18-394A-F4B5-02F7-626E8C0D566E}"/>
                </a:ext>
              </a:extLst>
            </p:cNvPr>
            <p:cNvGrpSpPr/>
            <p:nvPr userDrawn="1"/>
          </p:nvGrpSpPr>
          <p:grpSpPr>
            <a:xfrm>
              <a:off x="1918243" y="2571124"/>
              <a:ext cx="2580569" cy="288110"/>
              <a:chOff x="708891" y="4649173"/>
              <a:chExt cx="11357397" cy="1268009"/>
            </a:xfrm>
          </p:grpSpPr>
          <p:sp>
            <p:nvSpPr>
              <p:cNvPr id="61" name="Freeform 60">
                <a:extLst>
                  <a:ext uri="{FF2B5EF4-FFF2-40B4-BE49-F238E27FC236}">
                    <a16:creationId xmlns:a16="http://schemas.microsoft.com/office/drawing/2014/main" id="{3661BA68-D2B6-611A-9F2E-E13387DA86CC}"/>
                  </a:ext>
                </a:extLst>
              </p:cNvPr>
              <p:cNvSpPr/>
              <p:nvPr/>
            </p:nvSpPr>
            <p:spPr>
              <a:xfrm>
                <a:off x="708891" y="4649173"/>
                <a:ext cx="11357397" cy="1268008"/>
              </a:xfrm>
              <a:custGeom>
                <a:avLst/>
                <a:gdLst>
                  <a:gd name="connsiteX0" fmla="*/ 6512360 w 11357397"/>
                  <a:gd name="connsiteY0" fmla="*/ 271549 h 1268008"/>
                  <a:gd name="connsiteX1" fmla="*/ 6512360 w 11357397"/>
                  <a:gd name="connsiteY1" fmla="*/ 0 h 1268008"/>
                  <a:gd name="connsiteX2" fmla="*/ 6824335 w 11357397"/>
                  <a:gd name="connsiteY2" fmla="*/ 0 h 1268008"/>
                  <a:gd name="connsiteX3" fmla="*/ 6824335 w 11357397"/>
                  <a:gd name="connsiteY3" fmla="*/ 1268009 h 1268008"/>
                  <a:gd name="connsiteX4" fmla="*/ 6512360 w 11357397"/>
                  <a:gd name="connsiteY4" fmla="*/ 1268009 h 1268008"/>
                  <a:gd name="connsiteX5" fmla="*/ 5136748 w 11357397"/>
                  <a:gd name="connsiteY5" fmla="*/ 272484 h 1268008"/>
                  <a:gd name="connsiteX6" fmla="*/ 5466631 w 11357397"/>
                  <a:gd name="connsiteY6" fmla="*/ 272484 h 1268008"/>
                  <a:gd name="connsiteX7" fmla="*/ 5466631 w 11357397"/>
                  <a:gd name="connsiteY7" fmla="*/ 1268009 h 1268008"/>
                  <a:gd name="connsiteX8" fmla="*/ 5778606 w 11357397"/>
                  <a:gd name="connsiteY8" fmla="*/ 1268009 h 1268008"/>
                  <a:gd name="connsiteX9" fmla="*/ 5778606 w 11357397"/>
                  <a:gd name="connsiteY9" fmla="*/ 272484 h 1268008"/>
                  <a:gd name="connsiteX10" fmla="*/ 6344119 w 11357397"/>
                  <a:gd name="connsiteY10" fmla="*/ 272484 h 1268008"/>
                  <a:gd name="connsiteX11" fmla="*/ 6344119 w 11357397"/>
                  <a:gd name="connsiteY11" fmla="*/ 0 h 1268008"/>
                  <a:gd name="connsiteX12" fmla="*/ 5136748 w 11357397"/>
                  <a:gd name="connsiteY12" fmla="*/ 0 h 1268008"/>
                  <a:gd name="connsiteX13" fmla="*/ 10149083 w 11357397"/>
                  <a:gd name="connsiteY13" fmla="*/ 0 h 1268008"/>
                  <a:gd name="connsiteX14" fmla="*/ 10149083 w 11357397"/>
                  <a:gd name="connsiteY14" fmla="*/ 272484 h 1268008"/>
                  <a:gd name="connsiteX15" fmla="*/ 10478966 w 11357397"/>
                  <a:gd name="connsiteY15" fmla="*/ 272484 h 1268008"/>
                  <a:gd name="connsiteX16" fmla="*/ 10478966 w 11357397"/>
                  <a:gd name="connsiteY16" fmla="*/ 1268009 h 1268008"/>
                  <a:gd name="connsiteX17" fmla="*/ 10791883 w 11357397"/>
                  <a:gd name="connsiteY17" fmla="*/ 1268009 h 1268008"/>
                  <a:gd name="connsiteX18" fmla="*/ 10791883 w 11357397"/>
                  <a:gd name="connsiteY18" fmla="*/ 272484 h 1268008"/>
                  <a:gd name="connsiteX19" fmla="*/ 11357397 w 11357397"/>
                  <a:gd name="connsiteY19" fmla="*/ 272484 h 1268008"/>
                  <a:gd name="connsiteX20" fmla="*/ 11357397 w 11357397"/>
                  <a:gd name="connsiteY20" fmla="*/ 0 h 1268008"/>
                  <a:gd name="connsiteX21" fmla="*/ 0 w 11357397"/>
                  <a:gd name="connsiteY21" fmla="*/ 1268009 h 1268008"/>
                  <a:gd name="connsiteX22" fmla="*/ 311975 w 11357397"/>
                  <a:gd name="connsiteY22" fmla="*/ 1268009 h 1268008"/>
                  <a:gd name="connsiteX23" fmla="*/ 311975 w 11357397"/>
                  <a:gd name="connsiteY23" fmla="*/ 800626 h 1268008"/>
                  <a:gd name="connsiteX24" fmla="*/ 1199360 w 11357397"/>
                  <a:gd name="connsiteY24" fmla="*/ 800626 h 1268008"/>
                  <a:gd name="connsiteX25" fmla="*/ 1199360 w 11357397"/>
                  <a:gd name="connsiteY25" fmla="*/ 526740 h 1268008"/>
                  <a:gd name="connsiteX26" fmla="*/ 311975 w 11357397"/>
                  <a:gd name="connsiteY26" fmla="*/ 526740 h 1268008"/>
                  <a:gd name="connsiteX27" fmla="*/ 311975 w 11357397"/>
                  <a:gd name="connsiteY27" fmla="*/ 272484 h 1268008"/>
                  <a:gd name="connsiteX28" fmla="*/ 1352049 w 11357397"/>
                  <a:gd name="connsiteY28" fmla="*/ 272484 h 1268008"/>
                  <a:gd name="connsiteX29" fmla="*/ 1352049 w 11357397"/>
                  <a:gd name="connsiteY29" fmla="*/ 0 h 1268008"/>
                  <a:gd name="connsiteX30" fmla="*/ 0 w 11357397"/>
                  <a:gd name="connsiteY30" fmla="*/ 0 h 1268008"/>
                  <a:gd name="connsiteX31" fmla="*/ 8718334 w 11357397"/>
                  <a:gd name="connsiteY31" fmla="*/ 1268009 h 1268008"/>
                  <a:gd name="connsiteX32" fmla="*/ 9994038 w 11357397"/>
                  <a:gd name="connsiteY32" fmla="*/ 1268009 h 1268008"/>
                  <a:gd name="connsiteX33" fmla="*/ 9994038 w 11357397"/>
                  <a:gd name="connsiteY33" fmla="*/ 995992 h 1268008"/>
                  <a:gd name="connsiteX34" fmla="*/ 9030780 w 11357397"/>
                  <a:gd name="connsiteY34" fmla="*/ 995992 h 1268008"/>
                  <a:gd name="connsiteX35" fmla="*/ 9030780 w 11357397"/>
                  <a:gd name="connsiteY35" fmla="*/ 770247 h 1268008"/>
                  <a:gd name="connsiteX36" fmla="*/ 9807419 w 11357397"/>
                  <a:gd name="connsiteY36" fmla="*/ 770247 h 1268008"/>
                  <a:gd name="connsiteX37" fmla="*/ 9807419 w 11357397"/>
                  <a:gd name="connsiteY37" fmla="*/ 497762 h 1268008"/>
                  <a:gd name="connsiteX38" fmla="*/ 9030780 w 11357397"/>
                  <a:gd name="connsiteY38" fmla="*/ 497762 h 1268008"/>
                  <a:gd name="connsiteX39" fmla="*/ 9030780 w 11357397"/>
                  <a:gd name="connsiteY39" fmla="*/ 272484 h 1268008"/>
                  <a:gd name="connsiteX40" fmla="*/ 9977544 w 11357397"/>
                  <a:gd name="connsiteY40" fmla="*/ 272484 h 1268008"/>
                  <a:gd name="connsiteX41" fmla="*/ 9977544 w 11357397"/>
                  <a:gd name="connsiteY41" fmla="*/ 0 h 1268008"/>
                  <a:gd name="connsiteX42" fmla="*/ 8718334 w 11357397"/>
                  <a:gd name="connsiteY42" fmla="*/ 0 h 1268008"/>
                  <a:gd name="connsiteX43" fmla="*/ 8116062 w 11357397"/>
                  <a:gd name="connsiteY43" fmla="*/ 0 h 1268008"/>
                  <a:gd name="connsiteX44" fmla="*/ 7065620 w 11357397"/>
                  <a:gd name="connsiteY44" fmla="*/ 0 h 1268008"/>
                  <a:gd name="connsiteX45" fmla="*/ 7065620 w 11357397"/>
                  <a:gd name="connsiteY45" fmla="*/ 1268009 h 1268008"/>
                  <a:gd name="connsiteX46" fmla="*/ 7378067 w 11357397"/>
                  <a:gd name="connsiteY46" fmla="*/ 1268009 h 1268008"/>
                  <a:gd name="connsiteX47" fmla="*/ 7378067 w 11357397"/>
                  <a:gd name="connsiteY47" fmla="*/ 272484 h 1268008"/>
                  <a:gd name="connsiteX48" fmla="*/ 8078832 w 11357397"/>
                  <a:gd name="connsiteY48" fmla="*/ 272484 h 1268008"/>
                  <a:gd name="connsiteX49" fmla="*/ 8165073 w 11357397"/>
                  <a:gd name="connsiteY49" fmla="*/ 358482 h 1268008"/>
                  <a:gd name="connsiteX50" fmla="*/ 8165073 w 11357397"/>
                  <a:gd name="connsiteY50" fmla="*/ 1268009 h 1268008"/>
                  <a:gd name="connsiteX51" fmla="*/ 8477519 w 11357397"/>
                  <a:gd name="connsiteY51" fmla="*/ 1268009 h 1268008"/>
                  <a:gd name="connsiteX52" fmla="*/ 8477519 w 11357397"/>
                  <a:gd name="connsiteY52" fmla="*/ 358482 h 1268008"/>
                  <a:gd name="connsiteX53" fmla="*/ 8116062 w 11357397"/>
                  <a:gd name="connsiteY53" fmla="*/ 0 h 1268008"/>
                  <a:gd name="connsiteX54" fmla="*/ 4686694 w 11357397"/>
                  <a:gd name="connsiteY54" fmla="*/ 341657 h 1268008"/>
                  <a:gd name="connsiteX55" fmla="*/ 4618361 w 11357397"/>
                  <a:gd name="connsiteY55" fmla="*/ 271549 h 1268008"/>
                  <a:gd name="connsiteX56" fmla="*/ 3899216 w 11357397"/>
                  <a:gd name="connsiteY56" fmla="*/ 271549 h 1268008"/>
                  <a:gd name="connsiteX57" fmla="*/ 3899216 w 11357397"/>
                  <a:gd name="connsiteY57" fmla="*/ 525805 h 1268008"/>
                  <a:gd name="connsiteX58" fmla="*/ 4618361 w 11357397"/>
                  <a:gd name="connsiteY58" fmla="*/ 525805 h 1268008"/>
                  <a:gd name="connsiteX59" fmla="*/ 4689050 w 11357397"/>
                  <a:gd name="connsiteY59" fmla="*/ 455698 h 1268008"/>
                  <a:gd name="connsiteX60" fmla="*/ 4654648 w 11357397"/>
                  <a:gd name="connsiteY60" fmla="*/ 0 h 1268008"/>
                  <a:gd name="connsiteX61" fmla="*/ 4998669 w 11357397"/>
                  <a:gd name="connsiteY61" fmla="*/ 341189 h 1268008"/>
                  <a:gd name="connsiteX62" fmla="*/ 4998669 w 11357397"/>
                  <a:gd name="connsiteY62" fmla="*/ 341657 h 1268008"/>
                  <a:gd name="connsiteX63" fmla="*/ 4998669 w 11357397"/>
                  <a:gd name="connsiteY63" fmla="*/ 456633 h 1268008"/>
                  <a:gd name="connsiteX64" fmla="*/ 4888865 w 11357397"/>
                  <a:gd name="connsiteY64" fmla="*/ 706683 h 1268008"/>
                  <a:gd name="connsiteX65" fmla="*/ 4983117 w 11357397"/>
                  <a:gd name="connsiteY65" fmla="*/ 864658 h 1268008"/>
                  <a:gd name="connsiteX66" fmla="*/ 4983117 w 11357397"/>
                  <a:gd name="connsiteY66" fmla="*/ 1268009 h 1268008"/>
                  <a:gd name="connsiteX67" fmla="*/ 4669728 w 11357397"/>
                  <a:gd name="connsiteY67" fmla="*/ 1268009 h 1268008"/>
                  <a:gd name="connsiteX68" fmla="*/ 4669728 w 11357397"/>
                  <a:gd name="connsiteY68" fmla="*/ 868397 h 1268008"/>
                  <a:gd name="connsiteX69" fmla="*/ 4601867 w 11357397"/>
                  <a:gd name="connsiteY69" fmla="*/ 798289 h 1268008"/>
                  <a:gd name="connsiteX70" fmla="*/ 3899216 w 11357397"/>
                  <a:gd name="connsiteY70" fmla="*/ 798289 h 1268008"/>
                  <a:gd name="connsiteX71" fmla="*/ 3899216 w 11357397"/>
                  <a:gd name="connsiteY71" fmla="*/ 1265672 h 1268008"/>
                  <a:gd name="connsiteX72" fmla="*/ 3586770 w 11357397"/>
                  <a:gd name="connsiteY72" fmla="*/ 1265672 h 1268008"/>
                  <a:gd name="connsiteX73" fmla="*/ 3586770 w 11357397"/>
                  <a:gd name="connsiteY73" fmla="*/ 0 h 1268008"/>
                  <a:gd name="connsiteX74" fmla="*/ 4654648 w 11357397"/>
                  <a:gd name="connsiteY74" fmla="*/ 0 h 1268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1357397" h="1268008">
                    <a:moveTo>
                      <a:pt x="6512360" y="271549"/>
                    </a:moveTo>
                    <a:lnTo>
                      <a:pt x="6512360" y="0"/>
                    </a:lnTo>
                    <a:lnTo>
                      <a:pt x="6824335" y="0"/>
                    </a:lnTo>
                    <a:lnTo>
                      <a:pt x="6824335" y="1268009"/>
                    </a:lnTo>
                    <a:lnTo>
                      <a:pt x="6512360" y="1268009"/>
                    </a:lnTo>
                    <a:close/>
                    <a:moveTo>
                      <a:pt x="5136748" y="272484"/>
                    </a:moveTo>
                    <a:lnTo>
                      <a:pt x="5466631" y="272484"/>
                    </a:lnTo>
                    <a:lnTo>
                      <a:pt x="5466631" y="1268009"/>
                    </a:lnTo>
                    <a:lnTo>
                      <a:pt x="5778606" y="1268009"/>
                    </a:lnTo>
                    <a:lnTo>
                      <a:pt x="5778606" y="272484"/>
                    </a:lnTo>
                    <a:lnTo>
                      <a:pt x="6344119" y="272484"/>
                    </a:lnTo>
                    <a:lnTo>
                      <a:pt x="6344119" y="0"/>
                    </a:lnTo>
                    <a:lnTo>
                      <a:pt x="5136748" y="0"/>
                    </a:lnTo>
                    <a:close/>
                    <a:moveTo>
                      <a:pt x="10149083" y="0"/>
                    </a:moveTo>
                    <a:lnTo>
                      <a:pt x="10149083" y="272484"/>
                    </a:lnTo>
                    <a:lnTo>
                      <a:pt x="10478966" y="272484"/>
                    </a:lnTo>
                    <a:lnTo>
                      <a:pt x="10478966" y="1268009"/>
                    </a:lnTo>
                    <a:lnTo>
                      <a:pt x="10791883" y="1268009"/>
                    </a:lnTo>
                    <a:lnTo>
                      <a:pt x="10791883" y="272484"/>
                    </a:lnTo>
                    <a:lnTo>
                      <a:pt x="11357397" y="272484"/>
                    </a:lnTo>
                    <a:lnTo>
                      <a:pt x="11357397" y="0"/>
                    </a:lnTo>
                    <a:close/>
                    <a:moveTo>
                      <a:pt x="0" y="1268009"/>
                    </a:moveTo>
                    <a:lnTo>
                      <a:pt x="311975" y="1268009"/>
                    </a:lnTo>
                    <a:lnTo>
                      <a:pt x="311975" y="800626"/>
                    </a:lnTo>
                    <a:lnTo>
                      <a:pt x="1199360" y="800626"/>
                    </a:lnTo>
                    <a:lnTo>
                      <a:pt x="1199360" y="526740"/>
                    </a:lnTo>
                    <a:lnTo>
                      <a:pt x="311975" y="526740"/>
                    </a:lnTo>
                    <a:lnTo>
                      <a:pt x="311975" y="272484"/>
                    </a:lnTo>
                    <a:lnTo>
                      <a:pt x="1352049" y="272484"/>
                    </a:lnTo>
                    <a:lnTo>
                      <a:pt x="1352049" y="0"/>
                    </a:lnTo>
                    <a:lnTo>
                      <a:pt x="0" y="0"/>
                    </a:lnTo>
                    <a:close/>
                    <a:moveTo>
                      <a:pt x="8718334" y="1268009"/>
                    </a:moveTo>
                    <a:lnTo>
                      <a:pt x="9994038" y="1268009"/>
                    </a:lnTo>
                    <a:lnTo>
                      <a:pt x="9994038" y="995992"/>
                    </a:lnTo>
                    <a:lnTo>
                      <a:pt x="9030780" y="995992"/>
                    </a:lnTo>
                    <a:lnTo>
                      <a:pt x="9030780" y="770247"/>
                    </a:lnTo>
                    <a:lnTo>
                      <a:pt x="9807419" y="770247"/>
                    </a:lnTo>
                    <a:lnTo>
                      <a:pt x="9807419" y="497762"/>
                    </a:lnTo>
                    <a:lnTo>
                      <a:pt x="9030780" y="497762"/>
                    </a:lnTo>
                    <a:lnTo>
                      <a:pt x="9030780" y="272484"/>
                    </a:lnTo>
                    <a:lnTo>
                      <a:pt x="9977544" y="272484"/>
                    </a:lnTo>
                    <a:lnTo>
                      <a:pt x="9977544" y="0"/>
                    </a:lnTo>
                    <a:lnTo>
                      <a:pt x="8718334" y="0"/>
                    </a:lnTo>
                    <a:close/>
                    <a:moveTo>
                      <a:pt x="8116062" y="0"/>
                    </a:moveTo>
                    <a:lnTo>
                      <a:pt x="7065620" y="0"/>
                    </a:lnTo>
                    <a:lnTo>
                      <a:pt x="7065620" y="1268009"/>
                    </a:lnTo>
                    <a:lnTo>
                      <a:pt x="7378067" y="1268009"/>
                    </a:lnTo>
                    <a:lnTo>
                      <a:pt x="7378067" y="272484"/>
                    </a:lnTo>
                    <a:lnTo>
                      <a:pt x="8078832" y="272484"/>
                    </a:lnTo>
                    <a:cubicBezTo>
                      <a:pt x="8126524" y="272741"/>
                      <a:pt x="8165073" y="311169"/>
                      <a:pt x="8165073" y="358482"/>
                    </a:cubicBezTo>
                    <a:lnTo>
                      <a:pt x="8165073" y="1268009"/>
                    </a:lnTo>
                    <a:lnTo>
                      <a:pt x="8477519" y="1268009"/>
                    </a:lnTo>
                    <a:lnTo>
                      <a:pt x="8477519" y="358482"/>
                    </a:lnTo>
                    <a:cubicBezTo>
                      <a:pt x="8477237" y="160605"/>
                      <a:pt x="8315594" y="257"/>
                      <a:pt x="8116062" y="0"/>
                    </a:cubicBezTo>
                    <a:moveTo>
                      <a:pt x="4686694" y="341657"/>
                    </a:moveTo>
                    <a:cubicBezTo>
                      <a:pt x="4686713" y="303832"/>
                      <a:pt x="4656476" y="272810"/>
                      <a:pt x="4618361" y="271549"/>
                    </a:cubicBezTo>
                    <a:lnTo>
                      <a:pt x="3899216" y="271549"/>
                    </a:lnTo>
                    <a:lnTo>
                      <a:pt x="3899216" y="525805"/>
                    </a:lnTo>
                    <a:lnTo>
                      <a:pt x="4618361" y="525805"/>
                    </a:lnTo>
                    <a:cubicBezTo>
                      <a:pt x="4657400" y="525805"/>
                      <a:pt x="4689050" y="494416"/>
                      <a:pt x="4689050" y="455698"/>
                    </a:cubicBezTo>
                    <a:close/>
                    <a:moveTo>
                      <a:pt x="4654648" y="0"/>
                    </a:moveTo>
                    <a:cubicBezTo>
                      <a:pt x="4844661" y="0"/>
                      <a:pt x="4998669" y="152755"/>
                      <a:pt x="4998669" y="341189"/>
                    </a:cubicBezTo>
                    <a:cubicBezTo>
                      <a:pt x="4998669" y="341345"/>
                      <a:pt x="4998669" y="341501"/>
                      <a:pt x="4998669" y="341657"/>
                    </a:cubicBezTo>
                    <a:lnTo>
                      <a:pt x="4998669" y="456633"/>
                    </a:lnTo>
                    <a:cubicBezTo>
                      <a:pt x="4998810" y="551521"/>
                      <a:pt x="4959035" y="642165"/>
                      <a:pt x="4888865" y="706683"/>
                    </a:cubicBezTo>
                    <a:cubicBezTo>
                      <a:pt x="4946689" y="738666"/>
                      <a:pt x="4982693" y="799009"/>
                      <a:pt x="4983117" y="864658"/>
                    </a:cubicBezTo>
                    <a:lnTo>
                      <a:pt x="4983117" y="1268009"/>
                    </a:lnTo>
                    <a:lnTo>
                      <a:pt x="4669728" y="1268009"/>
                    </a:lnTo>
                    <a:lnTo>
                      <a:pt x="4669728" y="868397"/>
                    </a:lnTo>
                    <a:cubicBezTo>
                      <a:pt x="4669757" y="830749"/>
                      <a:pt x="4639799" y="799794"/>
                      <a:pt x="4601867" y="798289"/>
                    </a:cubicBezTo>
                    <a:lnTo>
                      <a:pt x="3899216" y="798289"/>
                    </a:lnTo>
                    <a:lnTo>
                      <a:pt x="3899216" y="1265672"/>
                    </a:lnTo>
                    <a:lnTo>
                      <a:pt x="3586770" y="1265672"/>
                    </a:lnTo>
                    <a:lnTo>
                      <a:pt x="3586770" y="0"/>
                    </a:lnTo>
                    <a:lnTo>
                      <a:pt x="4654648" y="0"/>
                    </a:lnTo>
                  </a:path>
                </a:pathLst>
              </a:custGeom>
              <a:solidFill>
                <a:schemeClr val="bg1"/>
              </a:solidFill>
              <a:ln w="47111"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C21EC5A8-A784-B5D9-2AEA-7BFAFB4CFDC0}"/>
                  </a:ext>
                </a:extLst>
              </p:cNvPr>
              <p:cNvSpPr/>
              <p:nvPr/>
            </p:nvSpPr>
            <p:spPr>
              <a:xfrm>
                <a:off x="2221168" y="4649173"/>
                <a:ext cx="1833677" cy="1268009"/>
              </a:xfrm>
              <a:custGeom>
                <a:avLst/>
                <a:gdLst>
                  <a:gd name="connsiteX0" fmla="*/ 1833678 w 1833677"/>
                  <a:gd name="connsiteY0" fmla="*/ 469720 h 1268009"/>
                  <a:gd name="connsiteX1" fmla="*/ 1833678 w 1833677"/>
                  <a:gd name="connsiteY1" fmla="*/ 796888 h 1268009"/>
                  <a:gd name="connsiteX2" fmla="*/ 1315290 w 1833677"/>
                  <a:gd name="connsiteY2" fmla="*/ 796888 h 1268009"/>
                  <a:gd name="connsiteX3" fmla="*/ 1315290 w 1833677"/>
                  <a:gd name="connsiteY3" fmla="*/ 469720 h 1268009"/>
                  <a:gd name="connsiteX4" fmla="*/ 1833678 w 1833677"/>
                  <a:gd name="connsiteY4" fmla="*/ 469720 h 1268009"/>
                  <a:gd name="connsiteX5" fmla="*/ 659295 w 1833677"/>
                  <a:gd name="connsiteY5" fmla="*/ 1268009 h 1268009"/>
                  <a:gd name="connsiteX6" fmla="*/ 1173912 w 1833677"/>
                  <a:gd name="connsiteY6" fmla="*/ 1268009 h 1268009"/>
                  <a:gd name="connsiteX7" fmla="*/ 1173912 w 1833677"/>
                  <a:gd name="connsiteY7" fmla="*/ 940842 h 1268009"/>
                  <a:gd name="connsiteX8" fmla="*/ 655524 w 1833677"/>
                  <a:gd name="connsiteY8" fmla="*/ 940842 h 1268009"/>
                  <a:gd name="connsiteX9" fmla="*/ 1833678 w 1833677"/>
                  <a:gd name="connsiteY9" fmla="*/ 275756 h 1268009"/>
                  <a:gd name="connsiteX10" fmla="*/ 1555633 w 1833677"/>
                  <a:gd name="connsiteY10" fmla="*/ 0 h 1268009"/>
                  <a:gd name="connsiteX11" fmla="*/ 1555162 w 1833677"/>
                  <a:gd name="connsiteY11" fmla="*/ 0 h 1268009"/>
                  <a:gd name="connsiteX12" fmla="*/ 1315290 w 1833677"/>
                  <a:gd name="connsiteY12" fmla="*/ 0 h 1268009"/>
                  <a:gd name="connsiteX13" fmla="*/ 1315290 w 1833677"/>
                  <a:gd name="connsiteY13" fmla="*/ 327168 h 1268009"/>
                  <a:gd name="connsiteX14" fmla="*/ 1833678 w 1833677"/>
                  <a:gd name="connsiteY14" fmla="*/ 327168 h 1268009"/>
                  <a:gd name="connsiteX15" fmla="*/ 659295 w 1833677"/>
                  <a:gd name="connsiteY15" fmla="*/ 0 h 1268009"/>
                  <a:gd name="connsiteX16" fmla="*/ 659295 w 1833677"/>
                  <a:gd name="connsiteY16" fmla="*/ 327168 h 1268009"/>
                  <a:gd name="connsiteX17" fmla="*/ 1173912 w 1833677"/>
                  <a:gd name="connsiteY17" fmla="*/ 327168 h 1268009"/>
                  <a:gd name="connsiteX18" fmla="*/ 1173912 w 1833677"/>
                  <a:gd name="connsiteY18" fmla="*/ 0 h 1268009"/>
                  <a:gd name="connsiteX19" fmla="*/ 655524 w 1833677"/>
                  <a:gd name="connsiteY19" fmla="*/ 0 h 1268009"/>
                  <a:gd name="connsiteX20" fmla="*/ 1885 w 1833677"/>
                  <a:gd name="connsiteY20" fmla="*/ 469720 h 1268009"/>
                  <a:gd name="connsiteX21" fmla="*/ 1885 w 1833677"/>
                  <a:gd name="connsiteY21" fmla="*/ 469720 h 1268009"/>
                  <a:gd name="connsiteX22" fmla="*/ 1885 w 1833677"/>
                  <a:gd name="connsiteY22" fmla="*/ 796888 h 1268009"/>
                  <a:gd name="connsiteX23" fmla="*/ 517916 w 1833677"/>
                  <a:gd name="connsiteY23" fmla="*/ 796888 h 1268009"/>
                  <a:gd name="connsiteX24" fmla="*/ 517916 w 1833677"/>
                  <a:gd name="connsiteY24" fmla="*/ 469720 h 1268009"/>
                  <a:gd name="connsiteX25" fmla="*/ 1315290 w 1833677"/>
                  <a:gd name="connsiteY25" fmla="*/ 1268009 h 1268009"/>
                  <a:gd name="connsiteX26" fmla="*/ 1553277 w 1833677"/>
                  <a:gd name="connsiteY26" fmla="*/ 1268009 h 1268009"/>
                  <a:gd name="connsiteX27" fmla="*/ 1831321 w 1833677"/>
                  <a:gd name="connsiteY27" fmla="*/ 992254 h 1268009"/>
                  <a:gd name="connsiteX28" fmla="*/ 1831321 w 1833677"/>
                  <a:gd name="connsiteY28" fmla="*/ 938972 h 1268009"/>
                  <a:gd name="connsiteX29" fmla="*/ 1315290 w 1833677"/>
                  <a:gd name="connsiteY29" fmla="*/ 938972 h 1268009"/>
                  <a:gd name="connsiteX30" fmla="*/ 0 w 1833677"/>
                  <a:gd name="connsiteY30" fmla="*/ 992254 h 1268009"/>
                  <a:gd name="connsiteX31" fmla="*/ 278044 w 1833677"/>
                  <a:gd name="connsiteY31" fmla="*/ 1268009 h 1268009"/>
                  <a:gd name="connsiteX32" fmla="*/ 513675 w 1833677"/>
                  <a:gd name="connsiteY32" fmla="*/ 1268009 h 1268009"/>
                  <a:gd name="connsiteX33" fmla="*/ 513675 w 1833677"/>
                  <a:gd name="connsiteY33" fmla="*/ 940842 h 1268009"/>
                  <a:gd name="connsiteX34" fmla="*/ 1885 w 1833677"/>
                  <a:gd name="connsiteY34" fmla="*/ 940842 h 1268009"/>
                  <a:gd name="connsiteX35" fmla="*/ 0 w 1833677"/>
                  <a:gd name="connsiteY35" fmla="*/ 275756 h 1268009"/>
                  <a:gd name="connsiteX36" fmla="*/ 0 w 1833677"/>
                  <a:gd name="connsiteY36" fmla="*/ 327168 h 1268009"/>
                  <a:gd name="connsiteX37" fmla="*/ 517916 w 1833677"/>
                  <a:gd name="connsiteY37" fmla="*/ 327168 h 1268009"/>
                  <a:gd name="connsiteX38" fmla="*/ 517916 w 1833677"/>
                  <a:gd name="connsiteY38" fmla="*/ 0 h 1268009"/>
                  <a:gd name="connsiteX39" fmla="*/ 278515 w 1833677"/>
                  <a:gd name="connsiteY39" fmla="*/ 0 h 1268009"/>
                  <a:gd name="connsiteX40" fmla="*/ 471 w 1833677"/>
                  <a:gd name="connsiteY40" fmla="*/ 275756 h 1268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833677" h="1268009">
                    <a:moveTo>
                      <a:pt x="1833678" y="469720"/>
                    </a:moveTo>
                    <a:lnTo>
                      <a:pt x="1833678" y="796888"/>
                    </a:lnTo>
                    <a:lnTo>
                      <a:pt x="1315290" y="796888"/>
                    </a:lnTo>
                    <a:lnTo>
                      <a:pt x="1315290" y="469720"/>
                    </a:lnTo>
                    <a:lnTo>
                      <a:pt x="1833678" y="469720"/>
                    </a:lnTo>
                    <a:close/>
                    <a:moveTo>
                      <a:pt x="659295" y="1268009"/>
                    </a:moveTo>
                    <a:lnTo>
                      <a:pt x="1173912" y="1268009"/>
                    </a:lnTo>
                    <a:lnTo>
                      <a:pt x="1173912" y="940842"/>
                    </a:lnTo>
                    <a:lnTo>
                      <a:pt x="655524" y="940842"/>
                    </a:lnTo>
                    <a:close/>
                    <a:moveTo>
                      <a:pt x="1833678" y="275756"/>
                    </a:moveTo>
                    <a:cubicBezTo>
                      <a:pt x="1833678" y="123460"/>
                      <a:pt x="1709194" y="0"/>
                      <a:pt x="1555633" y="0"/>
                    </a:cubicBezTo>
                    <a:cubicBezTo>
                      <a:pt x="1555478" y="0"/>
                      <a:pt x="1555318" y="0"/>
                      <a:pt x="1555162" y="0"/>
                    </a:cubicBezTo>
                    <a:lnTo>
                      <a:pt x="1315290" y="0"/>
                    </a:lnTo>
                    <a:lnTo>
                      <a:pt x="1315290" y="327168"/>
                    </a:lnTo>
                    <a:lnTo>
                      <a:pt x="1833678" y="327168"/>
                    </a:lnTo>
                    <a:close/>
                    <a:moveTo>
                      <a:pt x="659295" y="0"/>
                    </a:moveTo>
                    <a:lnTo>
                      <a:pt x="659295" y="327168"/>
                    </a:lnTo>
                    <a:lnTo>
                      <a:pt x="1173912" y="327168"/>
                    </a:lnTo>
                    <a:lnTo>
                      <a:pt x="1173912" y="0"/>
                    </a:lnTo>
                    <a:lnTo>
                      <a:pt x="655524" y="0"/>
                    </a:lnTo>
                    <a:close/>
                    <a:moveTo>
                      <a:pt x="1885" y="469720"/>
                    </a:moveTo>
                    <a:lnTo>
                      <a:pt x="1885" y="469720"/>
                    </a:lnTo>
                    <a:lnTo>
                      <a:pt x="1885" y="796888"/>
                    </a:lnTo>
                    <a:lnTo>
                      <a:pt x="517916" y="796888"/>
                    </a:lnTo>
                    <a:lnTo>
                      <a:pt x="517916" y="469720"/>
                    </a:lnTo>
                    <a:close/>
                    <a:moveTo>
                      <a:pt x="1315290" y="1268009"/>
                    </a:moveTo>
                    <a:lnTo>
                      <a:pt x="1553277" y="1268009"/>
                    </a:lnTo>
                    <a:cubicBezTo>
                      <a:pt x="1706838" y="1268009"/>
                      <a:pt x="1831321" y="1144550"/>
                      <a:pt x="1831321" y="992254"/>
                    </a:cubicBezTo>
                    <a:lnTo>
                      <a:pt x="1831321" y="938972"/>
                    </a:lnTo>
                    <a:lnTo>
                      <a:pt x="1315290" y="938972"/>
                    </a:lnTo>
                    <a:close/>
                    <a:moveTo>
                      <a:pt x="0" y="992254"/>
                    </a:moveTo>
                    <a:cubicBezTo>
                      <a:pt x="0" y="1144550"/>
                      <a:pt x="124484" y="1268009"/>
                      <a:pt x="278044" y="1268009"/>
                    </a:cubicBezTo>
                    <a:lnTo>
                      <a:pt x="513675" y="1268009"/>
                    </a:lnTo>
                    <a:lnTo>
                      <a:pt x="513675" y="940842"/>
                    </a:lnTo>
                    <a:lnTo>
                      <a:pt x="1885" y="940842"/>
                    </a:lnTo>
                    <a:close/>
                    <a:moveTo>
                      <a:pt x="0" y="275756"/>
                    </a:moveTo>
                    <a:lnTo>
                      <a:pt x="0" y="327168"/>
                    </a:lnTo>
                    <a:lnTo>
                      <a:pt x="517916" y="327168"/>
                    </a:lnTo>
                    <a:lnTo>
                      <a:pt x="517916" y="0"/>
                    </a:lnTo>
                    <a:lnTo>
                      <a:pt x="278515" y="0"/>
                    </a:lnTo>
                    <a:cubicBezTo>
                      <a:pt x="124955" y="0"/>
                      <a:pt x="471" y="123460"/>
                      <a:pt x="471" y="275756"/>
                    </a:cubicBezTo>
                  </a:path>
                </a:pathLst>
              </a:custGeom>
              <a:solidFill>
                <a:srgbClr val="D9291C"/>
              </a:solidFill>
              <a:ln w="47111" cap="flat">
                <a:noFill/>
                <a:prstDash val="solid"/>
                <a:miter/>
              </a:ln>
            </p:spPr>
            <p:txBody>
              <a:bodyPr rtlCol="0" anchor="ctr"/>
              <a:lstStyle/>
              <a:p>
                <a:endParaRPr lang="en-US"/>
              </a:p>
            </p:txBody>
          </p:sp>
        </p:grpSp>
      </p:grpSp>
      <p:sp>
        <p:nvSpPr>
          <p:cNvPr id="23" name="Title 1">
            <a:extLst>
              <a:ext uri="{FF2B5EF4-FFF2-40B4-BE49-F238E27FC236}">
                <a16:creationId xmlns:a16="http://schemas.microsoft.com/office/drawing/2014/main" id="{74D19C2B-175C-DA49-9CDC-BF213E990412}"/>
              </a:ext>
            </a:extLst>
          </p:cNvPr>
          <p:cNvSpPr>
            <a:spLocks noGrp="1"/>
          </p:cNvSpPr>
          <p:nvPr>
            <p:ph type="ctrTitle" hasCustomPrompt="1"/>
          </p:nvPr>
        </p:nvSpPr>
        <p:spPr>
          <a:xfrm>
            <a:off x="1776695" y="3201867"/>
            <a:ext cx="8337506" cy="1534889"/>
          </a:xfrm>
          <a:prstGeom prst="rect">
            <a:avLst/>
          </a:prstGeom>
          <a:ln>
            <a:noFill/>
          </a:ln>
        </p:spPr>
        <p:txBody>
          <a:bodyPr anchor="b" anchorCtr="0">
            <a:noAutofit/>
          </a:bodyPr>
          <a:lstStyle>
            <a:lvl1pPr algn="l">
              <a:defRPr sz="4400" b="1" spc="0" baseline="0">
                <a:ln>
                  <a:noFill/>
                </a:ln>
                <a:solidFill>
                  <a:schemeClr val="bg1"/>
                </a:solidFill>
                <a:effectLst/>
                <a:latin typeface="+mj-lt"/>
                <a:ea typeface="Inter" panose="020B0502030000000004" pitchFamily="34" charset="0"/>
              </a:defRPr>
            </a:lvl1pPr>
          </a:lstStyle>
          <a:p>
            <a:r>
              <a:rPr lang="en-US"/>
              <a:t>Presentation Title</a:t>
            </a:r>
          </a:p>
        </p:txBody>
      </p:sp>
      <p:sp>
        <p:nvSpPr>
          <p:cNvPr id="24" name="Subtitle 2">
            <a:extLst>
              <a:ext uri="{FF2B5EF4-FFF2-40B4-BE49-F238E27FC236}">
                <a16:creationId xmlns:a16="http://schemas.microsoft.com/office/drawing/2014/main" id="{9A343B9A-2A38-D446-A223-2EFBCF50DB5B}"/>
              </a:ext>
            </a:extLst>
          </p:cNvPr>
          <p:cNvSpPr>
            <a:spLocks noGrp="1"/>
          </p:cNvSpPr>
          <p:nvPr>
            <p:ph type="subTitle" idx="1" hasCustomPrompt="1"/>
          </p:nvPr>
        </p:nvSpPr>
        <p:spPr>
          <a:xfrm>
            <a:off x="1776695" y="4736756"/>
            <a:ext cx="7596188" cy="723301"/>
          </a:xfrm>
          <a:prstGeom prst="rect">
            <a:avLst/>
          </a:prstGeom>
          <a:ln>
            <a:noFill/>
          </a:ln>
        </p:spPr>
        <p:txBody>
          <a:bodyPr wrap="square">
            <a:noAutofit/>
          </a:bodyPr>
          <a:lstStyle>
            <a:lvl1pPr marL="0" indent="0" algn="l">
              <a:lnSpc>
                <a:spcPct val="100000"/>
              </a:lnSpc>
              <a:buNone/>
              <a:defRPr sz="2000" spc="0" baseline="0">
                <a:solidFill>
                  <a:schemeClr val="tx1">
                    <a:lumMod val="50000"/>
                    <a:lumOff val="50000"/>
                  </a:schemeClr>
                </a:solidFill>
                <a:latin typeface="+mj-lt"/>
                <a:ea typeface="Inter" panose="020B05020300000000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Presentation Subtitle / Presenter’s Name and Title</a:t>
            </a:r>
          </a:p>
        </p:txBody>
      </p:sp>
    </p:spTree>
    <p:extLst>
      <p:ext uri="{BB962C8B-B14F-4D97-AF65-F5344CB8AC3E}">
        <p14:creationId xmlns:p14="http://schemas.microsoft.com/office/powerpoint/2010/main" val="2506135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pic>
        <p:nvPicPr>
          <p:cNvPr id="49" name="Picture 9">
            <a:extLst>
              <a:ext uri="{FF2B5EF4-FFF2-40B4-BE49-F238E27FC236}">
                <a16:creationId xmlns:a16="http://schemas.microsoft.com/office/drawing/2014/main" id="{AD019AD4-02C1-CFD9-6AC6-845816197DB9}"/>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a:stretch/>
        </p:blipFill>
        <p:spPr>
          <a:xfrm>
            <a:off x="5269854" y="-1"/>
            <a:ext cx="6411609" cy="4386871"/>
          </a:xfrm>
          <a:prstGeom prst="rect">
            <a:avLst/>
          </a:prstGeom>
        </p:spPr>
      </p:pic>
      <p:sp>
        <p:nvSpPr>
          <p:cNvPr id="46" name="Rectangle 45">
            <a:extLst>
              <a:ext uri="{FF2B5EF4-FFF2-40B4-BE49-F238E27FC236}">
                <a16:creationId xmlns:a16="http://schemas.microsoft.com/office/drawing/2014/main" id="{1DF4850B-3527-BBF9-D970-EEF87923EA97}"/>
              </a:ext>
            </a:extLst>
          </p:cNvPr>
          <p:cNvSpPr/>
          <p:nvPr userDrawn="1"/>
        </p:nvSpPr>
        <p:spPr>
          <a:xfrm>
            <a:off x="10184508" y="5401650"/>
            <a:ext cx="1057043" cy="1445343"/>
          </a:xfrm>
          <a:prstGeom prst="rect">
            <a:avLst/>
          </a:prstGeom>
          <a:solidFill>
            <a:schemeClr val="tx2">
              <a:alpha val="1991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a:p>
        </p:txBody>
      </p:sp>
      <p:sp>
        <p:nvSpPr>
          <p:cNvPr id="47" name="Rectangle 46">
            <a:extLst>
              <a:ext uri="{FF2B5EF4-FFF2-40B4-BE49-F238E27FC236}">
                <a16:creationId xmlns:a16="http://schemas.microsoft.com/office/drawing/2014/main" id="{1170EBCF-B9E5-825C-D6C1-6E89718B62D8}"/>
              </a:ext>
            </a:extLst>
          </p:cNvPr>
          <p:cNvSpPr/>
          <p:nvPr userDrawn="1"/>
        </p:nvSpPr>
        <p:spPr>
          <a:xfrm>
            <a:off x="11111690" y="4700510"/>
            <a:ext cx="259722" cy="1053721"/>
          </a:xfrm>
          <a:prstGeom prst="rect">
            <a:avLst/>
          </a:prstGeom>
          <a:solidFill>
            <a:schemeClr val="tx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a:p>
        </p:txBody>
      </p:sp>
      <p:sp>
        <p:nvSpPr>
          <p:cNvPr id="54" name="Rectangle 53">
            <a:extLst>
              <a:ext uri="{FF2B5EF4-FFF2-40B4-BE49-F238E27FC236}">
                <a16:creationId xmlns:a16="http://schemas.microsoft.com/office/drawing/2014/main" id="{05E1529A-FDBB-3941-76E4-A90DCC5B6318}"/>
              </a:ext>
            </a:extLst>
          </p:cNvPr>
          <p:cNvSpPr/>
          <p:nvPr userDrawn="1"/>
        </p:nvSpPr>
        <p:spPr>
          <a:xfrm>
            <a:off x="8475659" y="1422950"/>
            <a:ext cx="1330036" cy="2143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3" name="Graphic 72">
            <a:extLst>
              <a:ext uri="{FF2B5EF4-FFF2-40B4-BE49-F238E27FC236}">
                <a16:creationId xmlns:a16="http://schemas.microsoft.com/office/drawing/2014/main" id="{DE265B11-99EE-E38D-EBA5-2B829532BFBF}"/>
              </a:ext>
            </a:extLst>
          </p:cNvPr>
          <p:cNvPicPr>
            <a:picLocks noChangeAspect="1"/>
          </p:cNvPicPr>
          <p:nvPr userDrawn="1"/>
        </p:nvPicPr>
        <p:blipFill>
          <a:blip r:embed="rId4">
            <a:extLst>
              <a:ext uri="{96DAC541-7B7A-43D3-8B79-37D633B846F1}">
                <asvg:svgBlip xmlns:asvg="http://schemas.microsoft.com/office/drawing/2016/SVG/main" r:embed="rId5"/>
              </a:ext>
            </a:extLst>
          </a:blip>
          <a:srcRect l="92" t="4" r="40848" b="66110"/>
          <a:stretch>
            <a:fillRect/>
          </a:stretch>
        </p:blipFill>
        <p:spPr>
          <a:xfrm>
            <a:off x="8041503" y="5017833"/>
            <a:ext cx="2518921" cy="983579"/>
          </a:xfrm>
          <a:custGeom>
            <a:avLst/>
            <a:gdLst>
              <a:gd name="connsiteX0" fmla="*/ 0 w 48005999"/>
              <a:gd name="connsiteY0" fmla="*/ 0 h 18745200"/>
              <a:gd name="connsiteX1" fmla="*/ 48005999 w 48005999"/>
              <a:gd name="connsiteY1" fmla="*/ 0 h 18745200"/>
              <a:gd name="connsiteX2" fmla="*/ 48005999 w 48005999"/>
              <a:gd name="connsiteY2" fmla="*/ 18745200 h 18745200"/>
              <a:gd name="connsiteX3" fmla="*/ 0 w 48005999"/>
              <a:gd name="connsiteY3" fmla="*/ 18745200 h 18745200"/>
            </a:gdLst>
            <a:ahLst/>
            <a:cxnLst>
              <a:cxn ang="0">
                <a:pos x="connsiteX0" y="connsiteY0"/>
              </a:cxn>
              <a:cxn ang="0">
                <a:pos x="connsiteX1" y="connsiteY1"/>
              </a:cxn>
              <a:cxn ang="0">
                <a:pos x="connsiteX2" y="connsiteY2"/>
              </a:cxn>
              <a:cxn ang="0">
                <a:pos x="connsiteX3" y="connsiteY3"/>
              </a:cxn>
            </a:cxnLst>
            <a:rect l="l" t="t" r="r" b="b"/>
            <a:pathLst>
              <a:path w="48005999" h="18745200">
                <a:moveTo>
                  <a:pt x="0" y="0"/>
                </a:moveTo>
                <a:lnTo>
                  <a:pt x="48005999" y="0"/>
                </a:lnTo>
                <a:lnTo>
                  <a:pt x="48005999" y="18745200"/>
                </a:lnTo>
                <a:lnTo>
                  <a:pt x="0" y="18745200"/>
                </a:lnTo>
                <a:close/>
              </a:path>
            </a:pathLst>
          </a:custGeom>
        </p:spPr>
      </p:pic>
      <p:sp>
        <p:nvSpPr>
          <p:cNvPr id="52" name="Rectangle 51">
            <a:extLst>
              <a:ext uri="{FF2B5EF4-FFF2-40B4-BE49-F238E27FC236}">
                <a16:creationId xmlns:a16="http://schemas.microsoft.com/office/drawing/2014/main" id="{1C45C5E8-81F5-C028-878C-58998E1C48BD}"/>
              </a:ext>
            </a:extLst>
          </p:cNvPr>
          <p:cNvSpPr/>
          <p:nvPr userDrawn="1"/>
        </p:nvSpPr>
        <p:spPr>
          <a:xfrm>
            <a:off x="0" y="501387"/>
            <a:ext cx="1330036" cy="2143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B2614FB3-E33C-4CDC-BB42-901BA7BE4BB8}"/>
              </a:ext>
            </a:extLst>
          </p:cNvPr>
          <p:cNvSpPr/>
          <p:nvPr userDrawn="1"/>
        </p:nvSpPr>
        <p:spPr>
          <a:xfrm>
            <a:off x="1918243" y="6139133"/>
            <a:ext cx="1330036" cy="2143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0" name="Graphic 10">
            <a:extLst>
              <a:ext uri="{FF2B5EF4-FFF2-40B4-BE49-F238E27FC236}">
                <a16:creationId xmlns:a16="http://schemas.microsoft.com/office/drawing/2014/main" id="{FD56FD18-394A-F4B5-02F7-626E8C0D566E}"/>
              </a:ext>
            </a:extLst>
          </p:cNvPr>
          <p:cNvGrpSpPr/>
          <p:nvPr userDrawn="1"/>
        </p:nvGrpSpPr>
        <p:grpSpPr>
          <a:xfrm>
            <a:off x="1918243" y="2571124"/>
            <a:ext cx="2580569" cy="288110"/>
            <a:chOff x="708891" y="4649173"/>
            <a:chExt cx="11357397" cy="1268009"/>
          </a:xfrm>
        </p:grpSpPr>
        <p:sp>
          <p:nvSpPr>
            <p:cNvPr id="61" name="Freeform 60">
              <a:extLst>
                <a:ext uri="{FF2B5EF4-FFF2-40B4-BE49-F238E27FC236}">
                  <a16:creationId xmlns:a16="http://schemas.microsoft.com/office/drawing/2014/main" id="{3661BA68-D2B6-611A-9F2E-E13387DA86CC}"/>
                </a:ext>
              </a:extLst>
            </p:cNvPr>
            <p:cNvSpPr/>
            <p:nvPr/>
          </p:nvSpPr>
          <p:spPr>
            <a:xfrm>
              <a:off x="708891" y="4649173"/>
              <a:ext cx="11357397" cy="1268008"/>
            </a:xfrm>
            <a:custGeom>
              <a:avLst/>
              <a:gdLst>
                <a:gd name="connsiteX0" fmla="*/ 6512360 w 11357397"/>
                <a:gd name="connsiteY0" fmla="*/ 271549 h 1268008"/>
                <a:gd name="connsiteX1" fmla="*/ 6512360 w 11357397"/>
                <a:gd name="connsiteY1" fmla="*/ 0 h 1268008"/>
                <a:gd name="connsiteX2" fmla="*/ 6824335 w 11357397"/>
                <a:gd name="connsiteY2" fmla="*/ 0 h 1268008"/>
                <a:gd name="connsiteX3" fmla="*/ 6824335 w 11357397"/>
                <a:gd name="connsiteY3" fmla="*/ 1268009 h 1268008"/>
                <a:gd name="connsiteX4" fmla="*/ 6512360 w 11357397"/>
                <a:gd name="connsiteY4" fmla="*/ 1268009 h 1268008"/>
                <a:gd name="connsiteX5" fmla="*/ 5136748 w 11357397"/>
                <a:gd name="connsiteY5" fmla="*/ 272484 h 1268008"/>
                <a:gd name="connsiteX6" fmla="*/ 5466631 w 11357397"/>
                <a:gd name="connsiteY6" fmla="*/ 272484 h 1268008"/>
                <a:gd name="connsiteX7" fmla="*/ 5466631 w 11357397"/>
                <a:gd name="connsiteY7" fmla="*/ 1268009 h 1268008"/>
                <a:gd name="connsiteX8" fmla="*/ 5778606 w 11357397"/>
                <a:gd name="connsiteY8" fmla="*/ 1268009 h 1268008"/>
                <a:gd name="connsiteX9" fmla="*/ 5778606 w 11357397"/>
                <a:gd name="connsiteY9" fmla="*/ 272484 h 1268008"/>
                <a:gd name="connsiteX10" fmla="*/ 6344119 w 11357397"/>
                <a:gd name="connsiteY10" fmla="*/ 272484 h 1268008"/>
                <a:gd name="connsiteX11" fmla="*/ 6344119 w 11357397"/>
                <a:gd name="connsiteY11" fmla="*/ 0 h 1268008"/>
                <a:gd name="connsiteX12" fmla="*/ 5136748 w 11357397"/>
                <a:gd name="connsiteY12" fmla="*/ 0 h 1268008"/>
                <a:gd name="connsiteX13" fmla="*/ 10149083 w 11357397"/>
                <a:gd name="connsiteY13" fmla="*/ 0 h 1268008"/>
                <a:gd name="connsiteX14" fmla="*/ 10149083 w 11357397"/>
                <a:gd name="connsiteY14" fmla="*/ 272484 h 1268008"/>
                <a:gd name="connsiteX15" fmla="*/ 10478966 w 11357397"/>
                <a:gd name="connsiteY15" fmla="*/ 272484 h 1268008"/>
                <a:gd name="connsiteX16" fmla="*/ 10478966 w 11357397"/>
                <a:gd name="connsiteY16" fmla="*/ 1268009 h 1268008"/>
                <a:gd name="connsiteX17" fmla="*/ 10791883 w 11357397"/>
                <a:gd name="connsiteY17" fmla="*/ 1268009 h 1268008"/>
                <a:gd name="connsiteX18" fmla="*/ 10791883 w 11357397"/>
                <a:gd name="connsiteY18" fmla="*/ 272484 h 1268008"/>
                <a:gd name="connsiteX19" fmla="*/ 11357397 w 11357397"/>
                <a:gd name="connsiteY19" fmla="*/ 272484 h 1268008"/>
                <a:gd name="connsiteX20" fmla="*/ 11357397 w 11357397"/>
                <a:gd name="connsiteY20" fmla="*/ 0 h 1268008"/>
                <a:gd name="connsiteX21" fmla="*/ 0 w 11357397"/>
                <a:gd name="connsiteY21" fmla="*/ 1268009 h 1268008"/>
                <a:gd name="connsiteX22" fmla="*/ 311975 w 11357397"/>
                <a:gd name="connsiteY22" fmla="*/ 1268009 h 1268008"/>
                <a:gd name="connsiteX23" fmla="*/ 311975 w 11357397"/>
                <a:gd name="connsiteY23" fmla="*/ 800626 h 1268008"/>
                <a:gd name="connsiteX24" fmla="*/ 1199360 w 11357397"/>
                <a:gd name="connsiteY24" fmla="*/ 800626 h 1268008"/>
                <a:gd name="connsiteX25" fmla="*/ 1199360 w 11357397"/>
                <a:gd name="connsiteY25" fmla="*/ 526740 h 1268008"/>
                <a:gd name="connsiteX26" fmla="*/ 311975 w 11357397"/>
                <a:gd name="connsiteY26" fmla="*/ 526740 h 1268008"/>
                <a:gd name="connsiteX27" fmla="*/ 311975 w 11357397"/>
                <a:gd name="connsiteY27" fmla="*/ 272484 h 1268008"/>
                <a:gd name="connsiteX28" fmla="*/ 1352049 w 11357397"/>
                <a:gd name="connsiteY28" fmla="*/ 272484 h 1268008"/>
                <a:gd name="connsiteX29" fmla="*/ 1352049 w 11357397"/>
                <a:gd name="connsiteY29" fmla="*/ 0 h 1268008"/>
                <a:gd name="connsiteX30" fmla="*/ 0 w 11357397"/>
                <a:gd name="connsiteY30" fmla="*/ 0 h 1268008"/>
                <a:gd name="connsiteX31" fmla="*/ 8718334 w 11357397"/>
                <a:gd name="connsiteY31" fmla="*/ 1268009 h 1268008"/>
                <a:gd name="connsiteX32" fmla="*/ 9994038 w 11357397"/>
                <a:gd name="connsiteY32" fmla="*/ 1268009 h 1268008"/>
                <a:gd name="connsiteX33" fmla="*/ 9994038 w 11357397"/>
                <a:gd name="connsiteY33" fmla="*/ 995992 h 1268008"/>
                <a:gd name="connsiteX34" fmla="*/ 9030780 w 11357397"/>
                <a:gd name="connsiteY34" fmla="*/ 995992 h 1268008"/>
                <a:gd name="connsiteX35" fmla="*/ 9030780 w 11357397"/>
                <a:gd name="connsiteY35" fmla="*/ 770247 h 1268008"/>
                <a:gd name="connsiteX36" fmla="*/ 9807419 w 11357397"/>
                <a:gd name="connsiteY36" fmla="*/ 770247 h 1268008"/>
                <a:gd name="connsiteX37" fmla="*/ 9807419 w 11357397"/>
                <a:gd name="connsiteY37" fmla="*/ 497762 h 1268008"/>
                <a:gd name="connsiteX38" fmla="*/ 9030780 w 11357397"/>
                <a:gd name="connsiteY38" fmla="*/ 497762 h 1268008"/>
                <a:gd name="connsiteX39" fmla="*/ 9030780 w 11357397"/>
                <a:gd name="connsiteY39" fmla="*/ 272484 h 1268008"/>
                <a:gd name="connsiteX40" fmla="*/ 9977544 w 11357397"/>
                <a:gd name="connsiteY40" fmla="*/ 272484 h 1268008"/>
                <a:gd name="connsiteX41" fmla="*/ 9977544 w 11357397"/>
                <a:gd name="connsiteY41" fmla="*/ 0 h 1268008"/>
                <a:gd name="connsiteX42" fmla="*/ 8718334 w 11357397"/>
                <a:gd name="connsiteY42" fmla="*/ 0 h 1268008"/>
                <a:gd name="connsiteX43" fmla="*/ 8116062 w 11357397"/>
                <a:gd name="connsiteY43" fmla="*/ 0 h 1268008"/>
                <a:gd name="connsiteX44" fmla="*/ 7065620 w 11357397"/>
                <a:gd name="connsiteY44" fmla="*/ 0 h 1268008"/>
                <a:gd name="connsiteX45" fmla="*/ 7065620 w 11357397"/>
                <a:gd name="connsiteY45" fmla="*/ 1268009 h 1268008"/>
                <a:gd name="connsiteX46" fmla="*/ 7378067 w 11357397"/>
                <a:gd name="connsiteY46" fmla="*/ 1268009 h 1268008"/>
                <a:gd name="connsiteX47" fmla="*/ 7378067 w 11357397"/>
                <a:gd name="connsiteY47" fmla="*/ 272484 h 1268008"/>
                <a:gd name="connsiteX48" fmla="*/ 8078832 w 11357397"/>
                <a:gd name="connsiteY48" fmla="*/ 272484 h 1268008"/>
                <a:gd name="connsiteX49" fmla="*/ 8165073 w 11357397"/>
                <a:gd name="connsiteY49" fmla="*/ 358482 h 1268008"/>
                <a:gd name="connsiteX50" fmla="*/ 8165073 w 11357397"/>
                <a:gd name="connsiteY50" fmla="*/ 1268009 h 1268008"/>
                <a:gd name="connsiteX51" fmla="*/ 8477519 w 11357397"/>
                <a:gd name="connsiteY51" fmla="*/ 1268009 h 1268008"/>
                <a:gd name="connsiteX52" fmla="*/ 8477519 w 11357397"/>
                <a:gd name="connsiteY52" fmla="*/ 358482 h 1268008"/>
                <a:gd name="connsiteX53" fmla="*/ 8116062 w 11357397"/>
                <a:gd name="connsiteY53" fmla="*/ 0 h 1268008"/>
                <a:gd name="connsiteX54" fmla="*/ 4686694 w 11357397"/>
                <a:gd name="connsiteY54" fmla="*/ 341657 h 1268008"/>
                <a:gd name="connsiteX55" fmla="*/ 4618361 w 11357397"/>
                <a:gd name="connsiteY55" fmla="*/ 271549 h 1268008"/>
                <a:gd name="connsiteX56" fmla="*/ 3899216 w 11357397"/>
                <a:gd name="connsiteY56" fmla="*/ 271549 h 1268008"/>
                <a:gd name="connsiteX57" fmla="*/ 3899216 w 11357397"/>
                <a:gd name="connsiteY57" fmla="*/ 525805 h 1268008"/>
                <a:gd name="connsiteX58" fmla="*/ 4618361 w 11357397"/>
                <a:gd name="connsiteY58" fmla="*/ 525805 h 1268008"/>
                <a:gd name="connsiteX59" fmla="*/ 4689050 w 11357397"/>
                <a:gd name="connsiteY59" fmla="*/ 455698 h 1268008"/>
                <a:gd name="connsiteX60" fmla="*/ 4654648 w 11357397"/>
                <a:gd name="connsiteY60" fmla="*/ 0 h 1268008"/>
                <a:gd name="connsiteX61" fmla="*/ 4998669 w 11357397"/>
                <a:gd name="connsiteY61" fmla="*/ 341189 h 1268008"/>
                <a:gd name="connsiteX62" fmla="*/ 4998669 w 11357397"/>
                <a:gd name="connsiteY62" fmla="*/ 341657 h 1268008"/>
                <a:gd name="connsiteX63" fmla="*/ 4998669 w 11357397"/>
                <a:gd name="connsiteY63" fmla="*/ 456633 h 1268008"/>
                <a:gd name="connsiteX64" fmla="*/ 4888865 w 11357397"/>
                <a:gd name="connsiteY64" fmla="*/ 706683 h 1268008"/>
                <a:gd name="connsiteX65" fmla="*/ 4983117 w 11357397"/>
                <a:gd name="connsiteY65" fmla="*/ 864658 h 1268008"/>
                <a:gd name="connsiteX66" fmla="*/ 4983117 w 11357397"/>
                <a:gd name="connsiteY66" fmla="*/ 1268009 h 1268008"/>
                <a:gd name="connsiteX67" fmla="*/ 4669728 w 11357397"/>
                <a:gd name="connsiteY67" fmla="*/ 1268009 h 1268008"/>
                <a:gd name="connsiteX68" fmla="*/ 4669728 w 11357397"/>
                <a:gd name="connsiteY68" fmla="*/ 868397 h 1268008"/>
                <a:gd name="connsiteX69" fmla="*/ 4601867 w 11357397"/>
                <a:gd name="connsiteY69" fmla="*/ 798289 h 1268008"/>
                <a:gd name="connsiteX70" fmla="*/ 3899216 w 11357397"/>
                <a:gd name="connsiteY70" fmla="*/ 798289 h 1268008"/>
                <a:gd name="connsiteX71" fmla="*/ 3899216 w 11357397"/>
                <a:gd name="connsiteY71" fmla="*/ 1265672 h 1268008"/>
                <a:gd name="connsiteX72" fmla="*/ 3586770 w 11357397"/>
                <a:gd name="connsiteY72" fmla="*/ 1265672 h 1268008"/>
                <a:gd name="connsiteX73" fmla="*/ 3586770 w 11357397"/>
                <a:gd name="connsiteY73" fmla="*/ 0 h 1268008"/>
                <a:gd name="connsiteX74" fmla="*/ 4654648 w 11357397"/>
                <a:gd name="connsiteY74" fmla="*/ 0 h 1268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1357397" h="1268008">
                  <a:moveTo>
                    <a:pt x="6512360" y="271549"/>
                  </a:moveTo>
                  <a:lnTo>
                    <a:pt x="6512360" y="0"/>
                  </a:lnTo>
                  <a:lnTo>
                    <a:pt x="6824335" y="0"/>
                  </a:lnTo>
                  <a:lnTo>
                    <a:pt x="6824335" y="1268009"/>
                  </a:lnTo>
                  <a:lnTo>
                    <a:pt x="6512360" y="1268009"/>
                  </a:lnTo>
                  <a:close/>
                  <a:moveTo>
                    <a:pt x="5136748" y="272484"/>
                  </a:moveTo>
                  <a:lnTo>
                    <a:pt x="5466631" y="272484"/>
                  </a:lnTo>
                  <a:lnTo>
                    <a:pt x="5466631" y="1268009"/>
                  </a:lnTo>
                  <a:lnTo>
                    <a:pt x="5778606" y="1268009"/>
                  </a:lnTo>
                  <a:lnTo>
                    <a:pt x="5778606" y="272484"/>
                  </a:lnTo>
                  <a:lnTo>
                    <a:pt x="6344119" y="272484"/>
                  </a:lnTo>
                  <a:lnTo>
                    <a:pt x="6344119" y="0"/>
                  </a:lnTo>
                  <a:lnTo>
                    <a:pt x="5136748" y="0"/>
                  </a:lnTo>
                  <a:close/>
                  <a:moveTo>
                    <a:pt x="10149083" y="0"/>
                  </a:moveTo>
                  <a:lnTo>
                    <a:pt x="10149083" y="272484"/>
                  </a:lnTo>
                  <a:lnTo>
                    <a:pt x="10478966" y="272484"/>
                  </a:lnTo>
                  <a:lnTo>
                    <a:pt x="10478966" y="1268009"/>
                  </a:lnTo>
                  <a:lnTo>
                    <a:pt x="10791883" y="1268009"/>
                  </a:lnTo>
                  <a:lnTo>
                    <a:pt x="10791883" y="272484"/>
                  </a:lnTo>
                  <a:lnTo>
                    <a:pt x="11357397" y="272484"/>
                  </a:lnTo>
                  <a:lnTo>
                    <a:pt x="11357397" y="0"/>
                  </a:lnTo>
                  <a:close/>
                  <a:moveTo>
                    <a:pt x="0" y="1268009"/>
                  </a:moveTo>
                  <a:lnTo>
                    <a:pt x="311975" y="1268009"/>
                  </a:lnTo>
                  <a:lnTo>
                    <a:pt x="311975" y="800626"/>
                  </a:lnTo>
                  <a:lnTo>
                    <a:pt x="1199360" y="800626"/>
                  </a:lnTo>
                  <a:lnTo>
                    <a:pt x="1199360" y="526740"/>
                  </a:lnTo>
                  <a:lnTo>
                    <a:pt x="311975" y="526740"/>
                  </a:lnTo>
                  <a:lnTo>
                    <a:pt x="311975" y="272484"/>
                  </a:lnTo>
                  <a:lnTo>
                    <a:pt x="1352049" y="272484"/>
                  </a:lnTo>
                  <a:lnTo>
                    <a:pt x="1352049" y="0"/>
                  </a:lnTo>
                  <a:lnTo>
                    <a:pt x="0" y="0"/>
                  </a:lnTo>
                  <a:close/>
                  <a:moveTo>
                    <a:pt x="8718334" y="1268009"/>
                  </a:moveTo>
                  <a:lnTo>
                    <a:pt x="9994038" y="1268009"/>
                  </a:lnTo>
                  <a:lnTo>
                    <a:pt x="9994038" y="995992"/>
                  </a:lnTo>
                  <a:lnTo>
                    <a:pt x="9030780" y="995992"/>
                  </a:lnTo>
                  <a:lnTo>
                    <a:pt x="9030780" y="770247"/>
                  </a:lnTo>
                  <a:lnTo>
                    <a:pt x="9807419" y="770247"/>
                  </a:lnTo>
                  <a:lnTo>
                    <a:pt x="9807419" y="497762"/>
                  </a:lnTo>
                  <a:lnTo>
                    <a:pt x="9030780" y="497762"/>
                  </a:lnTo>
                  <a:lnTo>
                    <a:pt x="9030780" y="272484"/>
                  </a:lnTo>
                  <a:lnTo>
                    <a:pt x="9977544" y="272484"/>
                  </a:lnTo>
                  <a:lnTo>
                    <a:pt x="9977544" y="0"/>
                  </a:lnTo>
                  <a:lnTo>
                    <a:pt x="8718334" y="0"/>
                  </a:lnTo>
                  <a:close/>
                  <a:moveTo>
                    <a:pt x="8116062" y="0"/>
                  </a:moveTo>
                  <a:lnTo>
                    <a:pt x="7065620" y="0"/>
                  </a:lnTo>
                  <a:lnTo>
                    <a:pt x="7065620" y="1268009"/>
                  </a:lnTo>
                  <a:lnTo>
                    <a:pt x="7378067" y="1268009"/>
                  </a:lnTo>
                  <a:lnTo>
                    <a:pt x="7378067" y="272484"/>
                  </a:lnTo>
                  <a:lnTo>
                    <a:pt x="8078832" y="272484"/>
                  </a:lnTo>
                  <a:cubicBezTo>
                    <a:pt x="8126524" y="272741"/>
                    <a:pt x="8165073" y="311169"/>
                    <a:pt x="8165073" y="358482"/>
                  </a:cubicBezTo>
                  <a:lnTo>
                    <a:pt x="8165073" y="1268009"/>
                  </a:lnTo>
                  <a:lnTo>
                    <a:pt x="8477519" y="1268009"/>
                  </a:lnTo>
                  <a:lnTo>
                    <a:pt x="8477519" y="358482"/>
                  </a:lnTo>
                  <a:cubicBezTo>
                    <a:pt x="8477237" y="160605"/>
                    <a:pt x="8315594" y="257"/>
                    <a:pt x="8116062" y="0"/>
                  </a:cubicBezTo>
                  <a:moveTo>
                    <a:pt x="4686694" y="341657"/>
                  </a:moveTo>
                  <a:cubicBezTo>
                    <a:pt x="4686713" y="303832"/>
                    <a:pt x="4656476" y="272810"/>
                    <a:pt x="4618361" y="271549"/>
                  </a:cubicBezTo>
                  <a:lnTo>
                    <a:pt x="3899216" y="271549"/>
                  </a:lnTo>
                  <a:lnTo>
                    <a:pt x="3899216" y="525805"/>
                  </a:lnTo>
                  <a:lnTo>
                    <a:pt x="4618361" y="525805"/>
                  </a:lnTo>
                  <a:cubicBezTo>
                    <a:pt x="4657400" y="525805"/>
                    <a:pt x="4689050" y="494416"/>
                    <a:pt x="4689050" y="455698"/>
                  </a:cubicBezTo>
                  <a:close/>
                  <a:moveTo>
                    <a:pt x="4654648" y="0"/>
                  </a:moveTo>
                  <a:cubicBezTo>
                    <a:pt x="4844661" y="0"/>
                    <a:pt x="4998669" y="152755"/>
                    <a:pt x="4998669" y="341189"/>
                  </a:cubicBezTo>
                  <a:cubicBezTo>
                    <a:pt x="4998669" y="341345"/>
                    <a:pt x="4998669" y="341501"/>
                    <a:pt x="4998669" y="341657"/>
                  </a:cubicBezTo>
                  <a:lnTo>
                    <a:pt x="4998669" y="456633"/>
                  </a:lnTo>
                  <a:cubicBezTo>
                    <a:pt x="4998810" y="551521"/>
                    <a:pt x="4959035" y="642165"/>
                    <a:pt x="4888865" y="706683"/>
                  </a:cubicBezTo>
                  <a:cubicBezTo>
                    <a:pt x="4946689" y="738666"/>
                    <a:pt x="4982693" y="799009"/>
                    <a:pt x="4983117" y="864658"/>
                  </a:cubicBezTo>
                  <a:lnTo>
                    <a:pt x="4983117" y="1268009"/>
                  </a:lnTo>
                  <a:lnTo>
                    <a:pt x="4669728" y="1268009"/>
                  </a:lnTo>
                  <a:lnTo>
                    <a:pt x="4669728" y="868397"/>
                  </a:lnTo>
                  <a:cubicBezTo>
                    <a:pt x="4669757" y="830749"/>
                    <a:pt x="4639799" y="799794"/>
                    <a:pt x="4601867" y="798289"/>
                  </a:cubicBezTo>
                  <a:lnTo>
                    <a:pt x="3899216" y="798289"/>
                  </a:lnTo>
                  <a:lnTo>
                    <a:pt x="3899216" y="1265672"/>
                  </a:lnTo>
                  <a:lnTo>
                    <a:pt x="3586770" y="1265672"/>
                  </a:lnTo>
                  <a:lnTo>
                    <a:pt x="3586770" y="0"/>
                  </a:lnTo>
                  <a:lnTo>
                    <a:pt x="4654648" y="0"/>
                  </a:lnTo>
                </a:path>
              </a:pathLst>
            </a:custGeom>
            <a:solidFill>
              <a:srgbClr val="000000"/>
            </a:solidFill>
            <a:ln w="47111"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C21EC5A8-A784-B5D9-2AEA-7BFAFB4CFDC0}"/>
                </a:ext>
              </a:extLst>
            </p:cNvPr>
            <p:cNvSpPr/>
            <p:nvPr/>
          </p:nvSpPr>
          <p:spPr>
            <a:xfrm>
              <a:off x="2221168" y="4649173"/>
              <a:ext cx="1833677" cy="1268009"/>
            </a:xfrm>
            <a:custGeom>
              <a:avLst/>
              <a:gdLst>
                <a:gd name="connsiteX0" fmla="*/ 1833678 w 1833677"/>
                <a:gd name="connsiteY0" fmla="*/ 469720 h 1268009"/>
                <a:gd name="connsiteX1" fmla="*/ 1833678 w 1833677"/>
                <a:gd name="connsiteY1" fmla="*/ 796888 h 1268009"/>
                <a:gd name="connsiteX2" fmla="*/ 1315290 w 1833677"/>
                <a:gd name="connsiteY2" fmla="*/ 796888 h 1268009"/>
                <a:gd name="connsiteX3" fmla="*/ 1315290 w 1833677"/>
                <a:gd name="connsiteY3" fmla="*/ 469720 h 1268009"/>
                <a:gd name="connsiteX4" fmla="*/ 1833678 w 1833677"/>
                <a:gd name="connsiteY4" fmla="*/ 469720 h 1268009"/>
                <a:gd name="connsiteX5" fmla="*/ 659295 w 1833677"/>
                <a:gd name="connsiteY5" fmla="*/ 1268009 h 1268009"/>
                <a:gd name="connsiteX6" fmla="*/ 1173912 w 1833677"/>
                <a:gd name="connsiteY6" fmla="*/ 1268009 h 1268009"/>
                <a:gd name="connsiteX7" fmla="*/ 1173912 w 1833677"/>
                <a:gd name="connsiteY7" fmla="*/ 940842 h 1268009"/>
                <a:gd name="connsiteX8" fmla="*/ 655524 w 1833677"/>
                <a:gd name="connsiteY8" fmla="*/ 940842 h 1268009"/>
                <a:gd name="connsiteX9" fmla="*/ 1833678 w 1833677"/>
                <a:gd name="connsiteY9" fmla="*/ 275756 h 1268009"/>
                <a:gd name="connsiteX10" fmla="*/ 1555633 w 1833677"/>
                <a:gd name="connsiteY10" fmla="*/ 0 h 1268009"/>
                <a:gd name="connsiteX11" fmla="*/ 1555162 w 1833677"/>
                <a:gd name="connsiteY11" fmla="*/ 0 h 1268009"/>
                <a:gd name="connsiteX12" fmla="*/ 1315290 w 1833677"/>
                <a:gd name="connsiteY12" fmla="*/ 0 h 1268009"/>
                <a:gd name="connsiteX13" fmla="*/ 1315290 w 1833677"/>
                <a:gd name="connsiteY13" fmla="*/ 327168 h 1268009"/>
                <a:gd name="connsiteX14" fmla="*/ 1833678 w 1833677"/>
                <a:gd name="connsiteY14" fmla="*/ 327168 h 1268009"/>
                <a:gd name="connsiteX15" fmla="*/ 659295 w 1833677"/>
                <a:gd name="connsiteY15" fmla="*/ 0 h 1268009"/>
                <a:gd name="connsiteX16" fmla="*/ 659295 w 1833677"/>
                <a:gd name="connsiteY16" fmla="*/ 327168 h 1268009"/>
                <a:gd name="connsiteX17" fmla="*/ 1173912 w 1833677"/>
                <a:gd name="connsiteY17" fmla="*/ 327168 h 1268009"/>
                <a:gd name="connsiteX18" fmla="*/ 1173912 w 1833677"/>
                <a:gd name="connsiteY18" fmla="*/ 0 h 1268009"/>
                <a:gd name="connsiteX19" fmla="*/ 655524 w 1833677"/>
                <a:gd name="connsiteY19" fmla="*/ 0 h 1268009"/>
                <a:gd name="connsiteX20" fmla="*/ 1885 w 1833677"/>
                <a:gd name="connsiteY20" fmla="*/ 469720 h 1268009"/>
                <a:gd name="connsiteX21" fmla="*/ 1885 w 1833677"/>
                <a:gd name="connsiteY21" fmla="*/ 469720 h 1268009"/>
                <a:gd name="connsiteX22" fmla="*/ 1885 w 1833677"/>
                <a:gd name="connsiteY22" fmla="*/ 796888 h 1268009"/>
                <a:gd name="connsiteX23" fmla="*/ 517916 w 1833677"/>
                <a:gd name="connsiteY23" fmla="*/ 796888 h 1268009"/>
                <a:gd name="connsiteX24" fmla="*/ 517916 w 1833677"/>
                <a:gd name="connsiteY24" fmla="*/ 469720 h 1268009"/>
                <a:gd name="connsiteX25" fmla="*/ 1315290 w 1833677"/>
                <a:gd name="connsiteY25" fmla="*/ 1268009 h 1268009"/>
                <a:gd name="connsiteX26" fmla="*/ 1553277 w 1833677"/>
                <a:gd name="connsiteY26" fmla="*/ 1268009 h 1268009"/>
                <a:gd name="connsiteX27" fmla="*/ 1831321 w 1833677"/>
                <a:gd name="connsiteY27" fmla="*/ 992254 h 1268009"/>
                <a:gd name="connsiteX28" fmla="*/ 1831321 w 1833677"/>
                <a:gd name="connsiteY28" fmla="*/ 938972 h 1268009"/>
                <a:gd name="connsiteX29" fmla="*/ 1315290 w 1833677"/>
                <a:gd name="connsiteY29" fmla="*/ 938972 h 1268009"/>
                <a:gd name="connsiteX30" fmla="*/ 0 w 1833677"/>
                <a:gd name="connsiteY30" fmla="*/ 992254 h 1268009"/>
                <a:gd name="connsiteX31" fmla="*/ 278044 w 1833677"/>
                <a:gd name="connsiteY31" fmla="*/ 1268009 h 1268009"/>
                <a:gd name="connsiteX32" fmla="*/ 513675 w 1833677"/>
                <a:gd name="connsiteY32" fmla="*/ 1268009 h 1268009"/>
                <a:gd name="connsiteX33" fmla="*/ 513675 w 1833677"/>
                <a:gd name="connsiteY33" fmla="*/ 940842 h 1268009"/>
                <a:gd name="connsiteX34" fmla="*/ 1885 w 1833677"/>
                <a:gd name="connsiteY34" fmla="*/ 940842 h 1268009"/>
                <a:gd name="connsiteX35" fmla="*/ 0 w 1833677"/>
                <a:gd name="connsiteY35" fmla="*/ 275756 h 1268009"/>
                <a:gd name="connsiteX36" fmla="*/ 0 w 1833677"/>
                <a:gd name="connsiteY36" fmla="*/ 327168 h 1268009"/>
                <a:gd name="connsiteX37" fmla="*/ 517916 w 1833677"/>
                <a:gd name="connsiteY37" fmla="*/ 327168 h 1268009"/>
                <a:gd name="connsiteX38" fmla="*/ 517916 w 1833677"/>
                <a:gd name="connsiteY38" fmla="*/ 0 h 1268009"/>
                <a:gd name="connsiteX39" fmla="*/ 278515 w 1833677"/>
                <a:gd name="connsiteY39" fmla="*/ 0 h 1268009"/>
                <a:gd name="connsiteX40" fmla="*/ 471 w 1833677"/>
                <a:gd name="connsiteY40" fmla="*/ 275756 h 1268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833677" h="1268009">
                  <a:moveTo>
                    <a:pt x="1833678" y="469720"/>
                  </a:moveTo>
                  <a:lnTo>
                    <a:pt x="1833678" y="796888"/>
                  </a:lnTo>
                  <a:lnTo>
                    <a:pt x="1315290" y="796888"/>
                  </a:lnTo>
                  <a:lnTo>
                    <a:pt x="1315290" y="469720"/>
                  </a:lnTo>
                  <a:lnTo>
                    <a:pt x="1833678" y="469720"/>
                  </a:lnTo>
                  <a:close/>
                  <a:moveTo>
                    <a:pt x="659295" y="1268009"/>
                  </a:moveTo>
                  <a:lnTo>
                    <a:pt x="1173912" y="1268009"/>
                  </a:lnTo>
                  <a:lnTo>
                    <a:pt x="1173912" y="940842"/>
                  </a:lnTo>
                  <a:lnTo>
                    <a:pt x="655524" y="940842"/>
                  </a:lnTo>
                  <a:close/>
                  <a:moveTo>
                    <a:pt x="1833678" y="275756"/>
                  </a:moveTo>
                  <a:cubicBezTo>
                    <a:pt x="1833678" y="123460"/>
                    <a:pt x="1709194" y="0"/>
                    <a:pt x="1555633" y="0"/>
                  </a:cubicBezTo>
                  <a:cubicBezTo>
                    <a:pt x="1555478" y="0"/>
                    <a:pt x="1555318" y="0"/>
                    <a:pt x="1555162" y="0"/>
                  </a:cubicBezTo>
                  <a:lnTo>
                    <a:pt x="1315290" y="0"/>
                  </a:lnTo>
                  <a:lnTo>
                    <a:pt x="1315290" y="327168"/>
                  </a:lnTo>
                  <a:lnTo>
                    <a:pt x="1833678" y="327168"/>
                  </a:lnTo>
                  <a:close/>
                  <a:moveTo>
                    <a:pt x="659295" y="0"/>
                  </a:moveTo>
                  <a:lnTo>
                    <a:pt x="659295" y="327168"/>
                  </a:lnTo>
                  <a:lnTo>
                    <a:pt x="1173912" y="327168"/>
                  </a:lnTo>
                  <a:lnTo>
                    <a:pt x="1173912" y="0"/>
                  </a:lnTo>
                  <a:lnTo>
                    <a:pt x="655524" y="0"/>
                  </a:lnTo>
                  <a:close/>
                  <a:moveTo>
                    <a:pt x="1885" y="469720"/>
                  </a:moveTo>
                  <a:lnTo>
                    <a:pt x="1885" y="469720"/>
                  </a:lnTo>
                  <a:lnTo>
                    <a:pt x="1885" y="796888"/>
                  </a:lnTo>
                  <a:lnTo>
                    <a:pt x="517916" y="796888"/>
                  </a:lnTo>
                  <a:lnTo>
                    <a:pt x="517916" y="469720"/>
                  </a:lnTo>
                  <a:close/>
                  <a:moveTo>
                    <a:pt x="1315290" y="1268009"/>
                  </a:moveTo>
                  <a:lnTo>
                    <a:pt x="1553277" y="1268009"/>
                  </a:lnTo>
                  <a:cubicBezTo>
                    <a:pt x="1706838" y="1268009"/>
                    <a:pt x="1831321" y="1144550"/>
                    <a:pt x="1831321" y="992254"/>
                  </a:cubicBezTo>
                  <a:lnTo>
                    <a:pt x="1831321" y="938972"/>
                  </a:lnTo>
                  <a:lnTo>
                    <a:pt x="1315290" y="938972"/>
                  </a:lnTo>
                  <a:close/>
                  <a:moveTo>
                    <a:pt x="0" y="992254"/>
                  </a:moveTo>
                  <a:cubicBezTo>
                    <a:pt x="0" y="1144550"/>
                    <a:pt x="124484" y="1268009"/>
                    <a:pt x="278044" y="1268009"/>
                  </a:cubicBezTo>
                  <a:lnTo>
                    <a:pt x="513675" y="1268009"/>
                  </a:lnTo>
                  <a:lnTo>
                    <a:pt x="513675" y="940842"/>
                  </a:lnTo>
                  <a:lnTo>
                    <a:pt x="1885" y="940842"/>
                  </a:lnTo>
                  <a:close/>
                  <a:moveTo>
                    <a:pt x="0" y="275756"/>
                  </a:moveTo>
                  <a:lnTo>
                    <a:pt x="0" y="327168"/>
                  </a:lnTo>
                  <a:lnTo>
                    <a:pt x="517916" y="327168"/>
                  </a:lnTo>
                  <a:lnTo>
                    <a:pt x="517916" y="0"/>
                  </a:lnTo>
                  <a:lnTo>
                    <a:pt x="278515" y="0"/>
                  </a:lnTo>
                  <a:cubicBezTo>
                    <a:pt x="124955" y="0"/>
                    <a:pt x="471" y="123460"/>
                    <a:pt x="471" y="275756"/>
                  </a:cubicBezTo>
                </a:path>
              </a:pathLst>
            </a:custGeom>
            <a:solidFill>
              <a:srgbClr val="D9291C"/>
            </a:solidFill>
            <a:ln w="47111" cap="flat">
              <a:noFill/>
              <a:prstDash val="solid"/>
              <a:miter/>
            </a:ln>
          </p:spPr>
          <p:txBody>
            <a:bodyPr rtlCol="0" anchor="ctr"/>
            <a:lstStyle/>
            <a:p>
              <a:endParaRPr lang="en-US"/>
            </a:p>
          </p:txBody>
        </p:sp>
      </p:grpSp>
      <p:sp>
        <p:nvSpPr>
          <p:cNvPr id="23" name="Title 1">
            <a:extLst>
              <a:ext uri="{FF2B5EF4-FFF2-40B4-BE49-F238E27FC236}">
                <a16:creationId xmlns:a16="http://schemas.microsoft.com/office/drawing/2014/main" id="{74D19C2B-175C-DA49-9CDC-BF213E990412}"/>
              </a:ext>
            </a:extLst>
          </p:cNvPr>
          <p:cNvSpPr>
            <a:spLocks noGrp="1"/>
          </p:cNvSpPr>
          <p:nvPr userDrawn="1">
            <p:ph type="ctrTitle" hasCustomPrompt="1"/>
          </p:nvPr>
        </p:nvSpPr>
        <p:spPr>
          <a:xfrm>
            <a:off x="1776695" y="3201867"/>
            <a:ext cx="8337506" cy="1534889"/>
          </a:xfrm>
          <a:prstGeom prst="rect">
            <a:avLst/>
          </a:prstGeom>
          <a:ln>
            <a:noFill/>
          </a:ln>
        </p:spPr>
        <p:txBody>
          <a:bodyPr anchor="b" anchorCtr="0">
            <a:noAutofit/>
          </a:bodyPr>
          <a:lstStyle>
            <a:lvl1pPr algn="l">
              <a:defRPr sz="4400" b="1" spc="0" baseline="0">
                <a:ln>
                  <a:noFill/>
                </a:ln>
                <a:solidFill>
                  <a:schemeClr val="tx1"/>
                </a:solidFill>
                <a:effectLst/>
                <a:latin typeface="+mj-lt"/>
                <a:ea typeface="Inter" panose="020B0502030000000004" pitchFamily="34" charset="0"/>
              </a:defRPr>
            </a:lvl1pPr>
          </a:lstStyle>
          <a:p>
            <a:r>
              <a:rPr lang="en-US"/>
              <a:t>Presentation Title</a:t>
            </a:r>
          </a:p>
        </p:txBody>
      </p:sp>
      <p:sp>
        <p:nvSpPr>
          <p:cNvPr id="24" name="Subtitle 2">
            <a:extLst>
              <a:ext uri="{FF2B5EF4-FFF2-40B4-BE49-F238E27FC236}">
                <a16:creationId xmlns:a16="http://schemas.microsoft.com/office/drawing/2014/main" id="{9A343B9A-2A38-D446-A223-2EFBCF50DB5B}"/>
              </a:ext>
            </a:extLst>
          </p:cNvPr>
          <p:cNvSpPr>
            <a:spLocks noGrp="1"/>
          </p:cNvSpPr>
          <p:nvPr userDrawn="1">
            <p:ph type="subTitle" idx="1" hasCustomPrompt="1"/>
          </p:nvPr>
        </p:nvSpPr>
        <p:spPr>
          <a:xfrm>
            <a:off x="1776695" y="4736756"/>
            <a:ext cx="7596188" cy="723301"/>
          </a:xfrm>
          <a:prstGeom prst="rect">
            <a:avLst/>
          </a:prstGeom>
          <a:ln>
            <a:noFill/>
          </a:ln>
        </p:spPr>
        <p:txBody>
          <a:bodyPr wrap="square">
            <a:noAutofit/>
          </a:bodyPr>
          <a:lstStyle>
            <a:lvl1pPr marL="0" indent="0" algn="l">
              <a:lnSpc>
                <a:spcPct val="100000"/>
              </a:lnSpc>
              <a:buNone/>
              <a:defRPr sz="2000" spc="0" baseline="0">
                <a:solidFill>
                  <a:schemeClr val="tx1">
                    <a:lumMod val="50000"/>
                    <a:lumOff val="50000"/>
                  </a:schemeClr>
                </a:solidFill>
                <a:latin typeface="+mj-lt"/>
                <a:ea typeface="Inter" panose="020B05020300000000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Presentation Subtitle / Presenter’s Name and Title</a:t>
            </a:r>
          </a:p>
        </p:txBody>
      </p:sp>
    </p:spTree>
    <p:extLst>
      <p:ext uri="{BB962C8B-B14F-4D97-AF65-F5344CB8AC3E}">
        <p14:creationId xmlns:p14="http://schemas.microsoft.com/office/powerpoint/2010/main" val="26767639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2EAC86-63D0-4674-A708-65D026C9552F}"/>
              </a:ext>
            </a:extLst>
          </p:cNvPr>
          <p:cNvSpPr>
            <a:spLocks noGrp="1"/>
          </p:cNvSpPr>
          <p:nvPr>
            <p:ph idx="1"/>
          </p:nvPr>
        </p:nvSpPr>
        <p:spPr>
          <a:xfrm>
            <a:off x="6172200" y="1056640"/>
            <a:ext cx="5495924" cy="4839431"/>
          </a:xfrm>
          <a:prstGeom prst="rect">
            <a:avLst/>
          </a:prstGeom>
        </p:spPr>
        <p:txBody>
          <a:bodyPr anchor="ctr"/>
          <a:lstStyle>
            <a:lvl1pPr>
              <a:defRPr sz="20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9" name="Title 8">
            <a:extLst>
              <a:ext uri="{FF2B5EF4-FFF2-40B4-BE49-F238E27FC236}">
                <a16:creationId xmlns:a16="http://schemas.microsoft.com/office/drawing/2014/main" id="{5B210891-6461-9F4C-A611-71DFB4BEB54E}"/>
              </a:ext>
            </a:extLst>
          </p:cNvPr>
          <p:cNvSpPr>
            <a:spLocks noGrp="1"/>
          </p:cNvSpPr>
          <p:nvPr>
            <p:ph type="title"/>
          </p:nvPr>
        </p:nvSpPr>
        <p:spPr>
          <a:xfrm>
            <a:off x="353011" y="2714324"/>
            <a:ext cx="5480934" cy="1429352"/>
          </a:xfrm>
          <a:prstGeom prst="rect">
            <a:avLst/>
          </a:prstGeom>
        </p:spPr>
        <p:txBody>
          <a:bodyPr anchor="ctr"/>
          <a:lstStyle>
            <a:lvl1pPr>
              <a:defRPr sz="4400" b="1"/>
            </a:lvl1pPr>
          </a:lstStyle>
          <a:p>
            <a:r>
              <a:rPr lang="en-US"/>
              <a:t>Click to edit Master title style</a:t>
            </a:r>
          </a:p>
        </p:txBody>
      </p:sp>
      <p:sp>
        <p:nvSpPr>
          <p:cNvPr id="11" name="Rectangle 10">
            <a:extLst>
              <a:ext uri="{FF2B5EF4-FFF2-40B4-BE49-F238E27FC236}">
                <a16:creationId xmlns:a16="http://schemas.microsoft.com/office/drawing/2014/main" id="{B5C18B6C-9F19-465A-D587-C1D4B4F7D035}"/>
              </a:ext>
            </a:extLst>
          </p:cNvPr>
          <p:cNvSpPr/>
          <p:nvPr userDrawn="1"/>
        </p:nvSpPr>
        <p:spPr>
          <a:xfrm>
            <a:off x="451607" y="1505151"/>
            <a:ext cx="1330036" cy="2143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064CFA2-7332-A16F-04AB-E5F4C7165F0E}"/>
              </a:ext>
            </a:extLst>
          </p:cNvPr>
          <p:cNvSpPr/>
          <p:nvPr userDrawn="1"/>
        </p:nvSpPr>
        <p:spPr>
          <a:xfrm>
            <a:off x="5052388" y="6643615"/>
            <a:ext cx="1330036" cy="2143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DAD014F6-FF8B-C9C1-CB27-7A4D4648226D}"/>
              </a:ext>
            </a:extLst>
          </p:cNvPr>
          <p:cNvGrpSpPr/>
          <p:nvPr userDrawn="1"/>
        </p:nvGrpSpPr>
        <p:grpSpPr>
          <a:xfrm>
            <a:off x="1463347" y="0"/>
            <a:ext cx="4254059" cy="6858000"/>
            <a:chOff x="1463347" y="0"/>
            <a:chExt cx="4686069" cy="7554446"/>
          </a:xfrm>
        </p:grpSpPr>
        <p:sp>
          <p:nvSpPr>
            <p:cNvPr id="4" name="Round Single Corner Rectangle 3">
              <a:extLst>
                <a:ext uri="{FF2B5EF4-FFF2-40B4-BE49-F238E27FC236}">
                  <a16:creationId xmlns:a16="http://schemas.microsoft.com/office/drawing/2014/main" id="{69DE1A71-5C32-6A8A-6083-91C1444C13E7}"/>
                </a:ext>
              </a:extLst>
            </p:cNvPr>
            <p:cNvSpPr/>
            <p:nvPr userDrawn="1"/>
          </p:nvSpPr>
          <p:spPr>
            <a:xfrm>
              <a:off x="1781643" y="5719711"/>
              <a:ext cx="1576544" cy="1567595"/>
            </a:xfrm>
            <a:prstGeom prst="round1Rect">
              <a:avLst>
                <a:gd name="adj" fmla="val 38013"/>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54C500A8-7DF7-BB50-5087-8AC914A3859F}"/>
                </a:ext>
              </a:extLst>
            </p:cNvPr>
            <p:cNvSpPr/>
            <p:nvPr userDrawn="1"/>
          </p:nvSpPr>
          <p:spPr>
            <a:xfrm>
              <a:off x="1781643" y="6902378"/>
              <a:ext cx="1576544" cy="652068"/>
            </a:xfrm>
            <a:prstGeom prst="rect">
              <a:avLst/>
            </a:prstGeom>
            <a:solidFill>
              <a:schemeClr val="tx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a:p>
          </p:txBody>
        </p:sp>
        <p:sp>
          <p:nvSpPr>
            <p:cNvPr id="7" name="Rectangle 6">
              <a:extLst>
                <a:ext uri="{FF2B5EF4-FFF2-40B4-BE49-F238E27FC236}">
                  <a16:creationId xmlns:a16="http://schemas.microsoft.com/office/drawing/2014/main" id="{BB729D35-0DE6-BC07-3C57-5F0004FFC2D4}"/>
                </a:ext>
              </a:extLst>
            </p:cNvPr>
            <p:cNvSpPr/>
            <p:nvPr userDrawn="1"/>
          </p:nvSpPr>
          <p:spPr>
            <a:xfrm>
              <a:off x="3851798" y="0"/>
              <a:ext cx="1041956" cy="1894159"/>
            </a:xfrm>
            <a:prstGeom prst="rect">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a:p>
          </p:txBody>
        </p:sp>
        <p:sp>
          <p:nvSpPr>
            <p:cNvPr id="8" name="Rectangle 7">
              <a:extLst>
                <a:ext uri="{FF2B5EF4-FFF2-40B4-BE49-F238E27FC236}">
                  <a16:creationId xmlns:a16="http://schemas.microsoft.com/office/drawing/2014/main" id="{1E9F4169-88AB-1BB1-1F59-9273FFD5F370}"/>
                </a:ext>
              </a:extLst>
            </p:cNvPr>
            <p:cNvSpPr/>
            <p:nvPr userDrawn="1"/>
          </p:nvSpPr>
          <p:spPr>
            <a:xfrm>
              <a:off x="3561711" y="1019836"/>
              <a:ext cx="580173" cy="1298679"/>
            </a:xfrm>
            <a:prstGeom prst="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a:p>
          </p:txBody>
        </p:sp>
        <p:sp>
          <p:nvSpPr>
            <p:cNvPr id="10" name="Rectangle 9">
              <a:extLst>
                <a:ext uri="{FF2B5EF4-FFF2-40B4-BE49-F238E27FC236}">
                  <a16:creationId xmlns:a16="http://schemas.microsoft.com/office/drawing/2014/main" id="{083BCFCB-4E0C-0984-616B-2FA155F40D31}"/>
                </a:ext>
              </a:extLst>
            </p:cNvPr>
            <p:cNvSpPr/>
            <p:nvPr userDrawn="1"/>
          </p:nvSpPr>
          <p:spPr>
            <a:xfrm rot="16200000">
              <a:off x="4798513" y="6203543"/>
              <a:ext cx="807647" cy="1894159"/>
            </a:xfrm>
            <a:prstGeom prst="rect">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a:p>
          </p:txBody>
        </p:sp>
        <p:pic>
          <p:nvPicPr>
            <p:cNvPr id="14" name="Graphic 13">
              <a:extLst>
                <a:ext uri="{FF2B5EF4-FFF2-40B4-BE49-F238E27FC236}">
                  <a16:creationId xmlns:a16="http://schemas.microsoft.com/office/drawing/2014/main" id="{175C6940-3392-7623-778C-93E12A37FC46}"/>
                </a:ext>
              </a:extLst>
            </p:cNvPr>
            <p:cNvPicPr>
              <a:picLocks noChangeAspect="1"/>
            </p:cNvPicPr>
            <p:nvPr userDrawn="1"/>
          </p:nvPicPr>
          <p:blipFill>
            <a:blip r:embed="rId2">
              <a:extLst>
                <a:ext uri="{96DAC541-7B7A-43D3-8B79-37D633B846F1}">
                  <asvg:svgBlip xmlns:asvg="http://schemas.microsoft.com/office/drawing/2016/SVG/main" r:embed="rId3"/>
                </a:ext>
              </a:extLst>
            </a:blip>
            <a:srcRect l="92" t="4" r="40848" b="66110"/>
            <a:stretch>
              <a:fillRect/>
            </a:stretch>
          </p:blipFill>
          <p:spPr>
            <a:xfrm>
              <a:off x="1463347" y="424356"/>
              <a:ext cx="2518921" cy="983579"/>
            </a:xfrm>
            <a:custGeom>
              <a:avLst/>
              <a:gdLst>
                <a:gd name="connsiteX0" fmla="*/ 0 w 48005999"/>
                <a:gd name="connsiteY0" fmla="*/ 0 h 18745200"/>
                <a:gd name="connsiteX1" fmla="*/ 48005999 w 48005999"/>
                <a:gd name="connsiteY1" fmla="*/ 0 h 18745200"/>
                <a:gd name="connsiteX2" fmla="*/ 48005999 w 48005999"/>
                <a:gd name="connsiteY2" fmla="*/ 18745200 h 18745200"/>
                <a:gd name="connsiteX3" fmla="*/ 0 w 48005999"/>
                <a:gd name="connsiteY3" fmla="*/ 18745200 h 18745200"/>
              </a:gdLst>
              <a:ahLst/>
              <a:cxnLst>
                <a:cxn ang="0">
                  <a:pos x="connsiteX0" y="connsiteY0"/>
                </a:cxn>
                <a:cxn ang="0">
                  <a:pos x="connsiteX1" y="connsiteY1"/>
                </a:cxn>
                <a:cxn ang="0">
                  <a:pos x="connsiteX2" y="connsiteY2"/>
                </a:cxn>
                <a:cxn ang="0">
                  <a:pos x="connsiteX3" y="connsiteY3"/>
                </a:cxn>
              </a:cxnLst>
              <a:rect l="l" t="t" r="r" b="b"/>
              <a:pathLst>
                <a:path w="48005999" h="18745200">
                  <a:moveTo>
                    <a:pt x="0" y="0"/>
                  </a:moveTo>
                  <a:lnTo>
                    <a:pt x="48005999" y="0"/>
                  </a:lnTo>
                  <a:lnTo>
                    <a:pt x="48005999" y="18745200"/>
                  </a:lnTo>
                  <a:lnTo>
                    <a:pt x="0" y="18745200"/>
                  </a:lnTo>
                  <a:close/>
                </a:path>
              </a:pathLst>
            </a:custGeom>
          </p:spPr>
        </p:pic>
      </p:grpSp>
    </p:spTree>
    <p:extLst>
      <p:ext uri="{BB962C8B-B14F-4D97-AF65-F5344CB8AC3E}">
        <p14:creationId xmlns:p14="http://schemas.microsoft.com/office/powerpoint/2010/main" val="281641871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tx1">
            <a:lumMod val="75000"/>
            <a:lumOff val="25000"/>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49650373-DAC5-20DF-60AF-CEF5F2658C01}"/>
              </a:ext>
            </a:extLst>
          </p:cNvPr>
          <p:cNvGrpSpPr/>
          <p:nvPr userDrawn="1"/>
        </p:nvGrpSpPr>
        <p:grpSpPr>
          <a:xfrm>
            <a:off x="826993" y="0"/>
            <a:ext cx="11075924" cy="6858000"/>
            <a:chOff x="826993" y="0"/>
            <a:chExt cx="11075924" cy="6858000"/>
          </a:xfrm>
        </p:grpSpPr>
        <p:sp>
          <p:nvSpPr>
            <p:cNvPr id="18" name="Round Single Corner Rectangle 17">
              <a:extLst>
                <a:ext uri="{FF2B5EF4-FFF2-40B4-BE49-F238E27FC236}">
                  <a16:creationId xmlns:a16="http://schemas.microsoft.com/office/drawing/2014/main" id="{A3833B0C-30E9-7E8B-9C8D-2B8D77A733AD}"/>
                </a:ext>
              </a:extLst>
            </p:cNvPr>
            <p:cNvSpPr/>
            <p:nvPr userDrawn="1"/>
          </p:nvSpPr>
          <p:spPr>
            <a:xfrm>
              <a:off x="10618664" y="4565115"/>
              <a:ext cx="1057043" cy="1862696"/>
            </a:xfrm>
            <a:prstGeom prst="round1Rect">
              <a:avLst>
                <a:gd name="adj" fmla="val 38013"/>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FFCFFFA-49AB-CDCF-7767-C7689653356A}"/>
                </a:ext>
              </a:extLst>
            </p:cNvPr>
            <p:cNvSpPr/>
            <p:nvPr userDrawn="1"/>
          </p:nvSpPr>
          <p:spPr>
            <a:xfrm>
              <a:off x="10618664" y="6086507"/>
              <a:ext cx="1057043" cy="766826"/>
            </a:xfrm>
            <a:prstGeom prst="rect">
              <a:avLst/>
            </a:prstGeom>
            <a:solidFill>
              <a:schemeClr val="tx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a:p>
          </p:txBody>
        </p:sp>
        <p:sp>
          <p:nvSpPr>
            <p:cNvPr id="24" name="Rectangle 23">
              <a:extLst>
                <a:ext uri="{FF2B5EF4-FFF2-40B4-BE49-F238E27FC236}">
                  <a16:creationId xmlns:a16="http://schemas.microsoft.com/office/drawing/2014/main" id="{FD86FBDB-A91C-72DC-0EFD-85ECE6426E44}"/>
                </a:ext>
              </a:extLst>
            </p:cNvPr>
            <p:cNvSpPr/>
            <p:nvPr userDrawn="1"/>
          </p:nvSpPr>
          <p:spPr>
            <a:xfrm>
              <a:off x="10488803" y="3945478"/>
              <a:ext cx="259722" cy="1053721"/>
            </a:xfrm>
            <a:prstGeom prst="rect">
              <a:avLst/>
            </a:prstGeom>
            <a:solidFill>
              <a:schemeClr val="tx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a:p>
          </p:txBody>
        </p:sp>
        <p:sp>
          <p:nvSpPr>
            <p:cNvPr id="31" name="Rectangle 30">
              <a:extLst>
                <a:ext uri="{FF2B5EF4-FFF2-40B4-BE49-F238E27FC236}">
                  <a16:creationId xmlns:a16="http://schemas.microsoft.com/office/drawing/2014/main" id="{A4FE081A-884F-E10C-15CE-4D9768522A0E}"/>
                </a:ext>
              </a:extLst>
            </p:cNvPr>
            <p:cNvSpPr/>
            <p:nvPr userDrawn="1"/>
          </p:nvSpPr>
          <p:spPr>
            <a:xfrm>
              <a:off x="9803550" y="0"/>
              <a:ext cx="1041956" cy="1894159"/>
            </a:xfrm>
            <a:prstGeom prst="rect">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a:p>
          </p:txBody>
        </p:sp>
        <p:sp>
          <p:nvSpPr>
            <p:cNvPr id="32" name="Rectangle 31">
              <a:extLst>
                <a:ext uri="{FF2B5EF4-FFF2-40B4-BE49-F238E27FC236}">
                  <a16:creationId xmlns:a16="http://schemas.microsoft.com/office/drawing/2014/main" id="{5968DD1A-C6FD-3503-F777-BB0330C05B54}"/>
                </a:ext>
              </a:extLst>
            </p:cNvPr>
            <p:cNvSpPr/>
            <p:nvPr userDrawn="1"/>
          </p:nvSpPr>
          <p:spPr>
            <a:xfrm>
              <a:off x="9513463" y="1278326"/>
              <a:ext cx="580173" cy="1390308"/>
            </a:xfrm>
            <a:prstGeom prst="rect">
              <a:avLst/>
            </a:prstGeom>
            <a:solidFill>
              <a:schemeClr val="bg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a:p>
          </p:txBody>
        </p:sp>
        <p:sp>
          <p:nvSpPr>
            <p:cNvPr id="44" name="Rectangle 43">
              <a:extLst>
                <a:ext uri="{FF2B5EF4-FFF2-40B4-BE49-F238E27FC236}">
                  <a16:creationId xmlns:a16="http://schemas.microsoft.com/office/drawing/2014/main" id="{E5F780AD-4B75-C4AA-2482-864482F87E9B}"/>
                </a:ext>
              </a:extLst>
            </p:cNvPr>
            <p:cNvSpPr/>
            <p:nvPr userDrawn="1"/>
          </p:nvSpPr>
          <p:spPr>
            <a:xfrm rot="16200000">
              <a:off x="6362676" y="5502429"/>
              <a:ext cx="807647" cy="1894159"/>
            </a:xfrm>
            <a:prstGeom prst="rect">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a:p>
          </p:txBody>
        </p:sp>
        <p:sp>
          <p:nvSpPr>
            <p:cNvPr id="53" name="Rectangle 52">
              <a:extLst>
                <a:ext uri="{FF2B5EF4-FFF2-40B4-BE49-F238E27FC236}">
                  <a16:creationId xmlns:a16="http://schemas.microsoft.com/office/drawing/2014/main" id="{C56BAAA1-9B42-9EA6-97DE-4990F1DF9F42}"/>
                </a:ext>
              </a:extLst>
            </p:cNvPr>
            <p:cNvSpPr/>
            <p:nvPr userDrawn="1"/>
          </p:nvSpPr>
          <p:spPr>
            <a:xfrm>
              <a:off x="826993" y="0"/>
              <a:ext cx="1330036" cy="2143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C7A586B6-75E5-0296-D2AB-2436AB1C1E37}"/>
                </a:ext>
              </a:extLst>
            </p:cNvPr>
            <p:cNvSpPr/>
            <p:nvPr userDrawn="1"/>
          </p:nvSpPr>
          <p:spPr>
            <a:xfrm>
              <a:off x="6995146" y="6643615"/>
              <a:ext cx="1330036" cy="2143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CD4CA9A8-5DE5-AD90-0169-B3229505AF03}"/>
                </a:ext>
              </a:extLst>
            </p:cNvPr>
            <p:cNvSpPr/>
            <p:nvPr userDrawn="1"/>
          </p:nvSpPr>
          <p:spPr>
            <a:xfrm>
              <a:off x="10572881" y="1278326"/>
              <a:ext cx="1330036" cy="2143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C739E0E2-152D-37FB-8F76-AF45A60DB2C2}"/>
                </a:ext>
              </a:extLst>
            </p:cNvPr>
            <p:cNvPicPr>
              <a:picLocks noChangeAspect="1"/>
            </p:cNvPicPr>
            <p:nvPr userDrawn="1"/>
          </p:nvPicPr>
          <p:blipFill>
            <a:blip r:embed="rId2">
              <a:extLst>
                <a:ext uri="{96DAC541-7B7A-43D3-8B79-37D633B846F1}">
                  <asvg:svgBlip xmlns:asvg="http://schemas.microsoft.com/office/drawing/2016/SVG/main" r:embed="rId3"/>
                </a:ext>
              </a:extLst>
            </a:blip>
            <a:srcRect l="92" t="4" r="40848" b="66110"/>
            <a:stretch>
              <a:fillRect/>
            </a:stretch>
          </p:blipFill>
          <p:spPr>
            <a:xfrm>
              <a:off x="7415099" y="424356"/>
              <a:ext cx="2518921" cy="983579"/>
            </a:xfrm>
            <a:custGeom>
              <a:avLst/>
              <a:gdLst>
                <a:gd name="connsiteX0" fmla="*/ 0 w 48005999"/>
                <a:gd name="connsiteY0" fmla="*/ 0 h 18745200"/>
                <a:gd name="connsiteX1" fmla="*/ 48005999 w 48005999"/>
                <a:gd name="connsiteY1" fmla="*/ 0 h 18745200"/>
                <a:gd name="connsiteX2" fmla="*/ 48005999 w 48005999"/>
                <a:gd name="connsiteY2" fmla="*/ 18745200 h 18745200"/>
                <a:gd name="connsiteX3" fmla="*/ 0 w 48005999"/>
                <a:gd name="connsiteY3" fmla="*/ 18745200 h 18745200"/>
              </a:gdLst>
              <a:ahLst/>
              <a:cxnLst>
                <a:cxn ang="0">
                  <a:pos x="connsiteX0" y="connsiteY0"/>
                </a:cxn>
                <a:cxn ang="0">
                  <a:pos x="connsiteX1" y="connsiteY1"/>
                </a:cxn>
                <a:cxn ang="0">
                  <a:pos x="connsiteX2" y="connsiteY2"/>
                </a:cxn>
                <a:cxn ang="0">
                  <a:pos x="connsiteX3" y="connsiteY3"/>
                </a:cxn>
              </a:cxnLst>
              <a:rect l="l" t="t" r="r" b="b"/>
              <a:pathLst>
                <a:path w="48005999" h="18745200">
                  <a:moveTo>
                    <a:pt x="0" y="0"/>
                  </a:moveTo>
                  <a:lnTo>
                    <a:pt x="48005999" y="0"/>
                  </a:lnTo>
                  <a:lnTo>
                    <a:pt x="48005999" y="18745200"/>
                  </a:lnTo>
                  <a:lnTo>
                    <a:pt x="0" y="18745200"/>
                  </a:lnTo>
                  <a:close/>
                </a:path>
              </a:pathLst>
            </a:custGeom>
          </p:spPr>
        </p:pic>
      </p:grpSp>
      <p:sp>
        <p:nvSpPr>
          <p:cNvPr id="21" name="Title 1">
            <a:extLst>
              <a:ext uri="{FF2B5EF4-FFF2-40B4-BE49-F238E27FC236}">
                <a16:creationId xmlns:a16="http://schemas.microsoft.com/office/drawing/2014/main" id="{E1731ED1-AFBF-644C-B962-5696D91668E6}"/>
              </a:ext>
            </a:extLst>
          </p:cNvPr>
          <p:cNvSpPr>
            <a:spLocks noGrp="1"/>
          </p:cNvSpPr>
          <p:nvPr>
            <p:ph type="title"/>
          </p:nvPr>
        </p:nvSpPr>
        <p:spPr>
          <a:xfrm>
            <a:off x="740230" y="2981740"/>
            <a:ext cx="8687017" cy="1390308"/>
          </a:xfrm>
          <a:prstGeom prst="rect">
            <a:avLst/>
          </a:prstGeom>
        </p:spPr>
        <p:txBody>
          <a:bodyPr lIns="91440" anchor="b"/>
          <a:lstStyle>
            <a:lvl1pPr>
              <a:defRPr sz="4400" b="1">
                <a:solidFill>
                  <a:schemeClr val="bg1"/>
                </a:solidFill>
              </a:defRPr>
            </a:lvl1pPr>
          </a:lstStyle>
          <a:p>
            <a:r>
              <a:rPr lang="en-US"/>
              <a:t>Click to edit Master title style</a:t>
            </a:r>
          </a:p>
        </p:txBody>
      </p:sp>
      <p:sp>
        <p:nvSpPr>
          <p:cNvPr id="36" name="Text Placeholder 2">
            <a:extLst>
              <a:ext uri="{FF2B5EF4-FFF2-40B4-BE49-F238E27FC236}">
                <a16:creationId xmlns:a16="http://schemas.microsoft.com/office/drawing/2014/main" id="{4324C980-BA64-A141-B66B-0B858A736949}"/>
              </a:ext>
            </a:extLst>
          </p:cNvPr>
          <p:cNvSpPr>
            <a:spLocks noGrp="1"/>
          </p:cNvSpPr>
          <p:nvPr>
            <p:ph type="body" idx="1"/>
          </p:nvPr>
        </p:nvSpPr>
        <p:spPr>
          <a:xfrm>
            <a:off x="740229" y="4513337"/>
            <a:ext cx="7584953" cy="807646"/>
          </a:xfrm>
          <a:prstGeom prst="rect">
            <a:avLst/>
          </a:prstGeom>
        </p:spPr>
        <p:txBody>
          <a:bodyPr lIns="91440"/>
          <a:lstStyle>
            <a:lvl1pPr marL="0" indent="0">
              <a:buNone/>
              <a:defRPr sz="2000">
                <a:solidFill>
                  <a:srgbClr val="7F7F7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41" name="Picture 9">
            <a:extLst>
              <a:ext uri="{FF2B5EF4-FFF2-40B4-BE49-F238E27FC236}">
                <a16:creationId xmlns:a16="http://schemas.microsoft.com/office/drawing/2014/main" id="{2808626D-A086-1550-1CB9-4B92E7DD4590}"/>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348582" y="6450377"/>
            <a:ext cx="278208" cy="190352"/>
          </a:xfrm>
          <a:prstGeom prst="rect">
            <a:avLst/>
          </a:prstGeom>
        </p:spPr>
      </p:pic>
    </p:spTree>
    <p:extLst>
      <p:ext uri="{BB962C8B-B14F-4D97-AF65-F5344CB8AC3E}">
        <p14:creationId xmlns:p14="http://schemas.microsoft.com/office/powerpoint/2010/main" val="36128601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Header 2">
    <p:bg>
      <p:bgRef idx="1001">
        <a:schemeClr val="bg2"/>
      </p:bgRef>
    </p:bg>
    <p:spTree>
      <p:nvGrpSpPr>
        <p:cNvPr id="1" name=""/>
        <p:cNvGrpSpPr/>
        <p:nvPr/>
      </p:nvGrpSpPr>
      <p:grpSpPr>
        <a:xfrm>
          <a:off x="0" y="0"/>
          <a:ext cx="0" cy="0"/>
          <a:chOff x="0" y="0"/>
          <a:chExt cx="0" cy="0"/>
        </a:xfrm>
      </p:grpSpPr>
      <p:grpSp>
        <p:nvGrpSpPr>
          <p:cNvPr id="62" name="Group 61">
            <a:extLst>
              <a:ext uri="{FF2B5EF4-FFF2-40B4-BE49-F238E27FC236}">
                <a16:creationId xmlns:a16="http://schemas.microsoft.com/office/drawing/2014/main" id="{F91B39A2-969B-906C-D115-FD0C1087AAB5}"/>
              </a:ext>
            </a:extLst>
          </p:cNvPr>
          <p:cNvGrpSpPr/>
          <p:nvPr userDrawn="1"/>
        </p:nvGrpSpPr>
        <p:grpSpPr>
          <a:xfrm>
            <a:off x="826993" y="0"/>
            <a:ext cx="11075924" cy="6858000"/>
            <a:chOff x="826993" y="0"/>
            <a:chExt cx="11075924" cy="6858000"/>
          </a:xfrm>
        </p:grpSpPr>
        <p:sp>
          <p:nvSpPr>
            <p:cNvPr id="18" name="Round Single Corner Rectangle 17">
              <a:extLst>
                <a:ext uri="{FF2B5EF4-FFF2-40B4-BE49-F238E27FC236}">
                  <a16:creationId xmlns:a16="http://schemas.microsoft.com/office/drawing/2014/main" id="{A3833B0C-30E9-7E8B-9C8D-2B8D77A733AD}"/>
                </a:ext>
              </a:extLst>
            </p:cNvPr>
            <p:cNvSpPr/>
            <p:nvPr userDrawn="1"/>
          </p:nvSpPr>
          <p:spPr>
            <a:xfrm>
              <a:off x="10618664" y="4565115"/>
              <a:ext cx="1057043" cy="1862696"/>
            </a:xfrm>
            <a:prstGeom prst="round1Rect">
              <a:avLst>
                <a:gd name="adj" fmla="val 38013"/>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FFCFFFA-49AB-CDCF-7767-C7689653356A}"/>
                </a:ext>
              </a:extLst>
            </p:cNvPr>
            <p:cNvSpPr/>
            <p:nvPr userDrawn="1"/>
          </p:nvSpPr>
          <p:spPr>
            <a:xfrm>
              <a:off x="10618664" y="6086507"/>
              <a:ext cx="1057043" cy="766826"/>
            </a:xfrm>
            <a:prstGeom prst="rect">
              <a:avLst/>
            </a:prstGeom>
            <a:solidFill>
              <a:schemeClr val="tx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a:p>
          </p:txBody>
        </p:sp>
        <p:sp>
          <p:nvSpPr>
            <p:cNvPr id="24" name="Rectangle 23">
              <a:extLst>
                <a:ext uri="{FF2B5EF4-FFF2-40B4-BE49-F238E27FC236}">
                  <a16:creationId xmlns:a16="http://schemas.microsoft.com/office/drawing/2014/main" id="{FD86FBDB-A91C-72DC-0EFD-85ECE6426E44}"/>
                </a:ext>
              </a:extLst>
            </p:cNvPr>
            <p:cNvSpPr/>
            <p:nvPr userDrawn="1"/>
          </p:nvSpPr>
          <p:spPr>
            <a:xfrm>
              <a:off x="10488803" y="3945478"/>
              <a:ext cx="259722" cy="1053721"/>
            </a:xfrm>
            <a:prstGeom prst="rect">
              <a:avLst/>
            </a:prstGeom>
            <a:solidFill>
              <a:schemeClr val="tx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a:p>
          </p:txBody>
        </p:sp>
        <p:sp>
          <p:nvSpPr>
            <p:cNvPr id="31" name="Rectangle 30">
              <a:extLst>
                <a:ext uri="{FF2B5EF4-FFF2-40B4-BE49-F238E27FC236}">
                  <a16:creationId xmlns:a16="http://schemas.microsoft.com/office/drawing/2014/main" id="{A4FE081A-884F-E10C-15CE-4D9768522A0E}"/>
                </a:ext>
              </a:extLst>
            </p:cNvPr>
            <p:cNvSpPr/>
            <p:nvPr userDrawn="1"/>
          </p:nvSpPr>
          <p:spPr>
            <a:xfrm>
              <a:off x="9803550" y="0"/>
              <a:ext cx="1041956" cy="1894159"/>
            </a:xfrm>
            <a:prstGeom prst="rect">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a:p>
          </p:txBody>
        </p:sp>
        <p:sp>
          <p:nvSpPr>
            <p:cNvPr id="32" name="Rectangle 31">
              <a:extLst>
                <a:ext uri="{FF2B5EF4-FFF2-40B4-BE49-F238E27FC236}">
                  <a16:creationId xmlns:a16="http://schemas.microsoft.com/office/drawing/2014/main" id="{5968DD1A-C6FD-3503-F777-BB0330C05B54}"/>
                </a:ext>
              </a:extLst>
            </p:cNvPr>
            <p:cNvSpPr/>
            <p:nvPr userDrawn="1"/>
          </p:nvSpPr>
          <p:spPr>
            <a:xfrm>
              <a:off x="9513463" y="1278326"/>
              <a:ext cx="580173" cy="1390308"/>
            </a:xfrm>
            <a:prstGeom prst="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a:p>
          </p:txBody>
        </p:sp>
        <p:sp>
          <p:nvSpPr>
            <p:cNvPr id="44" name="Rectangle 43">
              <a:extLst>
                <a:ext uri="{FF2B5EF4-FFF2-40B4-BE49-F238E27FC236}">
                  <a16:creationId xmlns:a16="http://schemas.microsoft.com/office/drawing/2014/main" id="{E5F780AD-4B75-C4AA-2482-864482F87E9B}"/>
                </a:ext>
              </a:extLst>
            </p:cNvPr>
            <p:cNvSpPr/>
            <p:nvPr userDrawn="1"/>
          </p:nvSpPr>
          <p:spPr>
            <a:xfrm rot="16200000">
              <a:off x="6362676" y="5502429"/>
              <a:ext cx="807647" cy="1894159"/>
            </a:xfrm>
            <a:prstGeom prst="rect">
              <a:avLst/>
            </a:prstGeom>
            <a:solidFill>
              <a:schemeClr val="tx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a:p>
          </p:txBody>
        </p:sp>
        <p:sp>
          <p:nvSpPr>
            <p:cNvPr id="53" name="Rectangle 52">
              <a:extLst>
                <a:ext uri="{FF2B5EF4-FFF2-40B4-BE49-F238E27FC236}">
                  <a16:creationId xmlns:a16="http://schemas.microsoft.com/office/drawing/2014/main" id="{C56BAAA1-9B42-9EA6-97DE-4990F1DF9F42}"/>
                </a:ext>
              </a:extLst>
            </p:cNvPr>
            <p:cNvSpPr/>
            <p:nvPr userDrawn="1"/>
          </p:nvSpPr>
          <p:spPr>
            <a:xfrm>
              <a:off x="826993" y="0"/>
              <a:ext cx="1330036" cy="2143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C7A586B6-75E5-0296-D2AB-2436AB1C1E37}"/>
                </a:ext>
              </a:extLst>
            </p:cNvPr>
            <p:cNvSpPr/>
            <p:nvPr userDrawn="1"/>
          </p:nvSpPr>
          <p:spPr>
            <a:xfrm>
              <a:off x="6995146" y="6643615"/>
              <a:ext cx="1330036" cy="2143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CD4CA9A8-5DE5-AD90-0169-B3229505AF03}"/>
                </a:ext>
              </a:extLst>
            </p:cNvPr>
            <p:cNvSpPr/>
            <p:nvPr userDrawn="1"/>
          </p:nvSpPr>
          <p:spPr>
            <a:xfrm>
              <a:off x="10572881" y="1278326"/>
              <a:ext cx="1330036" cy="2143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 name="Graphic 60">
              <a:extLst>
                <a:ext uri="{FF2B5EF4-FFF2-40B4-BE49-F238E27FC236}">
                  <a16:creationId xmlns:a16="http://schemas.microsoft.com/office/drawing/2014/main" id="{19D50C79-782A-22B1-CA1F-FF717036ADF3}"/>
                </a:ext>
              </a:extLst>
            </p:cNvPr>
            <p:cNvPicPr>
              <a:picLocks noChangeAspect="1"/>
            </p:cNvPicPr>
            <p:nvPr userDrawn="1"/>
          </p:nvPicPr>
          <p:blipFill>
            <a:blip r:embed="rId2">
              <a:extLst>
                <a:ext uri="{96DAC541-7B7A-43D3-8B79-37D633B846F1}">
                  <asvg:svgBlip xmlns:asvg="http://schemas.microsoft.com/office/drawing/2016/SVG/main" r:embed="rId3"/>
                </a:ext>
              </a:extLst>
            </a:blip>
            <a:srcRect l="92" t="4" r="40848" b="66110"/>
            <a:stretch>
              <a:fillRect/>
            </a:stretch>
          </p:blipFill>
          <p:spPr>
            <a:xfrm>
              <a:off x="7415099" y="424356"/>
              <a:ext cx="2518921" cy="983579"/>
            </a:xfrm>
            <a:custGeom>
              <a:avLst/>
              <a:gdLst>
                <a:gd name="connsiteX0" fmla="*/ 0 w 48005999"/>
                <a:gd name="connsiteY0" fmla="*/ 0 h 18745200"/>
                <a:gd name="connsiteX1" fmla="*/ 48005999 w 48005999"/>
                <a:gd name="connsiteY1" fmla="*/ 0 h 18745200"/>
                <a:gd name="connsiteX2" fmla="*/ 48005999 w 48005999"/>
                <a:gd name="connsiteY2" fmla="*/ 18745200 h 18745200"/>
                <a:gd name="connsiteX3" fmla="*/ 0 w 48005999"/>
                <a:gd name="connsiteY3" fmla="*/ 18745200 h 18745200"/>
              </a:gdLst>
              <a:ahLst/>
              <a:cxnLst>
                <a:cxn ang="0">
                  <a:pos x="connsiteX0" y="connsiteY0"/>
                </a:cxn>
                <a:cxn ang="0">
                  <a:pos x="connsiteX1" y="connsiteY1"/>
                </a:cxn>
                <a:cxn ang="0">
                  <a:pos x="connsiteX2" y="connsiteY2"/>
                </a:cxn>
                <a:cxn ang="0">
                  <a:pos x="connsiteX3" y="connsiteY3"/>
                </a:cxn>
              </a:cxnLst>
              <a:rect l="l" t="t" r="r" b="b"/>
              <a:pathLst>
                <a:path w="48005999" h="18745200">
                  <a:moveTo>
                    <a:pt x="0" y="0"/>
                  </a:moveTo>
                  <a:lnTo>
                    <a:pt x="48005999" y="0"/>
                  </a:lnTo>
                  <a:lnTo>
                    <a:pt x="48005999" y="18745200"/>
                  </a:lnTo>
                  <a:lnTo>
                    <a:pt x="0" y="18745200"/>
                  </a:lnTo>
                  <a:close/>
                </a:path>
              </a:pathLst>
            </a:custGeom>
          </p:spPr>
        </p:pic>
      </p:grpSp>
      <p:sp>
        <p:nvSpPr>
          <p:cNvPr id="21" name="Title 1">
            <a:extLst>
              <a:ext uri="{FF2B5EF4-FFF2-40B4-BE49-F238E27FC236}">
                <a16:creationId xmlns:a16="http://schemas.microsoft.com/office/drawing/2014/main" id="{E1731ED1-AFBF-644C-B962-5696D91668E6}"/>
              </a:ext>
            </a:extLst>
          </p:cNvPr>
          <p:cNvSpPr>
            <a:spLocks noGrp="1"/>
          </p:cNvSpPr>
          <p:nvPr>
            <p:ph type="title"/>
          </p:nvPr>
        </p:nvSpPr>
        <p:spPr>
          <a:xfrm>
            <a:off x="740230" y="2981740"/>
            <a:ext cx="8687017" cy="1390308"/>
          </a:xfrm>
          <a:prstGeom prst="rect">
            <a:avLst/>
          </a:prstGeom>
        </p:spPr>
        <p:txBody>
          <a:bodyPr lIns="91440" anchor="b"/>
          <a:lstStyle>
            <a:lvl1pPr>
              <a:defRPr sz="4400" b="1">
                <a:solidFill>
                  <a:schemeClr val="tx1"/>
                </a:solidFill>
              </a:defRPr>
            </a:lvl1pPr>
          </a:lstStyle>
          <a:p>
            <a:r>
              <a:rPr lang="en-US"/>
              <a:t>Click to edit Master title style</a:t>
            </a:r>
          </a:p>
        </p:txBody>
      </p:sp>
      <p:sp>
        <p:nvSpPr>
          <p:cNvPr id="36" name="Text Placeholder 2">
            <a:extLst>
              <a:ext uri="{FF2B5EF4-FFF2-40B4-BE49-F238E27FC236}">
                <a16:creationId xmlns:a16="http://schemas.microsoft.com/office/drawing/2014/main" id="{4324C980-BA64-A141-B66B-0B858A736949}"/>
              </a:ext>
            </a:extLst>
          </p:cNvPr>
          <p:cNvSpPr>
            <a:spLocks noGrp="1"/>
          </p:cNvSpPr>
          <p:nvPr>
            <p:ph type="body" idx="1"/>
          </p:nvPr>
        </p:nvSpPr>
        <p:spPr>
          <a:xfrm>
            <a:off x="740229" y="4513337"/>
            <a:ext cx="7584953" cy="807646"/>
          </a:xfrm>
          <a:prstGeom prst="rect">
            <a:avLst/>
          </a:prstGeom>
        </p:spPr>
        <p:txBody>
          <a:bodyPr lIns="91440"/>
          <a:lstStyle>
            <a:lvl1pPr marL="0" indent="0">
              <a:buNone/>
              <a:defRPr sz="2000">
                <a:solidFill>
                  <a:srgbClr val="7F7F7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41" name="Picture 9">
            <a:extLst>
              <a:ext uri="{FF2B5EF4-FFF2-40B4-BE49-F238E27FC236}">
                <a16:creationId xmlns:a16="http://schemas.microsoft.com/office/drawing/2014/main" id="{2808626D-A086-1550-1CB9-4B92E7DD4590}"/>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348582" y="6450377"/>
            <a:ext cx="278208" cy="190352"/>
          </a:xfrm>
          <a:prstGeom prst="rect">
            <a:avLst/>
          </a:prstGeom>
        </p:spPr>
      </p:pic>
    </p:spTree>
    <p:extLst>
      <p:ext uri="{BB962C8B-B14F-4D97-AF65-F5344CB8AC3E}">
        <p14:creationId xmlns:p14="http://schemas.microsoft.com/office/powerpoint/2010/main" val="25146393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Ref idx="1001">
        <a:schemeClr val="bg2"/>
      </p:bgRef>
    </p:bg>
    <p:spTree>
      <p:nvGrpSpPr>
        <p:cNvPr id="1" name=""/>
        <p:cNvGrpSpPr/>
        <p:nvPr/>
      </p:nvGrpSpPr>
      <p:grpSpPr>
        <a:xfrm>
          <a:off x="0" y="0"/>
          <a:ext cx="0" cy="0"/>
          <a:chOff x="0" y="0"/>
          <a:chExt cx="0" cy="0"/>
        </a:xfrm>
      </p:grpSpPr>
      <p:sp>
        <p:nvSpPr>
          <p:cNvPr id="5" name="Title 8">
            <a:extLst>
              <a:ext uri="{FF2B5EF4-FFF2-40B4-BE49-F238E27FC236}">
                <a16:creationId xmlns:a16="http://schemas.microsoft.com/office/drawing/2014/main" id="{48F4DC02-08B6-3C49-8CA5-41A23543498D}"/>
              </a:ext>
            </a:extLst>
          </p:cNvPr>
          <p:cNvSpPr>
            <a:spLocks noGrp="1"/>
          </p:cNvSpPr>
          <p:nvPr>
            <p:ph type="title"/>
          </p:nvPr>
        </p:nvSpPr>
        <p:spPr>
          <a:xfrm>
            <a:off x="353011" y="264872"/>
            <a:ext cx="11329416" cy="454220"/>
          </a:xfrm>
          <a:prstGeom prst="rect">
            <a:avLst/>
          </a:prstGeom>
        </p:spPr>
        <p:txBody>
          <a:bodyPr/>
          <a:lstStyle>
            <a:lvl1pPr>
              <a:defRPr sz="2800" b="1"/>
            </a:lvl1pPr>
          </a:lstStyle>
          <a:p>
            <a:r>
              <a:rPr lang="en-US"/>
              <a:t>Click to edit Master title style</a:t>
            </a:r>
          </a:p>
        </p:txBody>
      </p:sp>
    </p:spTree>
    <p:extLst>
      <p:ext uri="{BB962C8B-B14F-4D97-AF65-F5344CB8AC3E}">
        <p14:creationId xmlns:p14="http://schemas.microsoft.com/office/powerpoint/2010/main" val="146015945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title">
    <p:bg>
      <p:bgRef idx="1001">
        <a:schemeClr val="bg2"/>
      </p:bgRef>
    </p:bg>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D206EF9-7A5E-4870-85CB-E9648D651216}"/>
              </a:ext>
            </a:extLst>
          </p:cNvPr>
          <p:cNvSpPr>
            <a:spLocks noGrp="1"/>
          </p:cNvSpPr>
          <p:nvPr>
            <p:ph sz="quarter" idx="11"/>
          </p:nvPr>
        </p:nvSpPr>
        <p:spPr>
          <a:xfrm>
            <a:off x="353059" y="714413"/>
            <a:ext cx="11325225" cy="328417"/>
          </a:xfrm>
          <a:prstGeom prst="rect">
            <a:avLst/>
          </a:prstGeom>
        </p:spPr>
        <p:txBody>
          <a:bodyPr/>
          <a:lstStyle>
            <a:lvl1pPr marL="0" indent="0">
              <a:spcBef>
                <a:spcPts val="0"/>
              </a:spcBef>
              <a:buNone/>
              <a:defRPr sz="1800">
                <a:solidFill>
                  <a:srgbClr val="7F7F7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7" name="Title 8">
            <a:extLst>
              <a:ext uri="{FF2B5EF4-FFF2-40B4-BE49-F238E27FC236}">
                <a16:creationId xmlns:a16="http://schemas.microsoft.com/office/drawing/2014/main" id="{18F9882A-1885-2C47-9807-30CE86AEA54B}"/>
              </a:ext>
            </a:extLst>
          </p:cNvPr>
          <p:cNvSpPr>
            <a:spLocks noGrp="1"/>
          </p:cNvSpPr>
          <p:nvPr>
            <p:ph type="title"/>
          </p:nvPr>
        </p:nvSpPr>
        <p:spPr>
          <a:xfrm>
            <a:off x="353011" y="264872"/>
            <a:ext cx="11329416" cy="454220"/>
          </a:xfrm>
          <a:prstGeom prst="rect">
            <a:avLst/>
          </a:prstGeom>
        </p:spPr>
        <p:txBody>
          <a:bodyPr/>
          <a:lstStyle>
            <a:lvl1pPr>
              <a:defRPr sz="2800" b="1"/>
            </a:lvl1pPr>
          </a:lstStyle>
          <a:p>
            <a:r>
              <a:rPr lang="en-US"/>
              <a:t>Click to edit Master title style</a:t>
            </a:r>
          </a:p>
        </p:txBody>
      </p:sp>
    </p:spTree>
    <p:extLst>
      <p:ext uri="{BB962C8B-B14F-4D97-AF65-F5344CB8AC3E}">
        <p14:creationId xmlns:p14="http://schemas.microsoft.com/office/powerpoint/2010/main" val="10365493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90988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2"/>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2EAC86-63D0-4674-A708-65D026C9552F}"/>
              </a:ext>
            </a:extLst>
          </p:cNvPr>
          <p:cNvSpPr>
            <a:spLocks noGrp="1"/>
          </p:cNvSpPr>
          <p:nvPr>
            <p:ph idx="1"/>
          </p:nvPr>
        </p:nvSpPr>
        <p:spPr>
          <a:xfrm>
            <a:off x="353011" y="1332771"/>
            <a:ext cx="11315114" cy="4839431"/>
          </a:xfrm>
          <a:prstGeom prst="rect">
            <a:avLst/>
          </a:prstGeom>
        </p:spPr>
        <p:txBody>
          <a:bodyPr/>
          <a:lstStyle>
            <a:lvl1pPr>
              <a:defRPr sz="20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9" name="Title 8">
            <a:extLst>
              <a:ext uri="{FF2B5EF4-FFF2-40B4-BE49-F238E27FC236}">
                <a16:creationId xmlns:a16="http://schemas.microsoft.com/office/drawing/2014/main" id="{5B210891-6461-9F4C-A611-71DFB4BEB54E}"/>
              </a:ext>
            </a:extLst>
          </p:cNvPr>
          <p:cNvSpPr>
            <a:spLocks noGrp="1"/>
          </p:cNvSpPr>
          <p:nvPr>
            <p:ph type="title"/>
          </p:nvPr>
        </p:nvSpPr>
        <p:spPr>
          <a:xfrm>
            <a:off x="353010" y="264872"/>
            <a:ext cx="11315113" cy="454220"/>
          </a:xfrm>
          <a:prstGeom prst="rect">
            <a:avLst/>
          </a:prstGeom>
        </p:spPr>
        <p:txBody>
          <a:bodyPr/>
          <a:lstStyle>
            <a:lvl1pPr>
              <a:defRPr sz="2800" b="1"/>
            </a:lvl1pPr>
          </a:lstStyle>
          <a:p>
            <a:r>
              <a:rPr lang="en-US"/>
              <a:t>Click to edit Master title style</a:t>
            </a:r>
          </a:p>
        </p:txBody>
      </p:sp>
    </p:spTree>
    <p:extLst>
      <p:ext uri="{BB962C8B-B14F-4D97-AF65-F5344CB8AC3E}">
        <p14:creationId xmlns:p14="http://schemas.microsoft.com/office/powerpoint/2010/main" val="29070518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no bullets">
    <p:bg>
      <p:bgRef idx="1001">
        <a:schemeClr val="bg2"/>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2EAC86-63D0-4674-A708-65D026C9552F}"/>
              </a:ext>
            </a:extLst>
          </p:cNvPr>
          <p:cNvSpPr>
            <a:spLocks noGrp="1"/>
          </p:cNvSpPr>
          <p:nvPr>
            <p:ph idx="1"/>
          </p:nvPr>
        </p:nvSpPr>
        <p:spPr>
          <a:xfrm>
            <a:off x="353011" y="1332771"/>
            <a:ext cx="11315114" cy="4839431"/>
          </a:xfrm>
          <a:prstGeom prst="rect">
            <a:avLst/>
          </a:prstGeom>
        </p:spPr>
        <p:txBody>
          <a:bodyPr/>
          <a:lstStyle>
            <a:lvl1pPr marL="0" indent="0">
              <a:buNone/>
              <a:defRPr sz="2000"/>
            </a:lvl1pPr>
          </a:lstStyle>
          <a:p>
            <a:pPr lvl="0"/>
            <a:r>
              <a:rPr lang="en-US"/>
              <a:t>Click to edit Master text styles</a:t>
            </a:r>
          </a:p>
        </p:txBody>
      </p:sp>
      <p:sp>
        <p:nvSpPr>
          <p:cNvPr id="6" name="Title 8">
            <a:extLst>
              <a:ext uri="{FF2B5EF4-FFF2-40B4-BE49-F238E27FC236}">
                <a16:creationId xmlns:a16="http://schemas.microsoft.com/office/drawing/2014/main" id="{CFD56D86-CD83-A844-A9C4-3D3732C76087}"/>
              </a:ext>
            </a:extLst>
          </p:cNvPr>
          <p:cNvSpPr>
            <a:spLocks noGrp="1"/>
          </p:cNvSpPr>
          <p:nvPr>
            <p:ph type="title"/>
          </p:nvPr>
        </p:nvSpPr>
        <p:spPr>
          <a:xfrm>
            <a:off x="353011" y="264872"/>
            <a:ext cx="11315114" cy="454219"/>
          </a:xfrm>
          <a:prstGeom prst="rect">
            <a:avLst/>
          </a:prstGeom>
        </p:spPr>
        <p:txBody>
          <a:bodyPr/>
          <a:lstStyle>
            <a:lvl1pPr>
              <a:defRPr sz="2800" b="1"/>
            </a:lvl1pPr>
          </a:lstStyle>
          <a:p>
            <a:r>
              <a:rPr lang="en-US"/>
              <a:t>Click to edit Master title style</a:t>
            </a:r>
          </a:p>
        </p:txBody>
      </p:sp>
    </p:spTree>
    <p:extLst>
      <p:ext uri="{BB962C8B-B14F-4D97-AF65-F5344CB8AC3E}">
        <p14:creationId xmlns:p14="http://schemas.microsoft.com/office/powerpoint/2010/main" val="212482436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Subtitle">
    <p:bg>
      <p:bgRef idx="1001">
        <a:schemeClr val="bg2"/>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2EAC86-63D0-4674-A708-65D026C9552F}"/>
              </a:ext>
            </a:extLst>
          </p:cNvPr>
          <p:cNvSpPr>
            <a:spLocks noGrp="1"/>
          </p:cNvSpPr>
          <p:nvPr>
            <p:ph idx="1"/>
          </p:nvPr>
        </p:nvSpPr>
        <p:spPr>
          <a:xfrm>
            <a:off x="353011" y="1548063"/>
            <a:ext cx="11315114" cy="4624139"/>
          </a:xfrm>
          <a:prstGeom prst="rect">
            <a:avLst/>
          </a:prstGeom>
        </p:spPr>
        <p:txBody>
          <a:bodyPr/>
          <a:lstStyle>
            <a:lvl1pPr>
              <a:defRPr sz="20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6" name="Content Placeholder 5">
            <a:extLst>
              <a:ext uri="{FF2B5EF4-FFF2-40B4-BE49-F238E27FC236}">
                <a16:creationId xmlns:a16="http://schemas.microsoft.com/office/drawing/2014/main" id="{ED206EF9-7A5E-4870-85CB-E9648D651216}"/>
              </a:ext>
            </a:extLst>
          </p:cNvPr>
          <p:cNvSpPr>
            <a:spLocks noGrp="1"/>
          </p:cNvSpPr>
          <p:nvPr>
            <p:ph sz="quarter" idx="11"/>
          </p:nvPr>
        </p:nvSpPr>
        <p:spPr>
          <a:xfrm>
            <a:off x="353011" y="714413"/>
            <a:ext cx="11325225" cy="328417"/>
          </a:xfrm>
          <a:prstGeom prst="rect">
            <a:avLst/>
          </a:prstGeom>
        </p:spPr>
        <p:txBody>
          <a:bodyPr/>
          <a:lstStyle>
            <a:lvl1pPr marL="0" indent="0">
              <a:spcBef>
                <a:spcPts val="0"/>
              </a:spcBef>
              <a:buNone/>
              <a:defRPr sz="1800" b="0">
                <a:solidFill>
                  <a:srgbClr val="7F7F7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7" name="Title 8">
            <a:extLst>
              <a:ext uri="{FF2B5EF4-FFF2-40B4-BE49-F238E27FC236}">
                <a16:creationId xmlns:a16="http://schemas.microsoft.com/office/drawing/2014/main" id="{83970214-C5A2-EA4E-9B5C-E84D60CCB824}"/>
              </a:ext>
            </a:extLst>
          </p:cNvPr>
          <p:cNvSpPr>
            <a:spLocks noGrp="1"/>
          </p:cNvSpPr>
          <p:nvPr>
            <p:ph type="title"/>
          </p:nvPr>
        </p:nvSpPr>
        <p:spPr>
          <a:xfrm>
            <a:off x="353010" y="264872"/>
            <a:ext cx="11325225" cy="454219"/>
          </a:xfrm>
          <a:prstGeom prst="rect">
            <a:avLst/>
          </a:prstGeom>
        </p:spPr>
        <p:txBody>
          <a:bodyPr/>
          <a:lstStyle>
            <a:lvl1pPr>
              <a:defRPr sz="2800" b="1"/>
            </a:lvl1pPr>
          </a:lstStyle>
          <a:p>
            <a:r>
              <a:rPr lang="en-US"/>
              <a:t>Click to edit Master title style</a:t>
            </a:r>
          </a:p>
        </p:txBody>
      </p:sp>
    </p:spTree>
    <p:extLst>
      <p:ext uri="{BB962C8B-B14F-4D97-AF65-F5344CB8AC3E}">
        <p14:creationId xmlns:p14="http://schemas.microsoft.com/office/powerpoint/2010/main" val="2505431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Sub no bullets">
    <p:bg>
      <p:bgRef idx="1001">
        <a:schemeClr val="bg2"/>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2EAC86-63D0-4674-A708-65D026C9552F}"/>
              </a:ext>
            </a:extLst>
          </p:cNvPr>
          <p:cNvSpPr>
            <a:spLocks noGrp="1"/>
          </p:cNvSpPr>
          <p:nvPr>
            <p:ph idx="1"/>
          </p:nvPr>
        </p:nvSpPr>
        <p:spPr>
          <a:xfrm>
            <a:off x="353011" y="1548063"/>
            <a:ext cx="11315114" cy="4624139"/>
          </a:xfrm>
          <a:prstGeom prst="rect">
            <a:avLst/>
          </a:prstGeom>
        </p:spPr>
        <p:txBody>
          <a:bodyPr/>
          <a:lstStyle>
            <a:lvl1pPr marL="0" indent="0">
              <a:buNone/>
              <a:defRPr sz="2000"/>
            </a:lvl1pPr>
          </a:lstStyle>
          <a:p>
            <a:pPr lvl="0"/>
            <a:r>
              <a:rPr lang="en-US"/>
              <a:t>Click to edit Master text styles</a:t>
            </a:r>
          </a:p>
        </p:txBody>
      </p:sp>
      <p:sp>
        <p:nvSpPr>
          <p:cNvPr id="6" name="Content Placeholder 5">
            <a:extLst>
              <a:ext uri="{FF2B5EF4-FFF2-40B4-BE49-F238E27FC236}">
                <a16:creationId xmlns:a16="http://schemas.microsoft.com/office/drawing/2014/main" id="{ED206EF9-7A5E-4870-85CB-E9648D651216}"/>
              </a:ext>
            </a:extLst>
          </p:cNvPr>
          <p:cNvSpPr>
            <a:spLocks noGrp="1"/>
          </p:cNvSpPr>
          <p:nvPr>
            <p:ph sz="quarter" idx="11"/>
          </p:nvPr>
        </p:nvSpPr>
        <p:spPr>
          <a:xfrm>
            <a:off x="353011" y="714413"/>
            <a:ext cx="11325225" cy="328417"/>
          </a:xfrm>
          <a:prstGeom prst="rect">
            <a:avLst/>
          </a:prstGeom>
        </p:spPr>
        <p:txBody>
          <a:bodyPr/>
          <a:lstStyle>
            <a:lvl1pPr marL="0" indent="0">
              <a:spcBef>
                <a:spcPts val="0"/>
              </a:spcBef>
              <a:buNone/>
              <a:defRPr sz="1800">
                <a:solidFill>
                  <a:srgbClr val="7F7F7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7" name="Title 8">
            <a:extLst>
              <a:ext uri="{FF2B5EF4-FFF2-40B4-BE49-F238E27FC236}">
                <a16:creationId xmlns:a16="http://schemas.microsoft.com/office/drawing/2014/main" id="{4AFD5DC0-6F2D-FB48-9133-1C1AB03772AF}"/>
              </a:ext>
            </a:extLst>
          </p:cNvPr>
          <p:cNvSpPr>
            <a:spLocks noGrp="1"/>
          </p:cNvSpPr>
          <p:nvPr>
            <p:ph type="title"/>
          </p:nvPr>
        </p:nvSpPr>
        <p:spPr>
          <a:xfrm>
            <a:off x="353011" y="264872"/>
            <a:ext cx="11325224" cy="454220"/>
          </a:xfrm>
          <a:prstGeom prst="rect">
            <a:avLst/>
          </a:prstGeom>
        </p:spPr>
        <p:txBody>
          <a:bodyPr/>
          <a:lstStyle>
            <a:lvl1pPr>
              <a:defRPr sz="2800" b="1"/>
            </a:lvl1pPr>
          </a:lstStyle>
          <a:p>
            <a:r>
              <a:rPr lang="en-US"/>
              <a:t>Click to edit Master title style</a:t>
            </a:r>
          </a:p>
        </p:txBody>
      </p:sp>
    </p:spTree>
    <p:extLst>
      <p:ext uri="{BB962C8B-B14F-4D97-AF65-F5344CB8AC3E}">
        <p14:creationId xmlns:p14="http://schemas.microsoft.com/office/powerpoint/2010/main" val="23777436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bg>
      <p:bgRef idx="1001">
        <a:schemeClr val="bg2"/>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D08E66-8053-4D11-95BC-7783CD2B7CB3}"/>
              </a:ext>
            </a:extLst>
          </p:cNvPr>
          <p:cNvSpPr>
            <a:spLocks noGrp="1"/>
          </p:cNvSpPr>
          <p:nvPr>
            <p:ph sz="half" idx="1"/>
          </p:nvPr>
        </p:nvSpPr>
        <p:spPr>
          <a:xfrm>
            <a:off x="353012" y="1548063"/>
            <a:ext cx="5480934" cy="4624139"/>
          </a:xfrm>
          <a:prstGeom prst="rect">
            <a:avLst/>
          </a:prstGeom>
        </p:spPr>
        <p:txBody>
          <a:bodyPr/>
          <a:lstStyle>
            <a:lvl1pPr>
              <a:defRPr sz="20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F28436F6-CB19-4101-8AE4-90FD7C247F7C}"/>
              </a:ext>
            </a:extLst>
          </p:cNvPr>
          <p:cNvSpPr>
            <a:spLocks noGrp="1"/>
          </p:cNvSpPr>
          <p:nvPr>
            <p:ph sz="half" idx="2"/>
          </p:nvPr>
        </p:nvSpPr>
        <p:spPr>
          <a:xfrm>
            <a:off x="6172200" y="1548063"/>
            <a:ext cx="5490713" cy="4624139"/>
          </a:xfrm>
          <a:prstGeom prst="rect">
            <a:avLst/>
          </a:prstGeom>
        </p:spPr>
        <p:txBody>
          <a:bodyPr/>
          <a:lstStyle>
            <a:lvl1pPr>
              <a:defRPr sz="20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9" name="Title 8">
            <a:extLst>
              <a:ext uri="{FF2B5EF4-FFF2-40B4-BE49-F238E27FC236}">
                <a16:creationId xmlns:a16="http://schemas.microsoft.com/office/drawing/2014/main" id="{99C4C6F1-D6A6-E043-BDB7-91B80C3B05EF}"/>
              </a:ext>
            </a:extLst>
          </p:cNvPr>
          <p:cNvSpPr>
            <a:spLocks noGrp="1"/>
          </p:cNvSpPr>
          <p:nvPr>
            <p:ph type="title"/>
          </p:nvPr>
        </p:nvSpPr>
        <p:spPr>
          <a:xfrm>
            <a:off x="353011" y="264872"/>
            <a:ext cx="11325224" cy="454220"/>
          </a:xfrm>
          <a:prstGeom prst="rect">
            <a:avLst/>
          </a:prstGeom>
        </p:spPr>
        <p:txBody>
          <a:bodyPr/>
          <a:lstStyle>
            <a:lvl1pPr>
              <a:defRPr sz="2800" b="1"/>
            </a:lvl1pPr>
          </a:lstStyle>
          <a:p>
            <a:r>
              <a:rPr lang="en-US"/>
              <a:t>Click to edit Master title style</a:t>
            </a:r>
          </a:p>
        </p:txBody>
      </p:sp>
      <p:sp>
        <p:nvSpPr>
          <p:cNvPr id="10" name="Content Placeholder 5">
            <a:extLst>
              <a:ext uri="{FF2B5EF4-FFF2-40B4-BE49-F238E27FC236}">
                <a16:creationId xmlns:a16="http://schemas.microsoft.com/office/drawing/2014/main" id="{1C568CD2-2B63-DD4C-9D31-F0701ED4186B}"/>
              </a:ext>
            </a:extLst>
          </p:cNvPr>
          <p:cNvSpPr>
            <a:spLocks noGrp="1"/>
          </p:cNvSpPr>
          <p:nvPr>
            <p:ph sz="quarter" idx="11"/>
          </p:nvPr>
        </p:nvSpPr>
        <p:spPr>
          <a:xfrm>
            <a:off x="353011" y="714413"/>
            <a:ext cx="11325225" cy="328417"/>
          </a:xfrm>
          <a:prstGeom prst="rect">
            <a:avLst/>
          </a:prstGeom>
        </p:spPr>
        <p:txBody>
          <a:bodyPr/>
          <a:lstStyle>
            <a:lvl1pPr marL="0" indent="0">
              <a:spcBef>
                <a:spcPts val="0"/>
              </a:spcBef>
              <a:buNone/>
              <a:defRPr sz="1800">
                <a:solidFill>
                  <a:srgbClr val="7F7F7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198171833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Headers">
    <p:bg>
      <p:bgRef idx="1001">
        <a:schemeClr val="bg2"/>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D08E66-8053-4D11-95BC-7783CD2B7CB3}"/>
              </a:ext>
            </a:extLst>
          </p:cNvPr>
          <p:cNvSpPr>
            <a:spLocks noGrp="1"/>
          </p:cNvSpPr>
          <p:nvPr>
            <p:ph sz="half" idx="1"/>
          </p:nvPr>
        </p:nvSpPr>
        <p:spPr>
          <a:xfrm>
            <a:off x="353011" y="2028290"/>
            <a:ext cx="5455101" cy="4143910"/>
          </a:xfrm>
          <a:prstGeom prst="rect">
            <a:avLst/>
          </a:prstGeom>
        </p:spPr>
        <p:txBody>
          <a:bodyPr/>
          <a:lstStyle>
            <a:lvl1pPr>
              <a:defRPr sz="20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F28436F6-CB19-4101-8AE4-90FD7C247F7C}"/>
              </a:ext>
            </a:extLst>
          </p:cNvPr>
          <p:cNvSpPr>
            <a:spLocks noGrp="1"/>
          </p:cNvSpPr>
          <p:nvPr>
            <p:ph sz="half" idx="2"/>
          </p:nvPr>
        </p:nvSpPr>
        <p:spPr>
          <a:xfrm>
            <a:off x="6172200" y="2028290"/>
            <a:ext cx="5464834" cy="4143910"/>
          </a:xfrm>
          <a:prstGeom prst="rect">
            <a:avLst/>
          </a:prstGeom>
        </p:spPr>
        <p:txBody>
          <a:bodyPr/>
          <a:lstStyle>
            <a:lvl1pPr>
              <a:defRPr sz="20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7" name="Content Placeholder 6">
            <a:extLst>
              <a:ext uri="{FF2B5EF4-FFF2-40B4-BE49-F238E27FC236}">
                <a16:creationId xmlns:a16="http://schemas.microsoft.com/office/drawing/2014/main" id="{C9980EFF-5FB5-45CE-A9BD-D666283A038B}"/>
              </a:ext>
            </a:extLst>
          </p:cNvPr>
          <p:cNvSpPr>
            <a:spLocks noGrp="1"/>
          </p:cNvSpPr>
          <p:nvPr>
            <p:ph sz="quarter" idx="11"/>
          </p:nvPr>
        </p:nvSpPr>
        <p:spPr>
          <a:xfrm>
            <a:off x="353011" y="1422132"/>
            <a:ext cx="5464834" cy="492125"/>
          </a:xfrm>
          <a:prstGeom prst="rect">
            <a:avLst/>
          </a:prstGeom>
        </p:spPr>
        <p:txBody>
          <a:bodyPr anchor="b" anchorCtr="0"/>
          <a:lstStyle>
            <a:lvl1pPr marL="0" indent="0">
              <a:buNone/>
              <a:defRPr sz="2000" b="1"/>
            </a:lvl1pPr>
          </a:lstStyle>
          <a:p>
            <a:pPr lvl="0"/>
            <a:r>
              <a:rPr lang="en-US"/>
              <a:t>Click to edit Master text styles</a:t>
            </a:r>
          </a:p>
        </p:txBody>
      </p:sp>
      <p:sp>
        <p:nvSpPr>
          <p:cNvPr id="9" name="Content Placeholder 8">
            <a:extLst>
              <a:ext uri="{FF2B5EF4-FFF2-40B4-BE49-F238E27FC236}">
                <a16:creationId xmlns:a16="http://schemas.microsoft.com/office/drawing/2014/main" id="{90AA6322-8944-4AD5-9E39-786F3C6C7257}"/>
              </a:ext>
            </a:extLst>
          </p:cNvPr>
          <p:cNvSpPr>
            <a:spLocks noGrp="1"/>
          </p:cNvSpPr>
          <p:nvPr>
            <p:ph sz="quarter" idx="12"/>
          </p:nvPr>
        </p:nvSpPr>
        <p:spPr>
          <a:xfrm>
            <a:off x="6172200" y="1422132"/>
            <a:ext cx="5464834" cy="492125"/>
          </a:xfrm>
          <a:prstGeom prst="rect">
            <a:avLst/>
          </a:prstGeom>
        </p:spPr>
        <p:txBody>
          <a:bodyPr anchor="b" anchorCtr="0"/>
          <a:lstStyle>
            <a:lvl1pPr marL="0" indent="0">
              <a:buNone/>
              <a:defRPr sz="2000" b="1"/>
            </a:lvl1pPr>
          </a:lstStyle>
          <a:p>
            <a:pPr lvl="0"/>
            <a:r>
              <a:rPr lang="en-US"/>
              <a:t>Click to edit Master text styles</a:t>
            </a:r>
          </a:p>
        </p:txBody>
      </p:sp>
      <p:sp>
        <p:nvSpPr>
          <p:cNvPr id="11" name="Title 8">
            <a:extLst>
              <a:ext uri="{FF2B5EF4-FFF2-40B4-BE49-F238E27FC236}">
                <a16:creationId xmlns:a16="http://schemas.microsoft.com/office/drawing/2014/main" id="{440A9D76-FD6B-164C-A524-E7A9AA0EF619}"/>
              </a:ext>
            </a:extLst>
          </p:cNvPr>
          <p:cNvSpPr>
            <a:spLocks noGrp="1"/>
          </p:cNvSpPr>
          <p:nvPr>
            <p:ph type="title"/>
          </p:nvPr>
        </p:nvSpPr>
        <p:spPr>
          <a:xfrm>
            <a:off x="353011" y="264872"/>
            <a:ext cx="11325224" cy="454220"/>
          </a:xfrm>
          <a:prstGeom prst="rect">
            <a:avLst/>
          </a:prstGeom>
        </p:spPr>
        <p:txBody>
          <a:bodyPr/>
          <a:lstStyle>
            <a:lvl1pPr>
              <a:defRPr sz="2800" b="1"/>
            </a:lvl1pPr>
          </a:lstStyle>
          <a:p>
            <a:r>
              <a:rPr lang="en-US"/>
              <a:t>Click to edit Master title style</a:t>
            </a:r>
          </a:p>
        </p:txBody>
      </p:sp>
      <p:sp>
        <p:nvSpPr>
          <p:cNvPr id="12" name="Content Placeholder 5">
            <a:extLst>
              <a:ext uri="{FF2B5EF4-FFF2-40B4-BE49-F238E27FC236}">
                <a16:creationId xmlns:a16="http://schemas.microsoft.com/office/drawing/2014/main" id="{22D6A9CA-11B8-3D48-A373-AAA5E9C13318}"/>
              </a:ext>
            </a:extLst>
          </p:cNvPr>
          <p:cNvSpPr>
            <a:spLocks noGrp="1"/>
          </p:cNvSpPr>
          <p:nvPr>
            <p:ph sz="quarter" idx="15"/>
          </p:nvPr>
        </p:nvSpPr>
        <p:spPr>
          <a:xfrm>
            <a:off x="353011" y="714413"/>
            <a:ext cx="11325225" cy="328417"/>
          </a:xfrm>
          <a:prstGeom prst="rect">
            <a:avLst/>
          </a:prstGeom>
        </p:spPr>
        <p:txBody>
          <a:bodyPr/>
          <a:lstStyle>
            <a:lvl1pPr marL="0" indent="0">
              <a:spcBef>
                <a:spcPts val="0"/>
              </a:spcBef>
              <a:buNone/>
              <a:defRPr sz="1800">
                <a:solidFill>
                  <a:srgbClr val="7F7F7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24896899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ree Content Headers">
    <p:bg>
      <p:bgRef idx="1001">
        <a:schemeClr val="bg2"/>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D08E66-8053-4D11-95BC-7783CD2B7CB3}"/>
              </a:ext>
            </a:extLst>
          </p:cNvPr>
          <p:cNvSpPr>
            <a:spLocks noGrp="1"/>
          </p:cNvSpPr>
          <p:nvPr>
            <p:ph sz="half" idx="1"/>
          </p:nvPr>
        </p:nvSpPr>
        <p:spPr>
          <a:xfrm>
            <a:off x="353011" y="2028288"/>
            <a:ext cx="3730752" cy="4143911"/>
          </a:xfrm>
          <a:prstGeom prst="rect">
            <a:avLst/>
          </a:prstGeom>
        </p:spPr>
        <p:txBody>
          <a:bodyPr rIns="0"/>
          <a:lstStyle>
            <a:lvl1pPr>
              <a:defRPr sz="20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F28436F6-CB19-4101-8AE4-90FD7C247F7C}"/>
              </a:ext>
            </a:extLst>
          </p:cNvPr>
          <p:cNvSpPr>
            <a:spLocks noGrp="1"/>
          </p:cNvSpPr>
          <p:nvPr>
            <p:ph sz="half" idx="2"/>
          </p:nvPr>
        </p:nvSpPr>
        <p:spPr>
          <a:xfrm>
            <a:off x="4229100" y="2028288"/>
            <a:ext cx="3733800" cy="4143911"/>
          </a:xfrm>
          <a:prstGeom prst="rect">
            <a:avLst/>
          </a:prstGeom>
        </p:spPr>
        <p:txBody>
          <a:bodyPr rIns="0"/>
          <a:lstStyle>
            <a:lvl1pPr>
              <a:defRPr sz="20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7" name="Content Placeholder 6">
            <a:extLst>
              <a:ext uri="{FF2B5EF4-FFF2-40B4-BE49-F238E27FC236}">
                <a16:creationId xmlns:a16="http://schemas.microsoft.com/office/drawing/2014/main" id="{C9980EFF-5FB5-45CE-A9BD-D666283A038B}"/>
              </a:ext>
            </a:extLst>
          </p:cNvPr>
          <p:cNvSpPr>
            <a:spLocks noGrp="1"/>
          </p:cNvSpPr>
          <p:nvPr>
            <p:ph sz="quarter" idx="11"/>
          </p:nvPr>
        </p:nvSpPr>
        <p:spPr>
          <a:xfrm>
            <a:off x="352927" y="1422132"/>
            <a:ext cx="3730752" cy="492125"/>
          </a:xfrm>
          <a:prstGeom prst="rect">
            <a:avLst/>
          </a:prstGeom>
        </p:spPr>
        <p:txBody>
          <a:bodyPr rIns="0" anchor="b" anchorCtr="0"/>
          <a:lstStyle>
            <a:lvl1pPr marL="0" indent="0">
              <a:buNone/>
              <a:defRPr sz="2000" b="1"/>
            </a:lvl1pPr>
          </a:lstStyle>
          <a:p>
            <a:pPr lvl="0"/>
            <a:r>
              <a:rPr lang="en-US"/>
              <a:t>Click to edit Master text styles</a:t>
            </a:r>
          </a:p>
        </p:txBody>
      </p:sp>
      <p:sp>
        <p:nvSpPr>
          <p:cNvPr id="9" name="Content Placeholder 8">
            <a:extLst>
              <a:ext uri="{FF2B5EF4-FFF2-40B4-BE49-F238E27FC236}">
                <a16:creationId xmlns:a16="http://schemas.microsoft.com/office/drawing/2014/main" id="{90AA6322-8944-4AD5-9E39-786F3C6C7257}"/>
              </a:ext>
            </a:extLst>
          </p:cNvPr>
          <p:cNvSpPr>
            <a:spLocks noGrp="1"/>
          </p:cNvSpPr>
          <p:nvPr>
            <p:ph sz="quarter" idx="12"/>
          </p:nvPr>
        </p:nvSpPr>
        <p:spPr>
          <a:xfrm>
            <a:off x="4229101" y="1422132"/>
            <a:ext cx="3733800" cy="492125"/>
          </a:xfrm>
          <a:prstGeom prst="rect">
            <a:avLst/>
          </a:prstGeom>
        </p:spPr>
        <p:txBody>
          <a:bodyPr rIns="0" anchor="b" anchorCtr="0"/>
          <a:lstStyle>
            <a:lvl1pPr marL="0" indent="0">
              <a:buNone/>
              <a:defRPr sz="2000" b="1"/>
            </a:lvl1pPr>
          </a:lstStyle>
          <a:p>
            <a:pPr lvl="0"/>
            <a:r>
              <a:rPr lang="en-US"/>
              <a:t>Click to edit Master text styles</a:t>
            </a:r>
          </a:p>
        </p:txBody>
      </p:sp>
      <p:sp>
        <p:nvSpPr>
          <p:cNvPr id="10" name="Content Placeholder 5">
            <a:extLst>
              <a:ext uri="{FF2B5EF4-FFF2-40B4-BE49-F238E27FC236}">
                <a16:creationId xmlns:a16="http://schemas.microsoft.com/office/drawing/2014/main" id="{3E835A04-0F48-4637-95EB-20ADEE46E18B}"/>
              </a:ext>
            </a:extLst>
          </p:cNvPr>
          <p:cNvSpPr>
            <a:spLocks noGrp="1"/>
          </p:cNvSpPr>
          <p:nvPr>
            <p:ph sz="quarter" idx="13"/>
          </p:nvPr>
        </p:nvSpPr>
        <p:spPr>
          <a:xfrm>
            <a:off x="352927" y="714413"/>
            <a:ext cx="11325225" cy="328417"/>
          </a:xfrm>
          <a:prstGeom prst="rect">
            <a:avLst/>
          </a:prstGeom>
        </p:spPr>
        <p:txBody>
          <a:bodyPr/>
          <a:lstStyle>
            <a:lvl1pPr marL="0" indent="0">
              <a:spcBef>
                <a:spcPts val="0"/>
              </a:spcBef>
              <a:buNone/>
              <a:defRPr sz="1800">
                <a:solidFill>
                  <a:srgbClr val="7F7F7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1" name="Content Placeholder 3">
            <a:extLst>
              <a:ext uri="{FF2B5EF4-FFF2-40B4-BE49-F238E27FC236}">
                <a16:creationId xmlns:a16="http://schemas.microsoft.com/office/drawing/2014/main" id="{7FFF4896-FE8E-4B69-A264-9B940A08F14A}"/>
              </a:ext>
            </a:extLst>
          </p:cNvPr>
          <p:cNvSpPr>
            <a:spLocks noGrp="1"/>
          </p:cNvSpPr>
          <p:nvPr>
            <p:ph sz="half" idx="14"/>
          </p:nvPr>
        </p:nvSpPr>
        <p:spPr>
          <a:xfrm>
            <a:off x="8115301" y="2028288"/>
            <a:ext cx="3733800" cy="4143911"/>
          </a:xfrm>
          <a:prstGeom prst="rect">
            <a:avLst/>
          </a:prstGeom>
        </p:spPr>
        <p:txBody>
          <a:bodyPr rIns="0"/>
          <a:lstStyle>
            <a:lvl1pPr>
              <a:defRPr sz="20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2" name="Content Placeholder 8">
            <a:extLst>
              <a:ext uri="{FF2B5EF4-FFF2-40B4-BE49-F238E27FC236}">
                <a16:creationId xmlns:a16="http://schemas.microsoft.com/office/drawing/2014/main" id="{AC870123-28AF-4AA3-9F7A-EE02449F9FBF}"/>
              </a:ext>
            </a:extLst>
          </p:cNvPr>
          <p:cNvSpPr>
            <a:spLocks noGrp="1"/>
          </p:cNvSpPr>
          <p:nvPr>
            <p:ph sz="quarter" idx="15"/>
          </p:nvPr>
        </p:nvSpPr>
        <p:spPr>
          <a:xfrm>
            <a:off x="8115301" y="1422132"/>
            <a:ext cx="3733800" cy="492125"/>
          </a:xfrm>
          <a:prstGeom prst="rect">
            <a:avLst/>
          </a:prstGeom>
        </p:spPr>
        <p:txBody>
          <a:bodyPr rIns="0" anchor="b" anchorCtr="0"/>
          <a:lstStyle>
            <a:lvl1pPr marL="0" indent="0">
              <a:buNone/>
              <a:defRPr sz="2000" b="1"/>
            </a:lvl1pPr>
          </a:lstStyle>
          <a:p>
            <a:pPr lvl="0"/>
            <a:r>
              <a:rPr lang="en-US"/>
              <a:t>Click to edit Master text styles</a:t>
            </a:r>
          </a:p>
        </p:txBody>
      </p:sp>
      <p:sp>
        <p:nvSpPr>
          <p:cNvPr id="13" name="Title 8">
            <a:extLst>
              <a:ext uri="{FF2B5EF4-FFF2-40B4-BE49-F238E27FC236}">
                <a16:creationId xmlns:a16="http://schemas.microsoft.com/office/drawing/2014/main" id="{C94EA463-E60E-2641-889F-336DB62640D0}"/>
              </a:ext>
            </a:extLst>
          </p:cNvPr>
          <p:cNvSpPr>
            <a:spLocks noGrp="1"/>
          </p:cNvSpPr>
          <p:nvPr>
            <p:ph type="title"/>
          </p:nvPr>
        </p:nvSpPr>
        <p:spPr>
          <a:xfrm>
            <a:off x="353010" y="264872"/>
            <a:ext cx="11325141" cy="454220"/>
          </a:xfrm>
          <a:prstGeom prst="rect">
            <a:avLst/>
          </a:prstGeom>
        </p:spPr>
        <p:txBody>
          <a:bodyPr/>
          <a:lstStyle>
            <a:lvl1pPr>
              <a:defRPr sz="2800" b="1"/>
            </a:lvl1pPr>
          </a:lstStyle>
          <a:p>
            <a:r>
              <a:rPr lang="en-US"/>
              <a:t>Click to edit Master title style</a:t>
            </a:r>
          </a:p>
        </p:txBody>
      </p:sp>
    </p:spTree>
    <p:extLst>
      <p:ext uri="{BB962C8B-B14F-4D97-AF65-F5344CB8AC3E}">
        <p14:creationId xmlns:p14="http://schemas.microsoft.com/office/powerpoint/2010/main" val="32758140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Content">
    <p:bg>
      <p:bgRef idx="1001">
        <a:schemeClr val="bg2"/>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D08E66-8053-4D11-95BC-7783CD2B7CB3}"/>
              </a:ext>
            </a:extLst>
          </p:cNvPr>
          <p:cNvSpPr>
            <a:spLocks noGrp="1"/>
          </p:cNvSpPr>
          <p:nvPr>
            <p:ph sz="half" idx="1"/>
          </p:nvPr>
        </p:nvSpPr>
        <p:spPr>
          <a:xfrm>
            <a:off x="353012" y="1548063"/>
            <a:ext cx="3723688" cy="4624138"/>
          </a:xfrm>
          <a:prstGeom prst="rect">
            <a:avLst/>
          </a:prstGeom>
        </p:spPr>
        <p:txBody>
          <a:bodyPr/>
          <a:lstStyle>
            <a:lvl1pPr>
              <a:defRPr sz="20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F28436F6-CB19-4101-8AE4-90FD7C247F7C}"/>
              </a:ext>
            </a:extLst>
          </p:cNvPr>
          <p:cNvSpPr>
            <a:spLocks noGrp="1"/>
          </p:cNvSpPr>
          <p:nvPr>
            <p:ph sz="half" idx="2"/>
          </p:nvPr>
        </p:nvSpPr>
        <p:spPr>
          <a:xfrm>
            <a:off x="4229100" y="1548063"/>
            <a:ext cx="3733800" cy="4624138"/>
          </a:xfrm>
          <a:prstGeom prst="rect">
            <a:avLst/>
          </a:prstGeom>
        </p:spPr>
        <p:txBody>
          <a:bodyPr/>
          <a:lstStyle>
            <a:lvl1pPr>
              <a:defRPr sz="20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11" name="Content Placeholder 3">
            <a:extLst>
              <a:ext uri="{FF2B5EF4-FFF2-40B4-BE49-F238E27FC236}">
                <a16:creationId xmlns:a16="http://schemas.microsoft.com/office/drawing/2014/main" id="{7FFF4896-FE8E-4B69-A264-9B940A08F14A}"/>
              </a:ext>
            </a:extLst>
          </p:cNvPr>
          <p:cNvSpPr>
            <a:spLocks noGrp="1"/>
          </p:cNvSpPr>
          <p:nvPr>
            <p:ph sz="half" idx="14"/>
          </p:nvPr>
        </p:nvSpPr>
        <p:spPr>
          <a:xfrm>
            <a:off x="8115300" y="1548063"/>
            <a:ext cx="3733800" cy="4624138"/>
          </a:xfrm>
          <a:prstGeom prst="rect">
            <a:avLst/>
          </a:prstGeom>
        </p:spPr>
        <p:txBody>
          <a:bodyPr/>
          <a:lstStyle>
            <a:lvl1pPr>
              <a:defRPr sz="2000"/>
            </a:lvl1pPr>
            <a:lvl2pPr>
              <a:defRPr sz="1600"/>
            </a:lvl2pPr>
            <a:lvl3pPr>
              <a:defRPr sz="1400"/>
            </a:lvl3pPr>
          </a:lstStyle>
          <a:p>
            <a:pPr lvl="0"/>
            <a:r>
              <a:rPr lang="en-US"/>
              <a:t>Click to edit Master text styles</a:t>
            </a:r>
          </a:p>
          <a:p>
            <a:pPr lvl="1"/>
            <a:r>
              <a:rPr lang="en-US"/>
              <a:t>Second level</a:t>
            </a:r>
          </a:p>
          <a:p>
            <a:pPr lvl="2"/>
            <a:r>
              <a:rPr lang="en-US"/>
              <a:t>Third level</a:t>
            </a:r>
          </a:p>
        </p:txBody>
      </p:sp>
      <p:sp>
        <p:nvSpPr>
          <p:cNvPr id="9" name="Title 8">
            <a:extLst>
              <a:ext uri="{FF2B5EF4-FFF2-40B4-BE49-F238E27FC236}">
                <a16:creationId xmlns:a16="http://schemas.microsoft.com/office/drawing/2014/main" id="{FAF5A679-35EC-A74C-9CED-60AED5B41B0A}"/>
              </a:ext>
            </a:extLst>
          </p:cNvPr>
          <p:cNvSpPr>
            <a:spLocks noGrp="1"/>
          </p:cNvSpPr>
          <p:nvPr>
            <p:ph type="title"/>
          </p:nvPr>
        </p:nvSpPr>
        <p:spPr>
          <a:xfrm>
            <a:off x="353010" y="264870"/>
            <a:ext cx="11325225" cy="454221"/>
          </a:xfrm>
          <a:prstGeom prst="rect">
            <a:avLst/>
          </a:prstGeom>
        </p:spPr>
        <p:txBody>
          <a:bodyPr/>
          <a:lstStyle>
            <a:lvl1pPr>
              <a:defRPr sz="2800" b="1"/>
            </a:lvl1pPr>
          </a:lstStyle>
          <a:p>
            <a:r>
              <a:rPr lang="en-US"/>
              <a:t>Click to edit Master title style</a:t>
            </a:r>
          </a:p>
        </p:txBody>
      </p:sp>
      <p:sp>
        <p:nvSpPr>
          <p:cNvPr id="12" name="Content Placeholder 5">
            <a:extLst>
              <a:ext uri="{FF2B5EF4-FFF2-40B4-BE49-F238E27FC236}">
                <a16:creationId xmlns:a16="http://schemas.microsoft.com/office/drawing/2014/main" id="{601F1F1D-896D-104A-817E-36CD0D88E0D5}"/>
              </a:ext>
            </a:extLst>
          </p:cNvPr>
          <p:cNvSpPr>
            <a:spLocks noGrp="1"/>
          </p:cNvSpPr>
          <p:nvPr>
            <p:ph sz="quarter" idx="11"/>
          </p:nvPr>
        </p:nvSpPr>
        <p:spPr>
          <a:xfrm>
            <a:off x="353011" y="714413"/>
            <a:ext cx="11325225" cy="328417"/>
          </a:xfrm>
          <a:prstGeom prst="rect">
            <a:avLst/>
          </a:prstGeom>
        </p:spPr>
        <p:txBody>
          <a:bodyPr/>
          <a:lstStyle>
            <a:lvl1pPr marL="0" indent="0">
              <a:spcBef>
                <a:spcPts val="0"/>
              </a:spcBef>
              <a:buNone/>
              <a:defRPr sz="1800">
                <a:solidFill>
                  <a:srgbClr val="7F7F7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12860741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with Content Layout">
    <p:bg>
      <p:bgRef idx="1001">
        <a:schemeClr val="bg2"/>
      </p:bgRef>
    </p:bg>
    <p:spTree>
      <p:nvGrpSpPr>
        <p:cNvPr id="1" name=""/>
        <p:cNvGrpSpPr/>
        <p:nvPr/>
      </p:nvGrpSpPr>
      <p:grpSpPr>
        <a:xfrm>
          <a:off x="0" y="0"/>
          <a:ext cx="0" cy="0"/>
          <a:chOff x="0" y="0"/>
          <a:chExt cx="0" cy="0"/>
        </a:xfrm>
      </p:grpSpPr>
      <p:sp>
        <p:nvSpPr>
          <p:cNvPr id="8" name="Content Placeholder 5">
            <a:extLst>
              <a:ext uri="{FF2B5EF4-FFF2-40B4-BE49-F238E27FC236}">
                <a16:creationId xmlns:a16="http://schemas.microsoft.com/office/drawing/2014/main" id="{2D2B9D67-E891-4A7D-B427-9E1CE8F8D7FA}"/>
              </a:ext>
            </a:extLst>
          </p:cNvPr>
          <p:cNvSpPr>
            <a:spLocks noGrp="1"/>
          </p:cNvSpPr>
          <p:nvPr>
            <p:ph sz="quarter" idx="11"/>
          </p:nvPr>
        </p:nvSpPr>
        <p:spPr>
          <a:xfrm>
            <a:off x="353059" y="714413"/>
            <a:ext cx="11325225" cy="328417"/>
          </a:xfrm>
          <a:prstGeom prst="rect">
            <a:avLst/>
          </a:prstGeom>
        </p:spPr>
        <p:txBody>
          <a:bodyPr/>
          <a:lstStyle>
            <a:lvl1pPr marL="0" indent="0">
              <a:spcBef>
                <a:spcPts val="0"/>
              </a:spcBef>
              <a:buNone/>
              <a:defRPr sz="1800">
                <a:solidFill>
                  <a:srgbClr val="7F7F7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0" name="Chart Placeholder 9">
            <a:extLst>
              <a:ext uri="{FF2B5EF4-FFF2-40B4-BE49-F238E27FC236}">
                <a16:creationId xmlns:a16="http://schemas.microsoft.com/office/drawing/2014/main" id="{24C8732E-ED17-4BE0-8B2C-BAB74A25E81F}"/>
              </a:ext>
            </a:extLst>
          </p:cNvPr>
          <p:cNvSpPr>
            <a:spLocks noGrp="1"/>
          </p:cNvSpPr>
          <p:nvPr>
            <p:ph type="chart" sz="quarter" idx="12"/>
          </p:nvPr>
        </p:nvSpPr>
        <p:spPr>
          <a:xfrm>
            <a:off x="353011" y="1509445"/>
            <a:ext cx="7620000" cy="4662755"/>
          </a:xfrm>
          <a:prstGeom prst="rect">
            <a:avLst/>
          </a:prstGeom>
        </p:spPr>
        <p:txBody>
          <a:bodyPr/>
          <a:lstStyle>
            <a:lvl1pPr marL="0" indent="0" algn="ctr">
              <a:buNone/>
              <a:defRPr sz="2000"/>
            </a:lvl1pPr>
          </a:lstStyle>
          <a:p>
            <a:r>
              <a:rPr lang="en-US"/>
              <a:t>Click icon to add chart</a:t>
            </a:r>
          </a:p>
        </p:txBody>
      </p:sp>
      <p:sp>
        <p:nvSpPr>
          <p:cNvPr id="7" name="Content Placeholder 3">
            <a:extLst>
              <a:ext uri="{FF2B5EF4-FFF2-40B4-BE49-F238E27FC236}">
                <a16:creationId xmlns:a16="http://schemas.microsoft.com/office/drawing/2014/main" id="{F5A8147F-1D62-4A82-AEBB-01BCA8FC32C6}"/>
              </a:ext>
            </a:extLst>
          </p:cNvPr>
          <p:cNvSpPr>
            <a:spLocks noGrp="1"/>
          </p:cNvSpPr>
          <p:nvPr>
            <p:ph sz="half" idx="14"/>
          </p:nvPr>
        </p:nvSpPr>
        <p:spPr>
          <a:xfrm>
            <a:off x="8115300" y="1509445"/>
            <a:ext cx="3733800" cy="4662755"/>
          </a:xfrm>
          <a:prstGeom prst="rect">
            <a:avLst/>
          </a:prstGeom>
        </p:spPr>
        <p:txBody>
          <a:bodyPr/>
          <a:lstStyle>
            <a:lvl1pPr>
              <a:defRPr sz="18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9" name="Title 8">
            <a:extLst>
              <a:ext uri="{FF2B5EF4-FFF2-40B4-BE49-F238E27FC236}">
                <a16:creationId xmlns:a16="http://schemas.microsoft.com/office/drawing/2014/main" id="{B0A65F7F-67BD-014C-B60D-D860B0C76707}"/>
              </a:ext>
            </a:extLst>
          </p:cNvPr>
          <p:cNvSpPr>
            <a:spLocks noGrp="1"/>
          </p:cNvSpPr>
          <p:nvPr>
            <p:ph type="title"/>
          </p:nvPr>
        </p:nvSpPr>
        <p:spPr>
          <a:xfrm>
            <a:off x="353010" y="264872"/>
            <a:ext cx="11325225" cy="454220"/>
          </a:xfrm>
          <a:prstGeom prst="rect">
            <a:avLst/>
          </a:prstGeom>
        </p:spPr>
        <p:txBody>
          <a:bodyPr/>
          <a:lstStyle>
            <a:lvl1pPr>
              <a:defRPr sz="2800" b="1"/>
            </a:lvl1pPr>
          </a:lstStyle>
          <a:p>
            <a:r>
              <a:rPr lang="en-US"/>
              <a:t>Click to edit Master title style</a:t>
            </a:r>
          </a:p>
        </p:txBody>
      </p:sp>
    </p:spTree>
    <p:extLst>
      <p:ext uri="{BB962C8B-B14F-4D97-AF65-F5344CB8AC3E}">
        <p14:creationId xmlns:p14="http://schemas.microsoft.com/office/powerpoint/2010/main" val="26954257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art with Caption Layout">
    <p:bg>
      <p:bgRef idx="1001">
        <a:schemeClr val="bg2"/>
      </p:bgRef>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28436F6-CB19-4101-8AE4-90FD7C247F7C}"/>
              </a:ext>
            </a:extLst>
          </p:cNvPr>
          <p:cNvSpPr>
            <a:spLocks noGrp="1"/>
          </p:cNvSpPr>
          <p:nvPr>
            <p:ph sz="half" idx="2"/>
          </p:nvPr>
        </p:nvSpPr>
        <p:spPr>
          <a:xfrm>
            <a:off x="8115300" y="1551811"/>
            <a:ext cx="3733800" cy="4655028"/>
          </a:xfrm>
          <a:prstGeom prst="rect">
            <a:avLst/>
          </a:prstGeom>
        </p:spPr>
        <p:txBody>
          <a:bodyPr/>
          <a:lstStyle>
            <a:lvl1pPr marL="0" indent="0">
              <a:buNone/>
              <a:defRPr sz="1800"/>
            </a:lvl1pPr>
            <a:lvl2pPr>
              <a:defRPr sz="1600"/>
            </a:lvl2pPr>
            <a:lvl3pPr>
              <a:defRPr sz="1400"/>
            </a:lvl3pPr>
          </a:lstStyle>
          <a:p>
            <a:pPr lvl="0"/>
            <a:r>
              <a:rPr lang="en-US"/>
              <a:t>Click to edit Master text styles</a:t>
            </a:r>
          </a:p>
        </p:txBody>
      </p:sp>
      <p:sp>
        <p:nvSpPr>
          <p:cNvPr id="8" name="Content Placeholder 5">
            <a:extLst>
              <a:ext uri="{FF2B5EF4-FFF2-40B4-BE49-F238E27FC236}">
                <a16:creationId xmlns:a16="http://schemas.microsoft.com/office/drawing/2014/main" id="{2D2B9D67-E891-4A7D-B427-9E1CE8F8D7FA}"/>
              </a:ext>
            </a:extLst>
          </p:cNvPr>
          <p:cNvSpPr>
            <a:spLocks noGrp="1"/>
          </p:cNvSpPr>
          <p:nvPr>
            <p:ph sz="quarter" idx="11"/>
          </p:nvPr>
        </p:nvSpPr>
        <p:spPr>
          <a:xfrm>
            <a:off x="353059" y="714413"/>
            <a:ext cx="11325225" cy="328417"/>
          </a:xfrm>
          <a:prstGeom prst="rect">
            <a:avLst/>
          </a:prstGeom>
        </p:spPr>
        <p:txBody>
          <a:bodyPr/>
          <a:lstStyle>
            <a:lvl1pPr marL="0" indent="0">
              <a:spcBef>
                <a:spcPts val="0"/>
              </a:spcBef>
              <a:buNone/>
              <a:defRPr sz="1800">
                <a:solidFill>
                  <a:srgbClr val="7F7F7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0" name="Chart Placeholder 9">
            <a:extLst>
              <a:ext uri="{FF2B5EF4-FFF2-40B4-BE49-F238E27FC236}">
                <a16:creationId xmlns:a16="http://schemas.microsoft.com/office/drawing/2014/main" id="{24C8732E-ED17-4BE0-8B2C-BAB74A25E81F}"/>
              </a:ext>
            </a:extLst>
          </p:cNvPr>
          <p:cNvSpPr>
            <a:spLocks noGrp="1"/>
          </p:cNvSpPr>
          <p:nvPr>
            <p:ph type="chart" sz="quarter" idx="12"/>
          </p:nvPr>
        </p:nvSpPr>
        <p:spPr>
          <a:xfrm>
            <a:off x="353011" y="1557070"/>
            <a:ext cx="7620000" cy="4615130"/>
          </a:xfrm>
          <a:prstGeom prst="rect">
            <a:avLst/>
          </a:prstGeom>
        </p:spPr>
        <p:txBody>
          <a:bodyPr/>
          <a:lstStyle>
            <a:lvl1pPr marL="0" indent="0" algn="ctr">
              <a:buNone/>
              <a:defRPr sz="2000"/>
            </a:lvl1pPr>
          </a:lstStyle>
          <a:p>
            <a:r>
              <a:rPr lang="en-US"/>
              <a:t>Click icon to add chart</a:t>
            </a:r>
          </a:p>
        </p:txBody>
      </p:sp>
      <p:sp>
        <p:nvSpPr>
          <p:cNvPr id="9" name="Title 8">
            <a:extLst>
              <a:ext uri="{FF2B5EF4-FFF2-40B4-BE49-F238E27FC236}">
                <a16:creationId xmlns:a16="http://schemas.microsoft.com/office/drawing/2014/main" id="{0F031E4E-FEF2-9044-985C-049711E24D2E}"/>
              </a:ext>
            </a:extLst>
          </p:cNvPr>
          <p:cNvSpPr>
            <a:spLocks noGrp="1"/>
          </p:cNvSpPr>
          <p:nvPr>
            <p:ph type="title"/>
          </p:nvPr>
        </p:nvSpPr>
        <p:spPr>
          <a:xfrm>
            <a:off x="353011" y="264870"/>
            <a:ext cx="11325224" cy="454221"/>
          </a:xfrm>
          <a:prstGeom prst="rect">
            <a:avLst/>
          </a:prstGeom>
          <a:ln>
            <a:noFill/>
          </a:ln>
        </p:spPr>
        <p:txBody>
          <a:bodyPr/>
          <a:lstStyle>
            <a:lvl1pPr>
              <a:defRPr sz="2800" b="1"/>
            </a:lvl1pPr>
          </a:lstStyle>
          <a:p>
            <a:r>
              <a:rPr lang="en-US"/>
              <a:t>Click to edit Master title style</a:t>
            </a:r>
          </a:p>
        </p:txBody>
      </p:sp>
    </p:spTree>
    <p:extLst>
      <p:ext uri="{BB962C8B-B14F-4D97-AF65-F5344CB8AC3E}">
        <p14:creationId xmlns:p14="http://schemas.microsoft.com/office/powerpoint/2010/main" val="19432113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harts with Headers">
    <p:bg>
      <p:bgRef idx="1001">
        <a:schemeClr val="bg2"/>
      </p:bgRef>
    </p:bg>
    <p:spTree>
      <p:nvGrpSpPr>
        <p:cNvPr id="1" name=""/>
        <p:cNvGrpSpPr/>
        <p:nvPr/>
      </p:nvGrpSpPr>
      <p:grpSpPr>
        <a:xfrm>
          <a:off x="0" y="0"/>
          <a:ext cx="0" cy="0"/>
          <a:chOff x="0" y="0"/>
          <a:chExt cx="0" cy="0"/>
        </a:xfrm>
      </p:grpSpPr>
      <p:sp>
        <p:nvSpPr>
          <p:cNvPr id="8" name="Chart Placeholder 7">
            <a:extLst>
              <a:ext uri="{FF2B5EF4-FFF2-40B4-BE49-F238E27FC236}">
                <a16:creationId xmlns:a16="http://schemas.microsoft.com/office/drawing/2014/main" id="{7D553573-BD36-4B83-A939-3AD41C6CBAD2}"/>
              </a:ext>
            </a:extLst>
          </p:cNvPr>
          <p:cNvSpPr>
            <a:spLocks noGrp="1"/>
          </p:cNvSpPr>
          <p:nvPr>
            <p:ph type="chart" sz="quarter" idx="16"/>
          </p:nvPr>
        </p:nvSpPr>
        <p:spPr>
          <a:xfrm>
            <a:off x="342900" y="2028289"/>
            <a:ext cx="3733800" cy="4143909"/>
          </a:xfrm>
          <a:prstGeom prst="rect">
            <a:avLst/>
          </a:prstGeom>
        </p:spPr>
        <p:txBody>
          <a:bodyPr/>
          <a:lstStyle>
            <a:lvl1pPr marL="0" indent="0" algn="ctr">
              <a:buNone/>
              <a:defRPr sz="2000"/>
            </a:lvl1pPr>
          </a:lstStyle>
          <a:p>
            <a:r>
              <a:rPr lang="en-US"/>
              <a:t>Click icon to add chart</a:t>
            </a:r>
          </a:p>
        </p:txBody>
      </p:sp>
      <p:sp>
        <p:nvSpPr>
          <p:cNvPr id="7" name="Content Placeholder 6">
            <a:extLst>
              <a:ext uri="{FF2B5EF4-FFF2-40B4-BE49-F238E27FC236}">
                <a16:creationId xmlns:a16="http://schemas.microsoft.com/office/drawing/2014/main" id="{C9980EFF-5FB5-45CE-A9BD-D666283A038B}"/>
              </a:ext>
            </a:extLst>
          </p:cNvPr>
          <p:cNvSpPr>
            <a:spLocks noGrp="1"/>
          </p:cNvSpPr>
          <p:nvPr>
            <p:ph sz="quarter" idx="11"/>
          </p:nvPr>
        </p:nvSpPr>
        <p:spPr>
          <a:xfrm>
            <a:off x="352925" y="1422132"/>
            <a:ext cx="3730752" cy="492125"/>
          </a:xfrm>
          <a:prstGeom prst="rect">
            <a:avLst/>
          </a:prstGeom>
        </p:spPr>
        <p:txBody>
          <a:bodyPr anchor="b" anchorCtr="0"/>
          <a:lstStyle>
            <a:lvl1pPr marL="0" indent="0">
              <a:buNone/>
              <a:defRPr sz="1800" b="1"/>
            </a:lvl1pPr>
          </a:lstStyle>
          <a:p>
            <a:pPr lvl="0"/>
            <a:r>
              <a:rPr lang="en-US"/>
              <a:t>Click to edit Master text styles</a:t>
            </a:r>
          </a:p>
        </p:txBody>
      </p:sp>
      <p:sp>
        <p:nvSpPr>
          <p:cNvPr id="9" name="Content Placeholder 8">
            <a:extLst>
              <a:ext uri="{FF2B5EF4-FFF2-40B4-BE49-F238E27FC236}">
                <a16:creationId xmlns:a16="http://schemas.microsoft.com/office/drawing/2014/main" id="{90AA6322-8944-4AD5-9E39-786F3C6C7257}"/>
              </a:ext>
            </a:extLst>
          </p:cNvPr>
          <p:cNvSpPr>
            <a:spLocks noGrp="1"/>
          </p:cNvSpPr>
          <p:nvPr>
            <p:ph sz="quarter" idx="12"/>
          </p:nvPr>
        </p:nvSpPr>
        <p:spPr>
          <a:xfrm>
            <a:off x="4229100" y="1422132"/>
            <a:ext cx="3733800" cy="492125"/>
          </a:xfrm>
          <a:prstGeom prst="rect">
            <a:avLst/>
          </a:prstGeom>
        </p:spPr>
        <p:txBody>
          <a:bodyPr anchor="b" anchorCtr="0"/>
          <a:lstStyle>
            <a:lvl1pPr marL="0" indent="0">
              <a:buNone/>
              <a:defRPr sz="1800" b="1"/>
            </a:lvl1pPr>
          </a:lstStyle>
          <a:p>
            <a:pPr lvl="0"/>
            <a:r>
              <a:rPr lang="en-US"/>
              <a:t>Click to edit Master text styles</a:t>
            </a:r>
          </a:p>
        </p:txBody>
      </p:sp>
      <p:sp>
        <p:nvSpPr>
          <p:cNvPr id="10" name="Content Placeholder 5">
            <a:extLst>
              <a:ext uri="{FF2B5EF4-FFF2-40B4-BE49-F238E27FC236}">
                <a16:creationId xmlns:a16="http://schemas.microsoft.com/office/drawing/2014/main" id="{3E835A04-0F48-4637-95EB-20ADEE46E18B}"/>
              </a:ext>
            </a:extLst>
          </p:cNvPr>
          <p:cNvSpPr>
            <a:spLocks noGrp="1"/>
          </p:cNvSpPr>
          <p:nvPr>
            <p:ph sz="quarter" idx="13"/>
          </p:nvPr>
        </p:nvSpPr>
        <p:spPr>
          <a:xfrm>
            <a:off x="353059" y="714413"/>
            <a:ext cx="11325225" cy="328417"/>
          </a:xfrm>
          <a:prstGeom prst="rect">
            <a:avLst/>
          </a:prstGeom>
        </p:spPr>
        <p:txBody>
          <a:bodyPr/>
          <a:lstStyle>
            <a:lvl1pPr marL="0" indent="0">
              <a:spcBef>
                <a:spcPts val="0"/>
              </a:spcBef>
              <a:buNone/>
              <a:defRPr sz="1800">
                <a:solidFill>
                  <a:srgbClr val="7F7F7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
        <p:nvSpPr>
          <p:cNvPr id="12" name="Content Placeholder 8">
            <a:extLst>
              <a:ext uri="{FF2B5EF4-FFF2-40B4-BE49-F238E27FC236}">
                <a16:creationId xmlns:a16="http://schemas.microsoft.com/office/drawing/2014/main" id="{AC870123-28AF-4AA3-9F7A-EE02449F9FBF}"/>
              </a:ext>
            </a:extLst>
          </p:cNvPr>
          <p:cNvSpPr>
            <a:spLocks noGrp="1"/>
          </p:cNvSpPr>
          <p:nvPr>
            <p:ph sz="quarter" idx="15"/>
          </p:nvPr>
        </p:nvSpPr>
        <p:spPr>
          <a:xfrm>
            <a:off x="8115300" y="1422132"/>
            <a:ext cx="3730752" cy="492125"/>
          </a:xfrm>
          <a:prstGeom prst="rect">
            <a:avLst/>
          </a:prstGeom>
        </p:spPr>
        <p:txBody>
          <a:bodyPr anchor="b" anchorCtr="0"/>
          <a:lstStyle>
            <a:lvl1pPr marL="0" indent="0">
              <a:buNone/>
              <a:defRPr sz="1800" b="1"/>
            </a:lvl1pPr>
          </a:lstStyle>
          <a:p>
            <a:pPr lvl="0"/>
            <a:r>
              <a:rPr lang="en-US"/>
              <a:t>Click to edit Master text styles</a:t>
            </a:r>
          </a:p>
        </p:txBody>
      </p:sp>
      <p:sp>
        <p:nvSpPr>
          <p:cNvPr id="13" name="Chart Placeholder 7">
            <a:extLst>
              <a:ext uri="{FF2B5EF4-FFF2-40B4-BE49-F238E27FC236}">
                <a16:creationId xmlns:a16="http://schemas.microsoft.com/office/drawing/2014/main" id="{2E285876-A655-41E8-8841-88866793FE01}"/>
              </a:ext>
            </a:extLst>
          </p:cNvPr>
          <p:cNvSpPr>
            <a:spLocks noGrp="1"/>
          </p:cNvSpPr>
          <p:nvPr>
            <p:ph type="chart" sz="quarter" idx="17"/>
          </p:nvPr>
        </p:nvSpPr>
        <p:spPr>
          <a:xfrm>
            <a:off x="4229100" y="2028289"/>
            <a:ext cx="3733800" cy="4143909"/>
          </a:xfrm>
          <a:prstGeom prst="rect">
            <a:avLst/>
          </a:prstGeom>
        </p:spPr>
        <p:txBody>
          <a:bodyPr/>
          <a:lstStyle>
            <a:lvl1pPr marL="0" indent="0" algn="ctr">
              <a:buNone/>
              <a:defRPr sz="2000"/>
            </a:lvl1pPr>
          </a:lstStyle>
          <a:p>
            <a:r>
              <a:rPr lang="en-US"/>
              <a:t>Click icon to add chart</a:t>
            </a:r>
          </a:p>
        </p:txBody>
      </p:sp>
      <p:sp>
        <p:nvSpPr>
          <p:cNvPr id="14" name="Chart Placeholder 7">
            <a:extLst>
              <a:ext uri="{FF2B5EF4-FFF2-40B4-BE49-F238E27FC236}">
                <a16:creationId xmlns:a16="http://schemas.microsoft.com/office/drawing/2014/main" id="{FFE2177E-7283-40BD-BA34-D67966CBEB0E}"/>
              </a:ext>
            </a:extLst>
          </p:cNvPr>
          <p:cNvSpPr>
            <a:spLocks noGrp="1"/>
          </p:cNvSpPr>
          <p:nvPr>
            <p:ph type="chart" sz="quarter" idx="18"/>
          </p:nvPr>
        </p:nvSpPr>
        <p:spPr>
          <a:xfrm>
            <a:off x="8115300" y="2028289"/>
            <a:ext cx="3733800" cy="4143909"/>
          </a:xfrm>
          <a:prstGeom prst="rect">
            <a:avLst/>
          </a:prstGeom>
        </p:spPr>
        <p:txBody>
          <a:bodyPr/>
          <a:lstStyle>
            <a:lvl1pPr marL="0" indent="0" algn="ctr">
              <a:buNone/>
              <a:defRPr sz="2000"/>
            </a:lvl1pPr>
          </a:lstStyle>
          <a:p>
            <a:r>
              <a:rPr lang="en-US"/>
              <a:t>Click icon to add chart</a:t>
            </a:r>
          </a:p>
        </p:txBody>
      </p:sp>
      <p:sp>
        <p:nvSpPr>
          <p:cNvPr id="15" name="Title 8">
            <a:extLst>
              <a:ext uri="{FF2B5EF4-FFF2-40B4-BE49-F238E27FC236}">
                <a16:creationId xmlns:a16="http://schemas.microsoft.com/office/drawing/2014/main" id="{984AA65B-D0C9-7248-8F11-BA7186A4704A}"/>
              </a:ext>
            </a:extLst>
          </p:cNvPr>
          <p:cNvSpPr>
            <a:spLocks noGrp="1"/>
          </p:cNvSpPr>
          <p:nvPr>
            <p:ph type="title"/>
          </p:nvPr>
        </p:nvSpPr>
        <p:spPr>
          <a:xfrm>
            <a:off x="353010" y="264872"/>
            <a:ext cx="11325223" cy="454220"/>
          </a:xfrm>
          <a:prstGeom prst="rect">
            <a:avLst/>
          </a:prstGeom>
        </p:spPr>
        <p:txBody>
          <a:bodyPr/>
          <a:lstStyle>
            <a:lvl1pPr>
              <a:defRPr sz="2800" b="1"/>
            </a:lvl1pPr>
          </a:lstStyle>
          <a:p>
            <a:r>
              <a:rPr lang="en-US"/>
              <a:t>Click to edit Master title style</a:t>
            </a:r>
          </a:p>
        </p:txBody>
      </p:sp>
    </p:spTree>
    <p:extLst>
      <p:ext uri="{BB962C8B-B14F-4D97-AF65-F5344CB8AC3E}">
        <p14:creationId xmlns:p14="http://schemas.microsoft.com/office/powerpoint/2010/main" val="255287805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and Content">
    <p:bg>
      <p:bgRef idx="1001">
        <a:schemeClr val="bg2"/>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2EAC86-63D0-4674-A708-65D026C9552F}"/>
              </a:ext>
            </a:extLst>
          </p:cNvPr>
          <p:cNvSpPr>
            <a:spLocks noGrp="1"/>
          </p:cNvSpPr>
          <p:nvPr>
            <p:ph idx="1"/>
          </p:nvPr>
        </p:nvSpPr>
        <p:spPr>
          <a:xfrm>
            <a:off x="8096563" y="1260092"/>
            <a:ext cx="3742426" cy="4610099"/>
          </a:xfrm>
          <a:prstGeom prst="rect">
            <a:avLst/>
          </a:prstGeom>
        </p:spPr>
        <p:txBody>
          <a:bodyPr/>
          <a:lstStyle>
            <a:lvl1pPr marL="0" indent="0">
              <a:buNone/>
              <a:defRPr sz="1600"/>
            </a:lvl1pPr>
          </a:lstStyle>
          <a:p>
            <a:pPr lvl="0"/>
            <a:r>
              <a:rPr lang="en-US"/>
              <a:t>Click to edit Master text styles</a:t>
            </a:r>
          </a:p>
        </p:txBody>
      </p:sp>
      <p:sp>
        <p:nvSpPr>
          <p:cNvPr id="6" name="Picture Placeholder 5">
            <a:extLst>
              <a:ext uri="{FF2B5EF4-FFF2-40B4-BE49-F238E27FC236}">
                <a16:creationId xmlns:a16="http://schemas.microsoft.com/office/drawing/2014/main" id="{7707335F-CC75-4ACC-AC50-F51297559AC4}"/>
              </a:ext>
            </a:extLst>
          </p:cNvPr>
          <p:cNvSpPr>
            <a:spLocks noGrp="1"/>
          </p:cNvSpPr>
          <p:nvPr>
            <p:ph type="pic" sz="quarter" idx="11"/>
          </p:nvPr>
        </p:nvSpPr>
        <p:spPr>
          <a:xfrm>
            <a:off x="353011" y="1260093"/>
            <a:ext cx="7620000" cy="4610100"/>
          </a:xfrm>
          <a:prstGeom prst="rect">
            <a:avLst/>
          </a:prstGeom>
          <a:solidFill>
            <a:schemeClr val="bg2"/>
          </a:solidFill>
        </p:spPr>
        <p:txBody>
          <a:bodyPr/>
          <a:lstStyle>
            <a:lvl1pPr marL="0" indent="0" algn="ctr">
              <a:buNone/>
              <a:defRPr sz="2000"/>
            </a:lvl1pPr>
          </a:lstStyle>
          <a:p>
            <a:r>
              <a:rPr lang="en-US"/>
              <a:t>Click icon to add picture</a:t>
            </a:r>
          </a:p>
        </p:txBody>
      </p:sp>
      <p:sp>
        <p:nvSpPr>
          <p:cNvPr id="7" name="Title 8">
            <a:extLst>
              <a:ext uri="{FF2B5EF4-FFF2-40B4-BE49-F238E27FC236}">
                <a16:creationId xmlns:a16="http://schemas.microsoft.com/office/drawing/2014/main" id="{A093EC3D-2AAA-0347-858C-6DC3740B8796}"/>
              </a:ext>
            </a:extLst>
          </p:cNvPr>
          <p:cNvSpPr>
            <a:spLocks noGrp="1"/>
          </p:cNvSpPr>
          <p:nvPr>
            <p:ph type="title"/>
          </p:nvPr>
        </p:nvSpPr>
        <p:spPr>
          <a:xfrm>
            <a:off x="353011" y="264872"/>
            <a:ext cx="11485978" cy="454220"/>
          </a:xfrm>
          <a:prstGeom prst="rect">
            <a:avLst/>
          </a:prstGeom>
        </p:spPr>
        <p:txBody>
          <a:bodyPr/>
          <a:lstStyle>
            <a:lvl1pPr>
              <a:defRPr sz="2800" b="1"/>
            </a:lvl1pPr>
          </a:lstStyle>
          <a:p>
            <a:r>
              <a:rPr lang="en-US"/>
              <a:t>Click to edit Master title style</a:t>
            </a:r>
          </a:p>
        </p:txBody>
      </p:sp>
    </p:spTree>
    <p:extLst>
      <p:ext uri="{BB962C8B-B14F-4D97-AF65-F5344CB8AC3E}">
        <p14:creationId xmlns:p14="http://schemas.microsoft.com/office/powerpoint/2010/main" val="9222614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Pictures with Captions">
    <p:bg>
      <p:bgRef idx="1001">
        <a:schemeClr val="bg2"/>
      </p:bgRef>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2EAC86-63D0-4674-A708-65D026C9552F}"/>
              </a:ext>
            </a:extLst>
          </p:cNvPr>
          <p:cNvSpPr>
            <a:spLocks noGrp="1"/>
          </p:cNvSpPr>
          <p:nvPr>
            <p:ph idx="1"/>
          </p:nvPr>
        </p:nvSpPr>
        <p:spPr>
          <a:xfrm>
            <a:off x="342900" y="5147095"/>
            <a:ext cx="5676900" cy="981171"/>
          </a:xfrm>
          <a:prstGeom prst="rect">
            <a:avLst/>
          </a:prstGeom>
        </p:spPr>
        <p:txBody>
          <a:bodyPr lIns="91440" tIns="182880" rIns="45720"/>
          <a:lstStyle>
            <a:lvl1pPr marL="0" indent="0">
              <a:spcBef>
                <a:spcPts val="600"/>
              </a:spcBef>
              <a:buNone/>
              <a:defRPr sz="1600"/>
            </a:lvl1pPr>
          </a:lstStyle>
          <a:p>
            <a:pPr lvl="0"/>
            <a:r>
              <a:rPr lang="en-US"/>
              <a:t>Click to edit Master text styles</a:t>
            </a:r>
          </a:p>
        </p:txBody>
      </p:sp>
      <p:sp>
        <p:nvSpPr>
          <p:cNvPr id="6" name="Picture Placeholder 5">
            <a:extLst>
              <a:ext uri="{FF2B5EF4-FFF2-40B4-BE49-F238E27FC236}">
                <a16:creationId xmlns:a16="http://schemas.microsoft.com/office/drawing/2014/main" id="{7707335F-CC75-4ACC-AC50-F51297559AC4}"/>
              </a:ext>
            </a:extLst>
          </p:cNvPr>
          <p:cNvSpPr>
            <a:spLocks noGrp="1"/>
          </p:cNvSpPr>
          <p:nvPr>
            <p:ph type="pic" sz="quarter" idx="11"/>
          </p:nvPr>
        </p:nvSpPr>
        <p:spPr>
          <a:xfrm>
            <a:off x="342900" y="1565696"/>
            <a:ext cx="5676900" cy="3581400"/>
          </a:xfrm>
          <a:prstGeom prst="rect">
            <a:avLst/>
          </a:prstGeom>
          <a:solidFill>
            <a:schemeClr val="bg2"/>
          </a:solidFill>
        </p:spPr>
        <p:txBody>
          <a:bodyPr/>
          <a:lstStyle>
            <a:lvl1pPr marL="0" indent="0" algn="ctr">
              <a:buNone/>
              <a:defRPr sz="2000"/>
            </a:lvl1pPr>
          </a:lstStyle>
          <a:p>
            <a:r>
              <a:rPr lang="en-US"/>
              <a:t>Click icon to add picture</a:t>
            </a:r>
          </a:p>
        </p:txBody>
      </p:sp>
      <p:sp>
        <p:nvSpPr>
          <p:cNvPr id="7" name="Content Placeholder 2">
            <a:extLst>
              <a:ext uri="{FF2B5EF4-FFF2-40B4-BE49-F238E27FC236}">
                <a16:creationId xmlns:a16="http://schemas.microsoft.com/office/drawing/2014/main" id="{F20AF647-F3CA-4756-92D9-ECC2426C8BEE}"/>
              </a:ext>
            </a:extLst>
          </p:cNvPr>
          <p:cNvSpPr>
            <a:spLocks noGrp="1"/>
          </p:cNvSpPr>
          <p:nvPr>
            <p:ph idx="12"/>
          </p:nvPr>
        </p:nvSpPr>
        <p:spPr>
          <a:xfrm>
            <a:off x="6172200" y="5147095"/>
            <a:ext cx="5676900" cy="981171"/>
          </a:xfrm>
          <a:prstGeom prst="rect">
            <a:avLst/>
          </a:prstGeom>
        </p:spPr>
        <p:txBody>
          <a:bodyPr lIns="91440" tIns="182880" rIns="45720"/>
          <a:lstStyle>
            <a:lvl1pPr marL="0" indent="0">
              <a:spcBef>
                <a:spcPts val="600"/>
              </a:spcBef>
              <a:buNone/>
              <a:defRPr sz="1600"/>
            </a:lvl1pPr>
          </a:lstStyle>
          <a:p>
            <a:pPr lvl="0"/>
            <a:r>
              <a:rPr lang="en-US"/>
              <a:t>Click to edit Master text styles</a:t>
            </a:r>
          </a:p>
        </p:txBody>
      </p:sp>
      <p:sp>
        <p:nvSpPr>
          <p:cNvPr id="8" name="Picture Placeholder 5">
            <a:extLst>
              <a:ext uri="{FF2B5EF4-FFF2-40B4-BE49-F238E27FC236}">
                <a16:creationId xmlns:a16="http://schemas.microsoft.com/office/drawing/2014/main" id="{38D0066F-AAC1-4F7B-96E6-51738FD2AF26}"/>
              </a:ext>
            </a:extLst>
          </p:cNvPr>
          <p:cNvSpPr>
            <a:spLocks noGrp="1"/>
          </p:cNvSpPr>
          <p:nvPr>
            <p:ph type="pic" sz="quarter" idx="13"/>
          </p:nvPr>
        </p:nvSpPr>
        <p:spPr>
          <a:xfrm>
            <a:off x="6172200" y="1565696"/>
            <a:ext cx="5676900" cy="3581400"/>
          </a:xfrm>
          <a:prstGeom prst="rect">
            <a:avLst/>
          </a:prstGeom>
          <a:solidFill>
            <a:schemeClr val="bg2"/>
          </a:solidFill>
        </p:spPr>
        <p:txBody>
          <a:bodyPr/>
          <a:lstStyle>
            <a:lvl1pPr marL="0" indent="0" algn="ctr">
              <a:buNone/>
              <a:defRPr sz="2000"/>
            </a:lvl1pPr>
          </a:lstStyle>
          <a:p>
            <a:r>
              <a:rPr lang="en-US"/>
              <a:t>Click icon to add picture</a:t>
            </a:r>
          </a:p>
        </p:txBody>
      </p:sp>
      <p:sp>
        <p:nvSpPr>
          <p:cNvPr id="9" name="Title 8">
            <a:extLst>
              <a:ext uri="{FF2B5EF4-FFF2-40B4-BE49-F238E27FC236}">
                <a16:creationId xmlns:a16="http://schemas.microsoft.com/office/drawing/2014/main" id="{C9B3105D-979F-F143-9FB7-B74120FCB2C7}"/>
              </a:ext>
            </a:extLst>
          </p:cNvPr>
          <p:cNvSpPr>
            <a:spLocks noGrp="1"/>
          </p:cNvSpPr>
          <p:nvPr>
            <p:ph type="title"/>
          </p:nvPr>
        </p:nvSpPr>
        <p:spPr>
          <a:xfrm>
            <a:off x="353010" y="264872"/>
            <a:ext cx="11496089" cy="454220"/>
          </a:xfrm>
          <a:prstGeom prst="rect">
            <a:avLst/>
          </a:prstGeom>
        </p:spPr>
        <p:txBody>
          <a:bodyPr/>
          <a:lstStyle>
            <a:lvl1pPr>
              <a:defRPr sz="2800" b="1"/>
            </a:lvl1pPr>
          </a:lstStyle>
          <a:p>
            <a:r>
              <a:rPr lang="en-US"/>
              <a:t>Click to edit Master title style</a:t>
            </a:r>
          </a:p>
        </p:txBody>
      </p:sp>
    </p:spTree>
    <p:extLst>
      <p:ext uri="{BB962C8B-B14F-4D97-AF65-F5344CB8AC3E}">
        <p14:creationId xmlns:p14="http://schemas.microsoft.com/office/powerpoint/2010/main" val="16490197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ee Pictures with Captions">
    <p:bg>
      <p:bgRef idx="1001">
        <a:schemeClr val="bg2"/>
      </p:bgRef>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707335F-CC75-4ACC-AC50-F51297559AC4}"/>
              </a:ext>
            </a:extLst>
          </p:cNvPr>
          <p:cNvSpPr>
            <a:spLocks noGrp="1"/>
          </p:cNvSpPr>
          <p:nvPr>
            <p:ph type="pic" sz="quarter" idx="11"/>
          </p:nvPr>
        </p:nvSpPr>
        <p:spPr>
          <a:xfrm>
            <a:off x="342900" y="1565696"/>
            <a:ext cx="3721182" cy="3470114"/>
          </a:xfrm>
          <a:prstGeom prst="rect">
            <a:avLst/>
          </a:prstGeom>
          <a:solidFill>
            <a:schemeClr val="bg2"/>
          </a:solidFill>
        </p:spPr>
        <p:txBody>
          <a:bodyPr/>
          <a:lstStyle>
            <a:lvl1pPr marL="0" indent="0" algn="ctr">
              <a:buNone/>
              <a:defRPr sz="2000"/>
            </a:lvl1pPr>
          </a:lstStyle>
          <a:p>
            <a:r>
              <a:rPr lang="en-US"/>
              <a:t>Click icon to add picture</a:t>
            </a:r>
          </a:p>
        </p:txBody>
      </p:sp>
      <p:sp>
        <p:nvSpPr>
          <p:cNvPr id="8" name="Picture Placeholder 5">
            <a:extLst>
              <a:ext uri="{FF2B5EF4-FFF2-40B4-BE49-F238E27FC236}">
                <a16:creationId xmlns:a16="http://schemas.microsoft.com/office/drawing/2014/main" id="{38D0066F-AAC1-4F7B-96E6-51738FD2AF26}"/>
              </a:ext>
            </a:extLst>
          </p:cNvPr>
          <p:cNvSpPr>
            <a:spLocks noGrp="1"/>
          </p:cNvSpPr>
          <p:nvPr>
            <p:ph type="pic" sz="quarter" idx="13"/>
          </p:nvPr>
        </p:nvSpPr>
        <p:spPr>
          <a:xfrm>
            <a:off x="4235409" y="1565696"/>
            <a:ext cx="3721182" cy="3470114"/>
          </a:xfrm>
          <a:prstGeom prst="rect">
            <a:avLst/>
          </a:prstGeom>
          <a:solidFill>
            <a:schemeClr val="bg2"/>
          </a:solidFill>
        </p:spPr>
        <p:txBody>
          <a:bodyPr/>
          <a:lstStyle>
            <a:lvl1pPr marL="0" indent="0" algn="ctr">
              <a:buNone/>
              <a:defRPr sz="2000"/>
            </a:lvl1pPr>
          </a:lstStyle>
          <a:p>
            <a:r>
              <a:rPr lang="en-US"/>
              <a:t>Click icon to add picture</a:t>
            </a:r>
          </a:p>
        </p:txBody>
      </p:sp>
      <p:sp>
        <p:nvSpPr>
          <p:cNvPr id="12" name="Content Placeholder 2">
            <a:extLst>
              <a:ext uri="{FF2B5EF4-FFF2-40B4-BE49-F238E27FC236}">
                <a16:creationId xmlns:a16="http://schemas.microsoft.com/office/drawing/2014/main" id="{322B412C-8C27-4193-853F-EE939C1F07A7}"/>
              </a:ext>
            </a:extLst>
          </p:cNvPr>
          <p:cNvSpPr>
            <a:spLocks noGrp="1"/>
          </p:cNvSpPr>
          <p:nvPr>
            <p:ph idx="14"/>
          </p:nvPr>
        </p:nvSpPr>
        <p:spPr>
          <a:xfrm>
            <a:off x="8127918" y="5043219"/>
            <a:ext cx="3721182" cy="981171"/>
          </a:xfrm>
          <a:prstGeom prst="rect">
            <a:avLst/>
          </a:prstGeom>
        </p:spPr>
        <p:txBody>
          <a:bodyPr lIns="91440" tIns="182880" rIns="45720"/>
          <a:lstStyle>
            <a:lvl1pPr marL="0" indent="0">
              <a:spcBef>
                <a:spcPts val="600"/>
              </a:spcBef>
              <a:buNone/>
              <a:defRPr sz="1600"/>
            </a:lvl1pPr>
          </a:lstStyle>
          <a:p>
            <a:pPr lvl="0"/>
            <a:r>
              <a:rPr lang="en-US"/>
              <a:t>Click to edit Master text styles</a:t>
            </a:r>
          </a:p>
        </p:txBody>
      </p:sp>
      <p:sp>
        <p:nvSpPr>
          <p:cNvPr id="13" name="Picture Placeholder 5">
            <a:extLst>
              <a:ext uri="{FF2B5EF4-FFF2-40B4-BE49-F238E27FC236}">
                <a16:creationId xmlns:a16="http://schemas.microsoft.com/office/drawing/2014/main" id="{68F93884-2E5B-4888-92F0-10E60CF8353E}"/>
              </a:ext>
            </a:extLst>
          </p:cNvPr>
          <p:cNvSpPr>
            <a:spLocks noGrp="1"/>
          </p:cNvSpPr>
          <p:nvPr>
            <p:ph type="pic" sz="quarter" idx="15"/>
          </p:nvPr>
        </p:nvSpPr>
        <p:spPr>
          <a:xfrm>
            <a:off x="8127918" y="1565696"/>
            <a:ext cx="3721182" cy="3470114"/>
          </a:xfrm>
          <a:prstGeom prst="rect">
            <a:avLst/>
          </a:prstGeom>
          <a:solidFill>
            <a:schemeClr val="bg2"/>
          </a:solidFill>
        </p:spPr>
        <p:txBody>
          <a:bodyPr/>
          <a:lstStyle>
            <a:lvl1pPr marL="0" indent="0" algn="ctr">
              <a:buNone/>
              <a:defRPr sz="2000"/>
            </a:lvl1pPr>
          </a:lstStyle>
          <a:p>
            <a:r>
              <a:rPr lang="en-US"/>
              <a:t>Click icon to add picture</a:t>
            </a:r>
          </a:p>
        </p:txBody>
      </p:sp>
      <p:sp>
        <p:nvSpPr>
          <p:cNvPr id="3" name="Content Placeholder 2">
            <a:extLst>
              <a:ext uri="{FF2B5EF4-FFF2-40B4-BE49-F238E27FC236}">
                <a16:creationId xmlns:a16="http://schemas.microsoft.com/office/drawing/2014/main" id="{9D2EAC86-63D0-4674-A708-65D026C9552F}"/>
              </a:ext>
            </a:extLst>
          </p:cNvPr>
          <p:cNvSpPr>
            <a:spLocks noGrp="1"/>
          </p:cNvSpPr>
          <p:nvPr>
            <p:ph idx="1"/>
          </p:nvPr>
        </p:nvSpPr>
        <p:spPr>
          <a:xfrm>
            <a:off x="342900" y="5043219"/>
            <a:ext cx="3721182" cy="981171"/>
          </a:xfrm>
          <a:prstGeom prst="rect">
            <a:avLst/>
          </a:prstGeom>
        </p:spPr>
        <p:txBody>
          <a:bodyPr lIns="91440" tIns="182880" rIns="45720"/>
          <a:lstStyle>
            <a:lvl1pPr marL="0" indent="0">
              <a:spcBef>
                <a:spcPts val="600"/>
              </a:spcBef>
              <a:buNone/>
              <a:defRPr sz="1600"/>
            </a:lvl1pPr>
          </a:lstStyle>
          <a:p>
            <a:pPr lvl="0"/>
            <a:r>
              <a:rPr lang="en-US"/>
              <a:t>Click to edit Master text styles</a:t>
            </a:r>
          </a:p>
        </p:txBody>
      </p:sp>
      <p:sp>
        <p:nvSpPr>
          <p:cNvPr id="7" name="Content Placeholder 2">
            <a:extLst>
              <a:ext uri="{FF2B5EF4-FFF2-40B4-BE49-F238E27FC236}">
                <a16:creationId xmlns:a16="http://schemas.microsoft.com/office/drawing/2014/main" id="{F20AF647-F3CA-4756-92D9-ECC2426C8BEE}"/>
              </a:ext>
            </a:extLst>
          </p:cNvPr>
          <p:cNvSpPr>
            <a:spLocks noGrp="1"/>
          </p:cNvSpPr>
          <p:nvPr>
            <p:ph idx="12"/>
          </p:nvPr>
        </p:nvSpPr>
        <p:spPr>
          <a:xfrm>
            <a:off x="4235409" y="5043219"/>
            <a:ext cx="3721182" cy="981171"/>
          </a:xfrm>
          <a:prstGeom prst="rect">
            <a:avLst/>
          </a:prstGeom>
        </p:spPr>
        <p:txBody>
          <a:bodyPr lIns="91440" tIns="182880" rIns="45720"/>
          <a:lstStyle>
            <a:lvl1pPr marL="0" indent="0">
              <a:spcBef>
                <a:spcPts val="600"/>
              </a:spcBef>
              <a:buNone/>
              <a:defRPr sz="1600"/>
            </a:lvl1pPr>
          </a:lstStyle>
          <a:p>
            <a:pPr lvl="0"/>
            <a:r>
              <a:rPr lang="en-US"/>
              <a:t>Click to edit Master text styles</a:t>
            </a:r>
          </a:p>
        </p:txBody>
      </p:sp>
      <p:sp>
        <p:nvSpPr>
          <p:cNvPr id="11" name="Title 8">
            <a:extLst>
              <a:ext uri="{FF2B5EF4-FFF2-40B4-BE49-F238E27FC236}">
                <a16:creationId xmlns:a16="http://schemas.microsoft.com/office/drawing/2014/main" id="{44662FC7-B7B8-7847-874B-8E62FF72C20F}"/>
              </a:ext>
            </a:extLst>
          </p:cNvPr>
          <p:cNvSpPr>
            <a:spLocks noGrp="1"/>
          </p:cNvSpPr>
          <p:nvPr>
            <p:ph type="title"/>
          </p:nvPr>
        </p:nvSpPr>
        <p:spPr>
          <a:xfrm>
            <a:off x="353010" y="264872"/>
            <a:ext cx="11496089" cy="454220"/>
          </a:xfrm>
          <a:prstGeom prst="rect">
            <a:avLst/>
          </a:prstGeom>
        </p:spPr>
        <p:txBody>
          <a:bodyPr/>
          <a:lstStyle>
            <a:lvl1pPr>
              <a:defRPr sz="2800" b="1"/>
            </a:lvl1pPr>
          </a:lstStyle>
          <a:p>
            <a:r>
              <a:rPr lang="en-US"/>
              <a:t>Click to edit Master title style</a:t>
            </a:r>
          </a:p>
        </p:txBody>
      </p:sp>
    </p:spTree>
    <p:extLst>
      <p:ext uri="{BB962C8B-B14F-4D97-AF65-F5344CB8AC3E}">
        <p14:creationId xmlns:p14="http://schemas.microsoft.com/office/powerpoint/2010/main" val="34094410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our Pictures with Captions">
    <p:bg>
      <p:bgRef idx="1001">
        <a:schemeClr val="bg2"/>
      </p:bgRef>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707335F-CC75-4ACC-AC50-F51297559AC4}"/>
              </a:ext>
            </a:extLst>
          </p:cNvPr>
          <p:cNvSpPr>
            <a:spLocks noGrp="1"/>
          </p:cNvSpPr>
          <p:nvPr>
            <p:ph type="pic" sz="quarter" idx="11"/>
          </p:nvPr>
        </p:nvSpPr>
        <p:spPr>
          <a:xfrm>
            <a:off x="342900" y="1565696"/>
            <a:ext cx="2762250" cy="2575881"/>
          </a:xfrm>
          <a:prstGeom prst="rect">
            <a:avLst/>
          </a:prstGeom>
          <a:solidFill>
            <a:schemeClr val="bg2"/>
          </a:solidFill>
        </p:spPr>
        <p:txBody>
          <a:bodyPr/>
          <a:lstStyle>
            <a:lvl1pPr marL="0" indent="0" algn="ctr">
              <a:buNone/>
              <a:defRPr sz="2000"/>
            </a:lvl1pPr>
          </a:lstStyle>
          <a:p>
            <a:r>
              <a:rPr lang="en-US"/>
              <a:t>Click icon to add picture</a:t>
            </a:r>
          </a:p>
        </p:txBody>
      </p:sp>
      <p:sp>
        <p:nvSpPr>
          <p:cNvPr id="8" name="Picture Placeholder 5">
            <a:extLst>
              <a:ext uri="{FF2B5EF4-FFF2-40B4-BE49-F238E27FC236}">
                <a16:creationId xmlns:a16="http://schemas.microsoft.com/office/drawing/2014/main" id="{38D0066F-AAC1-4F7B-96E6-51738FD2AF26}"/>
              </a:ext>
            </a:extLst>
          </p:cNvPr>
          <p:cNvSpPr>
            <a:spLocks noGrp="1"/>
          </p:cNvSpPr>
          <p:nvPr>
            <p:ph type="pic" sz="quarter" idx="13"/>
          </p:nvPr>
        </p:nvSpPr>
        <p:spPr>
          <a:xfrm>
            <a:off x="3257550" y="1565696"/>
            <a:ext cx="2762250" cy="2575881"/>
          </a:xfrm>
          <a:prstGeom prst="rect">
            <a:avLst/>
          </a:prstGeom>
          <a:solidFill>
            <a:schemeClr val="bg2"/>
          </a:solidFill>
        </p:spPr>
        <p:txBody>
          <a:bodyPr/>
          <a:lstStyle>
            <a:lvl1pPr marL="0" indent="0" algn="ctr">
              <a:buNone/>
              <a:defRPr sz="2000"/>
            </a:lvl1pPr>
          </a:lstStyle>
          <a:p>
            <a:r>
              <a:rPr lang="en-US"/>
              <a:t>Click icon to add picture</a:t>
            </a:r>
          </a:p>
        </p:txBody>
      </p:sp>
      <p:sp>
        <p:nvSpPr>
          <p:cNvPr id="12" name="Content Placeholder 2">
            <a:extLst>
              <a:ext uri="{FF2B5EF4-FFF2-40B4-BE49-F238E27FC236}">
                <a16:creationId xmlns:a16="http://schemas.microsoft.com/office/drawing/2014/main" id="{322B412C-8C27-4193-853F-EE939C1F07A7}"/>
              </a:ext>
            </a:extLst>
          </p:cNvPr>
          <p:cNvSpPr>
            <a:spLocks noGrp="1"/>
          </p:cNvSpPr>
          <p:nvPr>
            <p:ph idx="14"/>
          </p:nvPr>
        </p:nvSpPr>
        <p:spPr>
          <a:xfrm>
            <a:off x="9086850" y="4164223"/>
            <a:ext cx="2762250" cy="728328"/>
          </a:xfrm>
          <a:prstGeom prst="rect">
            <a:avLst/>
          </a:prstGeom>
        </p:spPr>
        <p:txBody>
          <a:bodyPr lIns="91440" tIns="182880" rIns="45720"/>
          <a:lstStyle>
            <a:lvl1pPr marL="0" indent="0">
              <a:spcBef>
                <a:spcPts val="600"/>
              </a:spcBef>
              <a:buNone/>
              <a:defRPr sz="1600"/>
            </a:lvl1pPr>
          </a:lstStyle>
          <a:p>
            <a:pPr lvl="0"/>
            <a:r>
              <a:rPr lang="en-US"/>
              <a:t>Click to edit Master text styles</a:t>
            </a:r>
          </a:p>
        </p:txBody>
      </p:sp>
      <p:sp>
        <p:nvSpPr>
          <p:cNvPr id="13" name="Picture Placeholder 5">
            <a:extLst>
              <a:ext uri="{FF2B5EF4-FFF2-40B4-BE49-F238E27FC236}">
                <a16:creationId xmlns:a16="http://schemas.microsoft.com/office/drawing/2014/main" id="{68F93884-2E5B-4888-92F0-10E60CF8353E}"/>
              </a:ext>
            </a:extLst>
          </p:cNvPr>
          <p:cNvSpPr>
            <a:spLocks noGrp="1"/>
          </p:cNvSpPr>
          <p:nvPr>
            <p:ph type="pic" sz="quarter" idx="15"/>
          </p:nvPr>
        </p:nvSpPr>
        <p:spPr>
          <a:xfrm>
            <a:off x="9086850" y="1565696"/>
            <a:ext cx="2762250" cy="2575881"/>
          </a:xfrm>
          <a:prstGeom prst="rect">
            <a:avLst/>
          </a:prstGeom>
          <a:solidFill>
            <a:schemeClr val="bg2"/>
          </a:solidFill>
        </p:spPr>
        <p:txBody>
          <a:bodyPr/>
          <a:lstStyle>
            <a:lvl1pPr marL="0" indent="0" algn="ctr">
              <a:buNone/>
              <a:defRPr sz="2000"/>
            </a:lvl1pPr>
          </a:lstStyle>
          <a:p>
            <a:r>
              <a:rPr lang="en-US"/>
              <a:t>Click icon to add picture</a:t>
            </a:r>
          </a:p>
        </p:txBody>
      </p:sp>
      <p:sp>
        <p:nvSpPr>
          <p:cNvPr id="3" name="Content Placeholder 2">
            <a:extLst>
              <a:ext uri="{FF2B5EF4-FFF2-40B4-BE49-F238E27FC236}">
                <a16:creationId xmlns:a16="http://schemas.microsoft.com/office/drawing/2014/main" id="{9D2EAC86-63D0-4674-A708-65D026C9552F}"/>
              </a:ext>
            </a:extLst>
          </p:cNvPr>
          <p:cNvSpPr>
            <a:spLocks noGrp="1"/>
          </p:cNvSpPr>
          <p:nvPr>
            <p:ph idx="1"/>
          </p:nvPr>
        </p:nvSpPr>
        <p:spPr>
          <a:xfrm>
            <a:off x="342900" y="4164223"/>
            <a:ext cx="2762250" cy="728328"/>
          </a:xfrm>
          <a:prstGeom prst="rect">
            <a:avLst/>
          </a:prstGeom>
        </p:spPr>
        <p:txBody>
          <a:bodyPr lIns="91440" tIns="182880" rIns="45720"/>
          <a:lstStyle>
            <a:lvl1pPr marL="0" indent="0">
              <a:spcBef>
                <a:spcPts val="600"/>
              </a:spcBef>
              <a:buNone/>
              <a:defRPr sz="1600"/>
            </a:lvl1pPr>
          </a:lstStyle>
          <a:p>
            <a:pPr lvl="0"/>
            <a:r>
              <a:rPr lang="en-US"/>
              <a:t>Click to edit Master text styles</a:t>
            </a:r>
          </a:p>
        </p:txBody>
      </p:sp>
      <p:sp>
        <p:nvSpPr>
          <p:cNvPr id="7" name="Content Placeholder 2">
            <a:extLst>
              <a:ext uri="{FF2B5EF4-FFF2-40B4-BE49-F238E27FC236}">
                <a16:creationId xmlns:a16="http://schemas.microsoft.com/office/drawing/2014/main" id="{F20AF647-F3CA-4756-92D9-ECC2426C8BEE}"/>
              </a:ext>
            </a:extLst>
          </p:cNvPr>
          <p:cNvSpPr>
            <a:spLocks noGrp="1"/>
          </p:cNvSpPr>
          <p:nvPr>
            <p:ph idx="12"/>
          </p:nvPr>
        </p:nvSpPr>
        <p:spPr>
          <a:xfrm>
            <a:off x="3257550" y="4164223"/>
            <a:ext cx="2762250" cy="728328"/>
          </a:xfrm>
          <a:prstGeom prst="rect">
            <a:avLst/>
          </a:prstGeom>
        </p:spPr>
        <p:txBody>
          <a:bodyPr lIns="91440" tIns="182880" rIns="45720"/>
          <a:lstStyle>
            <a:lvl1pPr marL="0" indent="0">
              <a:spcBef>
                <a:spcPts val="600"/>
              </a:spcBef>
              <a:buNone/>
              <a:defRPr sz="1600"/>
            </a:lvl1pPr>
          </a:lstStyle>
          <a:p>
            <a:pPr lvl="0"/>
            <a:r>
              <a:rPr lang="en-US"/>
              <a:t>Click to edit Master text styles</a:t>
            </a:r>
          </a:p>
        </p:txBody>
      </p:sp>
      <p:sp>
        <p:nvSpPr>
          <p:cNvPr id="10" name="Picture Placeholder 5">
            <a:extLst>
              <a:ext uri="{FF2B5EF4-FFF2-40B4-BE49-F238E27FC236}">
                <a16:creationId xmlns:a16="http://schemas.microsoft.com/office/drawing/2014/main" id="{B0B67037-617F-435B-928B-1C8C2BCB1C78}"/>
              </a:ext>
            </a:extLst>
          </p:cNvPr>
          <p:cNvSpPr>
            <a:spLocks noGrp="1"/>
          </p:cNvSpPr>
          <p:nvPr>
            <p:ph type="pic" sz="quarter" idx="16"/>
          </p:nvPr>
        </p:nvSpPr>
        <p:spPr>
          <a:xfrm>
            <a:off x="6172200" y="1565696"/>
            <a:ext cx="2762250" cy="2575881"/>
          </a:xfrm>
          <a:prstGeom prst="rect">
            <a:avLst/>
          </a:prstGeom>
          <a:solidFill>
            <a:schemeClr val="bg2"/>
          </a:solidFill>
        </p:spPr>
        <p:txBody>
          <a:bodyPr/>
          <a:lstStyle>
            <a:lvl1pPr marL="0" indent="0" algn="ctr">
              <a:buNone/>
              <a:defRPr sz="2000"/>
            </a:lvl1pPr>
          </a:lstStyle>
          <a:p>
            <a:r>
              <a:rPr lang="en-US"/>
              <a:t>Click icon to add picture</a:t>
            </a:r>
          </a:p>
        </p:txBody>
      </p:sp>
      <p:sp>
        <p:nvSpPr>
          <p:cNvPr id="11" name="Content Placeholder 2">
            <a:extLst>
              <a:ext uri="{FF2B5EF4-FFF2-40B4-BE49-F238E27FC236}">
                <a16:creationId xmlns:a16="http://schemas.microsoft.com/office/drawing/2014/main" id="{FBE300D3-B0EC-408C-8C13-48CD8BF2ED8D}"/>
              </a:ext>
            </a:extLst>
          </p:cNvPr>
          <p:cNvSpPr>
            <a:spLocks noGrp="1"/>
          </p:cNvSpPr>
          <p:nvPr>
            <p:ph idx="17"/>
          </p:nvPr>
        </p:nvSpPr>
        <p:spPr>
          <a:xfrm>
            <a:off x="6172200" y="4164223"/>
            <a:ext cx="2762250" cy="728328"/>
          </a:xfrm>
          <a:prstGeom prst="rect">
            <a:avLst/>
          </a:prstGeom>
        </p:spPr>
        <p:txBody>
          <a:bodyPr lIns="91440" tIns="182880" rIns="45720"/>
          <a:lstStyle>
            <a:lvl1pPr marL="0" indent="0">
              <a:spcBef>
                <a:spcPts val="600"/>
              </a:spcBef>
              <a:buNone/>
              <a:defRPr sz="1600"/>
            </a:lvl1pPr>
          </a:lstStyle>
          <a:p>
            <a:pPr lvl="0"/>
            <a:r>
              <a:rPr lang="en-US"/>
              <a:t>Click to edit Master text styles</a:t>
            </a:r>
          </a:p>
        </p:txBody>
      </p:sp>
      <p:sp>
        <p:nvSpPr>
          <p:cNvPr id="14" name="Title 8">
            <a:extLst>
              <a:ext uri="{FF2B5EF4-FFF2-40B4-BE49-F238E27FC236}">
                <a16:creationId xmlns:a16="http://schemas.microsoft.com/office/drawing/2014/main" id="{AA45F714-D99D-0C4B-A8D6-B25AF44C1B6C}"/>
              </a:ext>
            </a:extLst>
          </p:cNvPr>
          <p:cNvSpPr>
            <a:spLocks noGrp="1"/>
          </p:cNvSpPr>
          <p:nvPr>
            <p:ph type="title"/>
          </p:nvPr>
        </p:nvSpPr>
        <p:spPr>
          <a:xfrm>
            <a:off x="353010" y="264872"/>
            <a:ext cx="11496089" cy="454220"/>
          </a:xfrm>
          <a:prstGeom prst="rect">
            <a:avLst/>
          </a:prstGeom>
        </p:spPr>
        <p:txBody>
          <a:bodyPr/>
          <a:lstStyle>
            <a:lvl1pPr>
              <a:defRPr sz="2800" b="1"/>
            </a:lvl1pPr>
          </a:lstStyle>
          <a:p>
            <a:r>
              <a:rPr lang="en-US"/>
              <a:t>Click to edit Master title style</a:t>
            </a:r>
          </a:p>
        </p:txBody>
      </p:sp>
    </p:spTree>
    <p:extLst>
      <p:ext uri="{BB962C8B-B14F-4D97-AF65-F5344CB8AC3E}">
        <p14:creationId xmlns:p14="http://schemas.microsoft.com/office/powerpoint/2010/main" val="52354736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Panels">
    <p:bg>
      <p:bgRef idx="1001">
        <a:schemeClr val="bg2"/>
      </p:bgRef>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8245EEB4-0076-AE4B-101B-0435A5082528}"/>
              </a:ext>
            </a:extLst>
          </p:cNvPr>
          <p:cNvGrpSpPr/>
          <p:nvPr userDrawn="1"/>
        </p:nvGrpSpPr>
        <p:grpSpPr>
          <a:xfrm>
            <a:off x="450573" y="1562100"/>
            <a:ext cx="11290854" cy="4610100"/>
            <a:chOff x="450573" y="1562100"/>
            <a:chExt cx="11290854" cy="4610100"/>
          </a:xfrm>
        </p:grpSpPr>
        <p:sp>
          <p:nvSpPr>
            <p:cNvPr id="2" name="Rounded Rectangle 1">
              <a:extLst>
                <a:ext uri="{FF2B5EF4-FFF2-40B4-BE49-F238E27FC236}">
                  <a16:creationId xmlns:a16="http://schemas.microsoft.com/office/drawing/2014/main" id="{3861BBAF-B04F-BBF9-A7A4-15F4CF90EE7A}"/>
                </a:ext>
              </a:extLst>
            </p:cNvPr>
            <p:cNvSpPr/>
            <p:nvPr userDrawn="1"/>
          </p:nvSpPr>
          <p:spPr bwMode="gray">
            <a:xfrm>
              <a:off x="450573" y="1562100"/>
              <a:ext cx="5486400" cy="4610100"/>
            </a:xfrm>
            <a:prstGeom prst="roundRect">
              <a:avLst>
                <a:gd name="adj" fmla="val 5359"/>
              </a:avLst>
            </a:prstGeom>
            <a:noFill/>
            <a:ln w="25400">
              <a:solidFill>
                <a:schemeClr val="accent6"/>
              </a:solidFill>
              <a:round/>
              <a:headEnd/>
              <a:tailEnd/>
            </a:ln>
          </p:spPr>
          <p:txBody>
            <a:bodyPr wrap="square" lIns="91440" tIns="45720" rIns="91440" bIns="45720" rtlCol="0" anchor="t" anchorCtr="0"/>
            <a:lstStyle/>
            <a:p>
              <a:pPr marL="228600" lvl="1" indent="-228600">
                <a:lnSpc>
                  <a:spcPct val="90000"/>
                </a:lnSpc>
                <a:spcBef>
                  <a:spcPts val="600"/>
                </a:spcBef>
                <a:buClr>
                  <a:schemeClr val="accent6"/>
                </a:buClr>
                <a:buFont typeface="Arial" panose="020B0604020202020204" pitchFamily="34" charset="0"/>
                <a:buChar char="•"/>
              </a:pPr>
              <a:endParaRPr lang="en-US" sz="1600">
                <a:solidFill>
                  <a:srgbClr val="000000"/>
                </a:solidFill>
              </a:endParaRPr>
            </a:p>
          </p:txBody>
        </p:sp>
        <p:sp>
          <p:nvSpPr>
            <p:cNvPr id="4" name="Shape 268">
              <a:extLst>
                <a:ext uri="{FF2B5EF4-FFF2-40B4-BE49-F238E27FC236}">
                  <a16:creationId xmlns:a16="http://schemas.microsoft.com/office/drawing/2014/main" id="{E041C78D-F331-F8F8-E019-31B7BCBB6492}"/>
                </a:ext>
              </a:extLst>
            </p:cNvPr>
            <p:cNvSpPr txBox="1">
              <a:spLocks/>
            </p:cNvSpPr>
            <p:nvPr userDrawn="1"/>
          </p:nvSpPr>
          <p:spPr bwMode="gray">
            <a:xfrm>
              <a:off x="450573" y="1562100"/>
              <a:ext cx="5486400" cy="553139"/>
            </a:xfrm>
            <a:prstGeom prst="round2SameRect">
              <a:avLst>
                <a:gd name="adj1" fmla="val 45815"/>
                <a:gd name="adj2" fmla="val 0"/>
              </a:avLst>
            </a:prstGeom>
            <a:solidFill>
              <a:schemeClr val="accent6"/>
            </a:solidFill>
            <a:ln w="25400">
              <a:solidFill>
                <a:schemeClr val="accent6"/>
              </a:solidFill>
              <a:miter lim="400000"/>
            </a:ln>
            <a:extLst>
              <a:ext uri="{C572A759-6A51-4108-AA02-DFA0A04FC94B}">
                <ma14:wrappingTextBoxFlag xmlns="" xmlns:ma14="http://schemas.microsoft.com/office/mac/drawingml/2011/main" val="1"/>
              </a:ext>
            </a:extLst>
          </p:spPr>
          <p:txBody>
            <a:bodyPr lIns="60880" tIns="45720" rIns="60880" bIns="0" anchor="ctr" anchorCtr="0">
              <a:noAutofit/>
            </a:bodyPr>
            <a:lstStyle>
              <a:lvl1pPr marL="469890" marR="0" indent="-46989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1pPr>
              <a:lvl2pPr marL="1282088" marR="0" indent="-562439"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2pPr>
              <a:lvl3pPr marL="2086417" marR="0" indent="-600554"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3pPr>
              <a:lvl4pPr marL="2939553" marR="0" indent="-71711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4pPr>
              <a:lvl5pPr marL="3640577" marR="0" indent="-778915"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5pPr>
              <a:lvl6pPr marL="381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6pPr>
              <a:lvl7pPr marL="444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7pPr>
              <a:lvl8pPr marL="508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8pPr>
              <a:lvl9pPr marL="571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9pPr>
            </a:lstStyle>
            <a:p>
              <a:pPr marL="0" indent="0" algn="ctr" defTabSz="259723">
                <a:lnSpc>
                  <a:spcPts val="2400"/>
                </a:lnSpc>
                <a:spcBef>
                  <a:spcPts val="300"/>
                </a:spcBef>
                <a:spcAft>
                  <a:spcPts val="300"/>
                </a:spcAft>
                <a:buNone/>
                <a:tabLst>
                  <a:tab pos="1341569" algn="l"/>
                </a:tabLst>
                <a:defRPr sz="4956"/>
              </a:pPr>
              <a:endParaRPr lang="en-US" sz="2400" b="1" cap="all">
                <a:solidFill>
                  <a:schemeClr val="bg1"/>
                </a:solidFill>
                <a:latin typeface="+mn-lt"/>
                <a:ea typeface="BentonSans Medium"/>
                <a:sym typeface="BentonSans Medium"/>
              </a:endParaRPr>
            </a:p>
          </p:txBody>
        </p:sp>
        <p:sp>
          <p:nvSpPr>
            <p:cNvPr id="5" name="Rounded Rectangle 4">
              <a:extLst>
                <a:ext uri="{FF2B5EF4-FFF2-40B4-BE49-F238E27FC236}">
                  <a16:creationId xmlns:a16="http://schemas.microsoft.com/office/drawing/2014/main" id="{1A9BAB9B-61D4-25A3-A7F7-AAD268DA6CB2}"/>
                </a:ext>
              </a:extLst>
            </p:cNvPr>
            <p:cNvSpPr/>
            <p:nvPr userDrawn="1"/>
          </p:nvSpPr>
          <p:spPr bwMode="gray">
            <a:xfrm>
              <a:off x="6255027" y="1562100"/>
              <a:ext cx="5486400" cy="4610100"/>
            </a:xfrm>
            <a:prstGeom prst="roundRect">
              <a:avLst>
                <a:gd name="adj" fmla="val 5359"/>
              </a:avLst>
            </a:prstGeom>
            <a:noFill/>
            <a:ln w="25400">
              <a:solidFill>
                <a:schemeClr val="accent3"/>
              </a:solidFill>
              <a:round/>
              <a:headEnd/>
              <a:tailEnd/>
            </a:ln>
          </p:spPr>
          <p:txBody>
            <a:bodyPr wrap="square" lIns="91440" tIns="45720" rIns="91440" bIns="45720" rtlCol="0" anchor="t" anchorCtr="0"/>
            <a:lstStyle/>
            <a:p>
              <a:pPr marL="228600" lvl="1" indent="-228600">
                <a:lnSpc>
                  <a:spcPct val="90000"/>
                </a:lnSpc>
                <a:spcBef>
                  <a:spcPts val="600"/>
                </a:spcBef>
                <a:buClr>
                  <a:schemeClr val="accent3"/>
                </a:buClr>
                <a:buFont typeface="Arial" panose="020B0604020202020204" pitchFamily="34" charset="0"/>
                <a:buChar char="•"/>
              </a:pPr>
              <a:endParaRPr lang="en-US" sz="1600">
                <a:solidFill>
                  <a:srgbClr val="000000"/>
                </a:solidFill>
              </a:endParaRPr>
            </a:p>
          </p:txBody>
        </p:sp>
        <p:sp>
          <p:nvSpPr>
            <p:cNvPr id="12" name="Shape 268">
              <a:extLst>
                <a:ext uri="{FF2B5EF4-FFF2-40B4-BE49-F238E27FC236}">
                  <a16:creationId xmlns:a16="http://schemas.microsoft.com/office/drawing/2014/main" id="{1513D950-03B8-24E5-CE53-70C70B27BF9D}"/>
                </a:ext>
              </a:extLst>
            </p:cNvPr>
            <p:cNvSpPr txBox="1">
              <a:spLocks/>
            </p:cNvSpPr>
            <p:nvPr userDrawn="1"/>
          </p:nvSpPr>
          <p:spPr bwMode="gray">
            <a:xfrm>
              <a:off x="6255027" y="1562100"/>
              <a:ext cx="5486400" cy="553139"/>
            </a:xfrm>
            <a:prstGeom prst="round2SameRect">
              <a:avLst>
                <a:gd name="adj1" fmla="val 45815"/>
                <a:gd name="adj2" fmla="val 0"/>
              </a:avLst>
            </a:prstGeom>
            <a:solidFill>
              <a:schemeClr val="accent3"/>
            </a:solidFill>
            <a:ln w="25400">
              <a:solidFill>
                <a:schemeClr val="accent3"/>
              </a:solidFill>
              <a:miter lim="400000"/>
            </a:ln>
            <a:extLst>
              <a:ext uri="{C572A759-6A51-4108-AA02-DFA0A04FC94B}">
                <ma14:wrappingTextBoxFlag xmlns="" xmlns:ma14="http://schemas.microsoft.com/office/mac/drawingml/2011/main" val="1"/>
              </a:ext>
            </a:extLst>
          </p:spPr>
          <p:txBody>
            <a:bodyPr lIns="60880" tIns="45720" rIns="60880" bIns="0" anchor="ctr" anchorCtr="0">
              <a:noAutofit/>
            </a:bodyPr>
            <a:lstStyle>
              <a:lvl1pPr marL="469890" marR="0" indent="-46989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1pPr>
              <a:lvl2pPr marL="1282088" marR="0" indent="-562439"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2pPr>
              <a:lvl3pPr marL="2086417" marR="0" indent="-600554"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3pPr>
              <a:lvl4pPr marL="2939553" marR="0" indent="-71711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4pPr>
              <a:lvl5pPr marL="3640577" marR="0" indent="-778915"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5pPr>
              <a:lvl6pPr marL="381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6pPr>
              <a:lvl7pPr marL="444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7pPr>
              <a:lvl8pPr marL="508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8pPr>
              <a:lvl9pPr marL="571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9pPr>
            </a:lstStyle>
            <a:p>
              <a:pPr marL="0" indent="0" algn="ctr" defTabSz="259723">
                <a:lnSpc>
                  <a:spcPts val="2400"/>
                </a:lnSpc>
                <a:spcBef>
                  <a:spcPts val="300"/>
                </a:spcBef>
                <a:spcAft>
                  <a:spcPts val="300"/>
                </a:spcAft>
                <a:buNone/>
                <a:tabLst>
                  <a:tab pos="1341569" algn="l"/>
                </a:tabLst>
                <a:defRPr sz="4956"/>
              </a:pPr>
              <a:endParaRPr lang="en-US" sz="2400" b="1" cap="all">
                <a:solidFill>
                  <a:schemeClr val="bg1"/>
                </a:solidFill>
                <a:latin typeface="+mn-lt"/>
                <a:ea typeface="BentonSans Medium"/>
                <a:sym typeface="BentonSans Medium"/>
              </a:endParaRPr>
            </a:p>
          </p:txBody>
        </p:sp>
      </p:grpSp>
      <p:sp>
        <p:nvSpPr>
          <p:cNvPr id="6" name="Picture Placeholder 5">
            <a:extLst>
              <a:ext uri="{FF2B5EF4-FFF2-40B4-BE49-F238E27FC236}">
                <a16:creationId xmlns:a16="http://schemas.microsoft.com/office/drawing/2014/main" id="{7707335F-CC75-4ACC-AC50-F51297559AC4}"/>
              </a:ext>
            </a:extLst>
          </p:cNvPr>
          <p:cNvSpPr>
            <a:spLocks noGrp="1"/>
          </p:cNvSpPr>
          <p:nvPr>
            <p:ph type="pic" sz="quarter" idx="11"/>
          </p:nvPr>
        </p:nvSpPr>
        <p:spPr>
          <a:xfrm>
            <a:off x="460375" y="2127249"/>
            <a:ext cx="5466796" cy="2173407"/>
          </a:xfrm>
          <a:prstGeom prst="rect">
            <a:avLst/>
          </a:prstGeom>
          <a:solidFill>
            <a:schemeClr val="bg2"/>
          </a:solidFill>
        </p:spPr>
        <p:txBody>
          <a:bodyPr bIns="914400" anchor="ctr"/>
          <a:lstStyle>
            <a:lvl1pPr marL="0" indent="0" algn="ctr">
              <a:buNone/>
              <a:defRPr sz="1400"/>
            </a:lvl1pPr>
          </a:lstStyle>
          <a:p>
            <a:r>
              <a:rPr lang="en-US"/>
              <a:t>Click icon to add picture</a:t>
            </a:r>
          </a:p>
        </p:txBody>
      </p:sp>
      <p:sp>
        <p:nvSpPr>
          <p:cNvPr id="8" name="Picture Placeholder 5">
            <a:extLst>
              <a:ext uri="{FF2B5EF4-FFF2-40B4-BE49-F238E27FC236}">
                <a16:creationId xmlns:a16="http://schemas.microsoft.com/office/drawing/2014/main" id="{38D0066F-AAC1-4F7B-96E6-51738FD2AF26}"/>
              </a:ext>
            </a:extLst>
          </p:cNvPr>
          <p:cNvSpPr>
            <a:spLocks noGrp="1"/>
          </p:cNvSpPr>
          <p:nvPr>
            <p:ph type="pic" sz="quarter" idx="13"/>
          </p:nvPr>
        </p:nvSpPr>
        <p:spPr>
          <a:xfrm>
            <a:off x="6264829" y="2127249"/>
            <a:ext cx="5466796" cy="2173407"/>
          </a:xfrm>
          <a:prstGeom prst="rect">
            <a:avLst/>
          </a:prstGeom>
          <a:solidFill>
            <a:schemeClr val="bg2"/>
          </a:solidFill>
        </p:spPr>
        <p:txBody>
          <a:bodyPr bIns="914400" anchor="ctr"/>
          <a:lstStyle>
            <a:lvl1pPr marL="0" indent="0" algn="ctr">
              <a:buNone/>
              <a:defRPr sz="1400"/>
            </a:lvl1pPr>
          </a:lstStyle>
          <a:p>
            <a:r>
              <a:rPr lang="en-US"/>
              <a:t>Click icon to add picture</a:t>
            </a:r>
          </a:p>
        </p:txBody>
      </p:sp>
      <p:sp>
        <p:nvSpPr>
          <p:cNvPr id="3" name="Content Placeholder 2">
            <a:extLst>
              <a:ext uri="{FF2B5EF4-FFF2-40B4-BE49-F238E27FC236}">
                <a16:creationId xmlns:a16="http://schemas.microsoft.com/office/drawing/2014/main" id="{9D2EAC86-63D0-4674-A708-65D026C9552F}"/>
              </a:ext>
            </a:extLst>
          </p:cNvPr>
          <p:cNvSpPr>
            <a:spLocks noGrp="1"/>
          </p:cNvSpPr>
          <p:nvPr>
            <p:ph idx="1"/>
          </p:nvPr>
        </p:nvSpPr>
        <p:spPr>
          <a:xfrm>
            <a:off x="542558" y="4410634"/>
            <a:ext cx="5302430" cy="1645609"/>
          </a:xfrm>
          <a:prstGeom prst="rect">
            <a:avLst/>
          </a:prstGeom>
        </p:spPr>
        <p:txBody>
          <a:bodyPr lIns="91440" tIns="182880" rIns="45720"/>
          <a:lstStyle>
            <a:lvl1pPr marL="233363" indent="-223838">
              <a:spcBef>
                <a:spcPts val="600"/>
              </a:spcBef>
              <a:buClr>
                <a:schemeClr val="accent6"/>
              </a:buClr>
              <a:buFont typeface="Arial" panose="020B0604020202020204" pitchFamily="34" charset="0"/>
              <a:buChar char="•"/>
              <a:tabLst/>
              <a:defRPr sz="16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F20AF647-F3CA-4756-92D9-ECC2426C8BEE}"/>
              </a:ext>
            </a:extLst>
          </p:cNvPr>
          <p:cNvSpPr>
            <a:spLocks noGrp="1"/>
          </p:cNvSpPr>
          <p:nvPr>
            <p:ph idx="12"/>
          </p:nvPr>
        </p:nvSpPr>
        <p:spPr>
          <a:xfrm>
            <a:off x="6347012" y="4410634"/>
            <a:ext cx="5302430" cy="1645609"/>
          </a:xfrm>
          <a:prstGeom prst="rect">
            <a:avLst/>
          </a:prstGeom>
        </p:spPr>
        <p:txBody>
          <a:bodyPr lIns="91440" tIns="182880" rIns="45720"/>
          <a:lstStyle>
            <a:lvl1pPr marL="233363" indent="-233363">
              <a:spcBef>
                <a:spcPts val="600"/>
              </a:spcBef>
              <a:buClr>
                <a:schemeClr val="accent3"/>
              </a:buClr>
              <a:buFont typeface="Arial" panose="020B0604020202020204" pitchFamily="34" charset="0"/>
              <a:buChar char="•"/>
              <a:tabLst/>
              <a:defRPr sz="16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14" name="Title 8">
            <a:extLst>
              <a:ext uri="{FF2B5EF4-FFF2-40B4-BE49-F238E27FC236}">
                <a16:creationId xmlns:a16="http://schemas.microsoft.com/office/drawing/2014/main" id="{AA45F714-D99D-0C4B-A8D6-B25AF44C1B6C}"/>
              </a:ext>
            </a:extLst>
          </p:cNvPr>
          <p:cNvSpPr>
            <a:spLocks noGrp="1"/>
          </p:cNvSpPr>
          <p:nvPr>
            <p:ph type="title"/>
          </p:nvPr>
        </p:nvSpPr>
        <p:spPr>
          <a:xfrm>
            <a:off x="353010" y="264872"/>
            <a:ext cx="11496089" cy="454220"/>
          </a:xfrm>
          <a:prstGeom prst="rect">
            <a:avLst/>
          </a:prstGeom>
        </p:spPr>
        <p:txBody>
          <a:bodyPr/>
          <a:lstStyle>
            <a:lvl1pPr>
              <a:defRPr sz="2800" b="1"/>
            </a:lvl1pPr>
          </a:lstStyle>
          <a:p>
            <a:r>
              <a:rPr lang="en-US"/>
              <a:t>Click to edit Master title style</a:t>
            </a:r>
          </a:p>
        </p:txBody>
      </p:sp>
      <p:sp>
        <p:nvSpPr>
          <p:cNvPr id="32" name="Text Placeholder 31">
            <a:extLst>
              <a:ext uri="{FF2B5EF4-FFF2-40B4-BE49-F238E27FC236}">
                <a16:creationId xmlns:a16="http://schemas.microsoft.com/office/drawing/2014/main" id="{26C0D331-8648-89FC-A91D-53ADA78D0A58}"/>
              </a:ext>
            </a:extLst>
          </p:cNvPr>
          <p:cNvSpPr>
            <a:spLocks noGrp="1"/>
          </p:cNvSpPr>
          <p:nvPr>
            <p:ph type="body" sz="quarter" idx="18" hasCustomPrompt="1"/>
          </p:nvPr>
        </p:nvSpPr>
        <p:spPr>
          <a:xfrm>
            <a:off x="450573" y="1643271"/>
            <a:ext cx="5486400" cy="390798"/>
          </a:xfrm>
          <a:prstGeom prst="rect">
            <a:avLst/>
          </a:prstGeom>
        </p:spPr>
        <p:txBody>
          <a:bodyPr anchor="ctr"/>
          <a:lstStyle>
            <a:lvl1pPr marL="0" indent="0" algn="ctr">
              <a:buNone/>
              <a:defRPr sz="1800" b="1">
                <a:solidFill>
                  <a:schemeClr val="bg1"/>
                </a:solidFill>
              </a:defRPr>
            </a:lvl1pPr>
          </a:lstStyle>
          <a:p>
            <a:pPr lvl="0"/>
            <a:r>
              <a:rPr lang="en-US"/>
              <a:t>Heading</a:t>
            </a:r>
          </a:p>
        </p:txBody>
      </p:sp>
      <p:sp>
        <p:nvSpPr>
          <p:cNvPr id="33" name="Text Placeholder 31">
            <a:extLst>
              <a:ext uri="{FF2B5EF4-FFF2-40B4-BE49-F238E27FC236}">
                <a16:creationId xmlns:a16="http://schemas.microsoft.com/office/drawing/2014/main" id="{E592DA43-0374-0D96-4D50-BD16E5513FDC}"/>
              </a:ext>
            </a:extLst>
          </p:cNvPr>
          <p:cNvSpPr>
            <a:spLocks noGrp="1"/>
          </p:cNvSpPr>
          <p:nvPr>
            <p:ph type="body" sz="quarter" idx="19" hasCustomPrompt="1"/>
          </p:nvPr>
        </p:nvSpPr>
        <p:spPr>
          <a:xfrm>
            <a:off x="6255027" y="1643271"/>
            <a:ext cx="5486400" cy="390798"/>
          </a:xfrm>
          <a:prstGeom prst="rect">
            <a:avLst/>
          </a:prstGeom>
        </p:spPr>
        <p:txBody>
          <a:bodyPr anchor="ctr"/>
          <a:lstStyle>
            <a:lvl1pPr marL="0" indent="0" algn="ctr">
              <a:buNone/>
              <a:defRPr sz="1800" b="1">
                <a:solidFill>
                  <a:schemeClr val="bg1"/>
                </a:solidFill>
              </a:defRPr>
            </a:lvl1pPr>
          </a:lstStyle>
          <a:p>
            <a:pPr lvl="0"/>
            <a:r>
              <a:rPr lang="en-US"/>
              <a:t>Heading</a:t>
            </a:r>
          </a:p>
        </p:txBody>
      </p:sp>
    </p:spTree>
    <p:extLst>
      <p:ext uri="{BB962C8B-B14F-4D97-AF65-F5344CB8AC3E}">
        <p14:creationId xmlns:p14="http://schemas.microsoft.com/office/powerpoint/2010/main" val="412298477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ree Panels">
    <p:bg>
      <p:bgRef idx="1001">
        <a:schemeClr val="bg2"/>
      </p:bgRef>
    </p:bg>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FFAAA165-43B9-51E8-04C1-5E55B3D384F8}"/>
              </a:ext>
            </a:extLst>
          </p:cNvPr>
          <p:cNvGrpSpPr/>
          <p:nvPr userDrawn="1"/>
        </p:nvGrpSpPr>
        <p:grpSpPr>
          <a:xfrm>
            <a:off x="450574" y="1562100"/>
            <a:ext cx="11290852" cy="4610100"/>
            <a:chOff x="450574" y="1562100"/>
            <a:chExt cx="11290852" cy="4610100"/>
          </a:xfrm>
        </p:grpSpPr>
        <p:sp>
          <p:nvSpPr>
            <p:cNvPr id="9" name="Rounded Rectangle 8">
              <a:extLst>
                <a:ext uri="{FF2B5EF4-FFF2-40B4-BE49-F238E27FC236}">
                  <a16:creationId xmlns:a16="http://schemas.microsoft.com/office/drawing/2014/main" id="{73DB2F14-FCEC-8AAA-48C7-F5C4592E6FDE}"/>
                </a:ext>
              </a:extLst>
            </p:cNvPr>
            <p:cNvSpPr/>
            <p:nvPr userDrawn="1"/>
          </p:nvSpPr>
          <p:spPr bwMode="gray">
            <a:xfrm>
              <a:off x="8233274" y="1562100"/>
              <a:ext cx="3508152" cy="4610100"/>
            </a:xfrm>
            <a:prstGeom prst="roundRect">
              <a:avLst>
                <a:gd name="adj" fmla="val 7117"/>
              </a:avLst>
            </a:prstGeom>
            <a:noFill/>
            <a:ln w="25400">
              <a:solidFill>
                <a:schemeClr val="accent2"/>
              </a:solidFill>
              <a:round/>
              <a:headEnd/>
              <a:tailEnd/>
            </a:ln>
          </p:spPr>
          <p:txBody>
            <a:bodyPr wrap="square" lIns="91440" tIns="45720" rIns="91440" rtlCol="0" anchor="t" anchorCtr="0"/>
            <a:lstStyle/>
            <a:p>
              <a:pPr marL="228600" lvl="1" indent="-228600">
                <a:lnSpc>
                  <a:spcPct val="90000"/>
                </a:lnSpc>
                <a:spcBef>
                  <a:spcPts val="600"/>
                </a:spcBef>
                <a:buClr>
                  <a:schemeClr val="accent2"/>
                </a:buClr>
                <a:buFont typeface="Arial" panose="020B0604020202020204" pitchFamily="34" charset="0"/>
                <a:buChar char="•"/>
              </a:pPr>
              <a:endParaRPr lang="en-US" sz="1600">
                <a:solidFill>
                  <a:srgbClr val="000000"/>
                </a:solidFill>
              </a:endParaRPr>
            </a:p>
          </p:txBody>
        </p:sp>
        <p:sp>
          <p:nvSpPr>
            <p:cNvPr id="17" name="Rounded Rectangle 16">
              <a:extLst>
                <a:ext uri="{FF2B5EF4-FFF2-40B4-BE49-F238E27FC236}">
                  <a16:creationId xmlns:a16="http://schemas.microsoft.com/office/drawing/2014/main" id="{2486488C-5E5E-3CC0-2B2A-988933AA3E52}"/>
                </a:ext>
              </a:extLst>
            </p:cNvPr>
            <p:cNvSpPr/>
            <p:nvPr userDrawn="1"/>
          </p:nvSpPr>
          <p:spPr bwMode="gray">
            <a:xfrm>
              <a:off x="4341924" y="1562100"/>
              <a:ext cx="3508152" cy="4610100"/>
            </a:xfrm>
            <a:prstGeom prst="roundRect">
              <a:avLst>
                <a:gd name="adj" fmla="val 7117"/>
              </a:avLst>
            </a:prstGeom>
            <a:noFill/>
            <a:ln w="25400">
              <a:solidFill>
                <a:schemeClr val="accent3"/>
              </a:solidFill>
              <a:round/>
              <a:headEnd/>
              <a:tailEnd/>
            </a:ln>
          </p:spPr>
          <p:txBody>
            <a:bodyPr wrap="square" lIns="91440" tIns="45720" rIns="91440" rtlCol="0" anchor="t" anchorCtr="0"/>
            <a:lstStyle/>
            <a:p>
              <a:pPr marL="228600" lvl="1" indent="-228600">
                <a:lnSpc>
                  <a:spcPct val="90000"/>
                </a:lnSpc>
                <a:spcBef>
                  <a:spcPts val="600"/>
                </a:spcBef>
                <a:buClr>
                  <a:schemeClr val="accent3"/>
                </a:buClr>
                <a:buFont typeface="Arial" panose="020B0604020202020204" pitchFamily="34" charset="0"/>
                <a:buChar char="•"/>
              </a:pPr>
              <a:endParaRPr lang="en-US" sz="1600">
                <a:solidFill>
                  <a:srgbClr val="000000"/>
                </a:solidFill>
              </a:endParaRPr>
            </a:p>
          </p:txBody>
        </p:sp>
        <p:sp>
          <p:nvSpPr>
            <p:cNvPr id="20" name="Shape 268">
              <a:extLst>
                <a:ext uri="{FF2B5EF4-FFF2-40B4-BE49-F238E27FC236}">
                  <a16:creationId xmlns:a16="http://schemas.microsoft.com/office/drawing/2014/main" id="{0111F0D5-041A-03AE-5CEE-ADE5411EC5FE}"/>
                </a:ext>
              </a:extLst>
            </p:cNvPr>
            <p:cNvSpPr txBox="1">
              <a:spLocks/>
            </p:cNvSpPr>
            <p:nvPr userDrawn="1"/>
          </p:nvSpPr>
          <p:spPr bwMode="gray">
            <a:xfrm>
              <a:off x="8233274" y="1562100"/>
              <a:ext cx="3508152" cy="553139"/>
            </a:xfrm>
            <a:prstGeom prst="round2SameRect">
              <a:avLst>
                <a:gd name="adj1" fmla="val 50000"/>
                <a:gd name="adj2" fmla="val 0"/>
              </a:avLst>
            </a:prstGeom>
            <a:solidFill>
              <a:schemeClr val="accent2"/>
            </a:solidFill>
            <a:ln w="25400">
              <a:solidFill>
                <a:schemeClr val="accent2"/>
              </a:solidFill>
              <a:miter lim="400000"/>
            </a:ln>
            <a:extLst>
              <a:ext uri="{C572A759-6A51-4108-AA02-DFA0A04FC94B}">
                <ma14:wrappingTextBoxFlag xmlns="" xmlns:ma14="http://schemas.microsoft.com/office/mac/drawingml/2011/main" val="1"/>
              </a:ext>
            </a:extLst>
          </p:spPr>
          <p:txBody>
            <a:bodyPr lIns="60880" tIns="45720" rIns="60880" bIns="0" anchor="ctr" anchorCtr="0">
              <a:noAutofit/>
            </a:bodyPr>
            <a:lstStyle>
              <a:lvl1pPr marL="469890" marR="0" indent="-46989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1pPr>
              <a:lvl2pPr marL="1282088" marR="0" indent="-562439"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2pPr>
              <a:lvl3pPr marL="2086417" marR="0" indent="-600554"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3pPr>
              <a:lvl4pPr marL="2939553" marR="0" indent="-71711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4pPr>
              <a:lvl5pPr marL="3640577" marR="0" indent="-778915"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5pPr>
              <a:lvl6pPr marL="381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6pPr>
              <a:lvl7pPr marL="444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7pPr>
              <a:lvl8pPr marL="508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8pPr>
              <a:lvl9pPr marL="571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9pPr>
            </a:lstStyle>
            <a:p>
              <a:pPr marL="0" indent="0" algn="ctr" defTabSz="259723">
                <a:lnSpc>
                  <a:spcPts val="2400"/>
                </a:lnSpc>
                <a:spcBef>
                  <a:spcPts val="300"/>
                </a:spcBef>
                <a:spcAft>
                  <a:spcPts val="300"/>
                </a:spcAft>
                <a:buNone/>
                <a:tabLst>
                  <a:tab pos="1341569" algn="l"/>
                </a:tabLst>
                <a:defRPr sz="4956"/>
              </a:pPr>
              <a:endParaRPr lang="en-US" sz="2400" b="1" cap="all">
                <a:solidFill>
                  <a:schemeClr val="bg1"/>
                </a:solidFill>
                <a:latin typeface="+mn-lt"/>
                <a:ea typeface="BentonSans Medium"/>
                <a:sym typeface="BentonSans Medium"/>
              </a:endParaRPr>
            </a:p>
          </p:txBody>
        </p:sp>
        <p:sp>
          <p:nvSpPr>
            <p:cNvPr id="23" name="Shape 268">
              <a:extLst>
                <a:ext uri="{FF2B5EF4-FFF2-40B4-BE49-F238E27FC236}">
                  <a16:creationId xmlns:a16="http://schemas.microsoft.com/office/drawing/2014/main" id="{1E948FAD-6015-31AF-03CA-614E0CE6CC4F}"/>
                </a:ext>
              </a:extLst>
            </p:cNvPr>
            <p:cNvSpPr txBox="1">
              <a:spLocks/>
            </p:cNvSpPr>
            <p:nvPr userDrawn="1"/>
          </p:nvSpPr>
          <p:spPr bwMode="gray">
            <a:xfrm>
              <a:off x="4341924" y="1562100"/>
              <a:ext cx="3508152" cy="553139"/>
            </a:xfrm>
            <a:prstGeom prst="round2SameRect">
              <a:avLst>
                <a:gd name="adj1" fmla="val 50000"/>
                <a:gd name="adj2" fmla="val 0"/>
              </a:avLst>
            </a:prstGeom>
            <a:solidFill>
              <a:schemeClr val="accent3"/>
            </a:solidFill>
            <a:ln w="25400">
              <a:solidFill>
                <a:schemeClr val="accent3"/>
              </a:solidFill>
              <a:miter lim="400000"/>
            </a:ln>
            <a:extLst>
              <a:ext uri="{C572A759-6A51-4108-AA02-DFA0A04FC94B}">
                <ma14:wrappingTextBoxFlag xmlns="" xmlns:ma14="http://schemas.microsoft.com/office/mac/drawingml/2011/main" val="1"/>
              </a:ext>
            </a:extLst>
          </p:spPr>
          <p:txBody>
            <a:bodyPr lIns="60880" tIns="45720" rIns="60880" bIns="0" anchor="ctr" anchorCtr="0">
              <a:noAutofit/>
            </a:bodyPr>
            <a:lstStyle>
              <a:lvl1pPr marL="469890" marR="0" indent="-46989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1pPr>
              <a:lvl2pPr marL="1282088" marR="0" indent="-562439"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2pPr>
              <a:lvl3pPr marL="2086417" marR="0" indent="-600554"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3pPr>
              <a:lvl4pPr marL="2939553" marR="0" indent="-71711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4pPr>
              <a:lvl5pPr marL="3640577" marR="0" indent="-778915"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5pPr>
              <a:lvl6pPr marL="381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6pPr>
              <a:lvl7pPr marL="444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7pPr>
              <a:lvl8pPr marL="508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8pPr>
              <a:lvl9pPr marL="571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9pPr>
            </a:lstStyle>
            <a:p>
              <a:pPr marL="0" indent="0" algn="ctr" defTabSz="259723">
                <a:lnSpc>
                  <a:spcPts val="2400"/>
                </a:lnSpc>
                <a:spcBef>
                  <a:spcPts val="300"/>
                </a:spcBef>
                <a:spcAft>
                  <a:spcPts val="300"/>
                </a:spcAft>
                <a:buNone/>
                <a:tabLst>
                  <a:tab pos="1341569" algn="l"/>
                </a:tabLst>
                <a:defRPr sz="4956"/>
              </a:pPr>
              <a:endParaRPr lang="en-US" sz="2400" b="1" cap="all">
                <a:solidFill>
                  <a:schemeClr val="bg1"/>
                </a:solidFill>
                <a:latin typeface="+mn-lt"/>
                <a:ea typeface="BentonSans Medium"/>
                <a:sym typeface="BentonSans Medium"/>
              </a:endParaRPr>
            </a:p>
          </p:txBody>
        </p:sp>
        <p:sp>
          <p:nvSpPr>
            <p:cNvPr id="26" name="Rounded Rectangle 25">
              <a:extLst>
                <a:ext uri="{FF2B5EF4-FFF2-40B4-BE49-F238E27FC236}">
                  <a16:creationId xmlns:a16="http://schemas.microsoft.com/office/drawing/2014/main" id="{65E9C364-55ED-811B-32DD-57E406DD23CF}"/>
                </a:ext>
              </a:extLst>
            </p:cNvPr>
            <p:cNvSpPr/>
            <p:nvPr userDrawn="1"/>
          </p:nvSpPr>
          <p:spPr bwMode="gray">
            <a:xfrm>
              <a:off x="450574" y="1562100"/>
              <a:ext cx="3508152" cy="4610100"/>
            </a:xfrm>
            <a:prstGeom prst="roundRect">
              <a:avLst>
                <a:gd name="adj" fmla="val 7117"/>
              </a:avLst>
            </a:prstGeom>
            <a:noFill/>
            <a:ln w="25400">
              <a:solidFill>
                <a:schemeClr val="accent6"/>
              </a:solidFill>
              <a:round/>
              <a:headEnd/>
              <a:tailEnd/>
            </a:ln>
          </p:spPr>
          <p:txBody>
            <a:bodyPr wrap="square" lIns="182880" tIns="3017520" rtlCol="0" anchor="t" anchorCtr="0"/>
            <a:lstStyle/>
            <a:p>
              <a:pPr marL="228600" lvl="1" indent="-228600">
                <a:lnSpc>
                  <a:spcPct val="90000"/>
                </a:lnSpc>
                <a:spcBef>
                  <a:spcPts val="600"/>
                </a:spcBef>
                <a:buClr>
                  <a:schemeClr val="accent6"/>
                </a:buClr>
                <a:buFont typeface="Arial" panose="020B0604020202020204" pitchFamily="34" charset="0"/>
                <a:buChar char="•"/>
              </a:pPr>
              <a:endParaRPr lang="en-US" sz="1600">
                <a:solidFill>
                  <a:srgbClr val="000000"/>
                </a:solidFill>
              </a:endParaRPr>
            </a:p>
          </p:txBody>
        </p:sp>
        <p:sp>
          <p:nvSpPr>
            <p:cNvPr id="27" name="Shape 268">
              <a:extLst>
                <a:ext uri="{FF2B5EF4-FFF2-40B4-BE49-F238E27FC236}">
                  <a16:creationId xmlns:a16="http://schemas.microsoft.com/office/drawing/2014/main" id="{ECABEBA4-E7A2-BCAF-0DD8-DFB7C07C3F23}"/>
                </a:ext>
              </a:extLst>
            </p:cNvPr>
            <p:cNvSpPr txBox="1">
              <a:spLocks/>
            </p:cNvSpPr>
            <p:nvPr userDrawn="1"/>
          </p:nvSpPr>
          <p:spPr bwMode="gray">
            <a:xfrm>
              <a:off x="450574" y="1562100"/>
              <a:ext cx="3508152" cy="553139"/>
            </a:xfrm>
            <a:prstGeom prst="round2SameRect">
              <a:avLst>
                <a:gd name="adj1" fmla="val 50000"/>
                <a:gd name="adj2" fmla="val 0"/>
              </a:avLst>
            </a:prstGeom>
            <a:solidFill>
              <a:schemeClr val="accent6"/>
            </a:solidFill>
            <a:ln w="25400">
              <a:solidFill>
                <a:schemeClr val="accent6"/>
              </a:solidFill>
              <a:miter lim="400000"/>
            </a:ln>
            <a:extLst>
              <a:ext uri="{C572A759-6A51-4108-AA02-DFA0A04FC94B}">
                <ma14:wrappingTextBoxFlag xmlns="" xmlns:ma14="http://schemas.microsoft.com/office/mac/drawingml/2011/main" val="1"/>
              </a:ext>
            </a:extLst>
          </p:spPr>
          <p:txBody>
            <a:bodyPr lIns="60880" tIns="45720" rIns="60880" bIns="0" anchor="ctr" anchorCtr="0">
              <a:noAutofit/>
            </a:bodyPr>
            <a:lstStyle>
              <a:lvl1pPr marL="469890" marR="0" indent="-46989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1pPr>
              <a:lvl2pPr marL="1282088" marR="0" indent="-562439"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2pPr>
              <a:lvl3pPr marL="2086417" marR="0" indent="-600554"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3pPr>
              <a:lvl4pPr marL="2939553" marR="0" indent="-71711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4pPr>
              <a:lvl5pPr marL="3640577" marR="0" indent="-778915"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5pPr>
              <a:lvl6pPr marL="381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6pPr>
              <a:lvl7pPr marL="444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7pPr>
              <a:lvl8pPr marL="508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8pPr>
              <a:lvl9pPr marL="571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9pPr>
            </a:lstStyle>
            <a:p>
              <a:pPr marL="0" indent="0" algn="ctr" defTabSz="259723">
                <a:lnSpc>
                  <a:spcPts val="2400"/>
                </a:lnSpc>
                <a:spcBef>
                  <a:spcPts val="300"/>
                </a:spcBef>
                <a:spcAft>
                  <a:spcPts val="300"/>
                </a:spcAft>
                <a:buNone/>
                <a:tabLst>
                  <a:tab pos="1341569" algn="l"/>
                </a:tabLst>
                <a:defRPr sz="4956"/>
              </a:pPr>
              <a:endParaRPr lang="en-US" sz="2400" b="1" cap="all">
                <a:solidFill>
                  <a:schemeClr val="bg1"/>
                </a:solidFill>
                <a:latin typeface="+mn-lt"/>
                <a:ea typeface="BentonSans Medium"/>
                <a:sym typeface="BentonSans Medium"/>
              </a:endParaRPr>
            </a:p>
          </p:txBody>
        </p:sp>
      </p:grpSp>
      <p:sp>
        <p:nvSpPr>
          <p:cNvPr id="6" name="Picture Placeholder 5">
            <a:extLst>
              <a:ext uri="{FF2B5EF4-FFF2-40B4-BE49-F238E27FC236}">
                <a16:creationId xmlns:a16="http://schemas.microsoft.com/office/drawing/2014/main" id="{7707335F-CC75-4ACC-AC50-F51297559AC4}"/>
              </a:ext>
            </a:extLst>
          </p:cNvPr>
          <p:cNvSpPr>
            <a:spLocks noGrp="1"/>
          </p:cNvSpPr>
          <p:nvPr>
            <p:ph type="pic" sz="quarter" idx="11"/>
          </p:nvPr>
        </p:nvSpPr>
        <p:spPr>
          <a:xfrm>
            <a:off x="463147" y="2127249"/>
            <a:ext cx="3486150" cy="2173407"/>
          </a:xfrm>
          <a:prstGeom prst="rect">
            <a:avLst/>
          </a:prstGeom>
          <a:solidFill>
            <a:schemeClr val="bg2"/>
          </a:solidFill>
        </p:spPr>
        <p:txBody>
          <a:bodyPr bIns="914400" anchor="ctr"/>
          <a:lstStyle>
            <a:lvl1pPr marL="0" indent="0" algn="ctr">
              <a:buNone/>
              <a:defRPr sz="1400"/>
            </a:lvl1pPr>
          </a:lstStyle>
          <a:p>
            <a:r>
              <a:rPr lang="en-US"/>
              <a:t>Click icon to add picture</a:t>
            </a:r>
          </a:p>
        </p:txBody>
      </p:sp>
      <p:sp>
        <p:nvSpPr>
          <p:cNvPr id="8" name="Picture Placeholder 5">
            <a:extLst>
              <a:ext uri="{FF2B5EF4-FFF2-40B4-BE49-F238E27FC236}">
                <a16:creationId xmlns:a16="http://schemas.microsoft.com/office/drawing/2014/main" id="{38D0066F-AAC1-4F7B-96E6-51738FD2AF26}"/>
              </a:ext>
            </a:extLst>
          </p:cNvPr>
          <p:cNvSpPr>
            <a:spLocks noGrp="1"/>
          </p:cNvSpPr>
          <p:nvPr>
            <p:ph type="pic" sz="quarter" idx="13"/>
          </p:nvPr>
        </p:nvSpPr>
        <p:spPr>
          <a:xfrm>
            <a:off x="4352925" y="2127249"/>
            <a:ext cx="3486150" cy="2173407"/>
          </a:xfrm>
          <a:prstGeom prst="rect">
            <a:avLst/>
          </a:prstGeom>
          <a:solidFill>
            <a:schemeClr val="bg2"/>
          </a:solidFill>
        </p:spPr>
        <p:txBody>
          <a:bodyPr bIns="914400" anchor="ctr"/>
          <a:lstStyle>
            <a:lvl1pPr marL="0" indent="0" algn="ctr">
              <a:buNone/>
              <a:defRPr sz="1400"/>
            </a:lvl1pPr>
          </a:lstStyle>
          <a:p>
            <a:r>
              <a:rPr lang="en-US"/>
              <a:t>Click icon to add picture</a:t>
            </a:r>
          </a:p>
        </p:txBody>
      </p:sp>
      <p:sp>
        <p:nvSpPr>
          <p:cNvPr id="10" name="Picture Placeholder 5">
            <a:extLst>
              <a:ext uri="{FF2B5EF4-FFF2-40B4-BE49-F238E27FC236}">
                <a16:creationId xmlns:a16="http://schemas.microsoft.com/office/drawing/2014/main" id="{B0B67037-617F-435B-928B-1C8C2BCB1C78}"/>
              </a:ext>
            </a:extLst>
          </p:cNvPr>
          <p:cNvSpPr>
            <a:spLocks noGrp="1"/>
          </p:cNvSpPr>
          <p:nvPr>
            <p:ph type="pic" sz="quarter" idx="16"/>
          </p:nvPr>
        </p:nvSpPr>
        <p:spPr>
          <a:xfrm>
            <a:off x="8242703" y="2127249"/>
            <a:ext cx="3486150" cy="2173407"/>
          </a:xfrm>
          <a:prstGeom prst="rect">
            <a:avLst/>
          </a:prstGeom>
          <a:solidFill>
            <a:schemeClr val="bg2"/>
          </a:solidFill>
        </p:spPr>
        <p:txBody>
          <a:bodyPr bIns="914400" anchor="ctr"/>
          <a:lstStyle>
            <a:lvl1pPr marL="0" indent="0" algn="ctr">
              <a:buNone/>
              <a:defRPr sz="1400"/>
            </a:lvl1pPr>
          </a:lstStyle>
          <a:p>
            <a:r>
              <a:rPr lang="en-US"/>
              <a:t>Click icon to add picture</a:t>
            </a:r>
          </a:p>
        </p:txBody>
      </p:sp>
      <p:sp>
        <p:nvSpPr>
          <p:cNvPr id="3" name="Content Placeholder 2">
            <a:extLst>
              <a:ext uri="{FF2B5EF4-FFF2-40B4-BE49-F238E27FC236}">
                <a16:creationId xmlns:a16="http://schemas.microsoft.com/office/drawing/2014/main" id="{9D2EAC86-63D0-4674-A708-65D026C9552F}"/>
              </a:ext>
            </a:extLst>
          </p:cNvPr>
          <p:cNvSpPr>
            <a:spLocks noGrp="1"/>
          </p:cNvSpPr>
          <p:nvPr>
            <p:ph idx="1"/>
          </p:nvPr>
        </p:nvSpPr>
        <p:spPr>
          <a:xfrm>
            <a:off x="544286" y="4410634"/>
            <a:ext cx="3323872" cy="1645609"/>
          </a:xfrm>
          <a:prstGeom prst="rect">
            <a:avLst/>
          </a:prstGeom>
        </p:spPr>
        <p:txBody>
          <a:bodyPr lIns="91440" tIns="182880" rIns="45720"/>
          <a:lstStyle>
            <a:lvl1pPr marL="233363" indent="-223838">
              <a:spcBef>
                <a:spcPts val="600"/>
              </a:spcBef>
              <a:buClr>
                <a:schemeClr val="accent6"/>
              </a:buClr>
              <a:buFont typeface="Arial" panose="020B0604020202020204" pitchFamily="34" charset="0"/>
              <a:buChar char="•"/>
              <a:tabLst/>
              <a:defRPr sz="16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F20AF647-F3CA-4756-92D9-ECC2426C8BEE}"/>
              </a:ext>
            </a:extLst>
          </p:cNvPr>
          <p:cNvSpPr>
            <a:spLocks noGrp="1"/>
          </p:cNvSpPr>
          <p:nvPr>
            <p:ph idx="12"/>
          </p:nvPr>
        </p:nvSpPr>
        <p:spPr>
          <a:xfrm>
            <a:off x="4438918" y="4410634"/>
            <a:ext cx="3323872" cy="1645609"/>
          </a:xfrm>
          <a:prstGeom prst="rect">
            <a:avLst/>
          </a:prstGeom>
        </p:spPr>
        <p:txBody>
          <a:bodyPr lIns="91440" tIns="182880" rIns="45720"/>
          <a:lstStyle>
            <a:lvl1pPr marL="233363" indent="-233363">
              <a:spcBef>
                <a:spcPts val="600"/>
              </a:spcBef>
              <a:buClr>
                <a:schemeClr val="accent3"/>
              </a:buClr>
              <a:buFont typeface="Arial" panose="020B0604020202020204" pitchFamily="34" charset="0"/>
              <a:buChar char="•"/>
              <a:tabLst/>
              <a:defRPr sz="16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11" name="Content Placeholder 2">
            <a:extLst>
              <a:ext uri="{FF2B5EF4-FFF2-40B4-BE49-F238E27FC236}">
                <a16:creationId xmlns:a16="http://schemas.microsoft.com/office/drawing/2014/main" id="{FBE300D3-B0EC-408C-8C13-48CD8BF2ED8D}"/>
              </a:ext>
            </a:extLst>
          </p:cNvPr>
          <p:cNvSpPr>
            <a:spLocks noGrp="1"/>
          </p:cNvSpPr>
          <p:nvPr>
            <p:ph idx="17"/>
          </p:nvPr>
        </p:nvSpPr>
        <p:spPr>
          <a:xfrm>
            <a:off x="8323842" y="4410634"/>
            <a:ext cx="3323872" cy="1645609"/>
          </a:xfrm>
          <a:prstGeom prst="rect">
            <a:avLst/>
          </a:prstGeom>
        </p:spPr>
        <p:txBody>
          <a:bodyPr lIns="91440" tIns="182880" rIns="45720"/>
          <a:lstStyle>
            <a:lvl1pPr marL="233363" indent="-233363">
              <a:spcBef>
                <a:spcPts val="600"/>
              </a:spcBef>
              <a:buClr>
                <a:schemeClr val="accent2"/>
              </a:buClr>
              <a:buFont typeface="Arial" panose="020B0604020202020204" pitchFamily="34" charset="0"/>
              <a:buChar char="•"/>
              <a:tabLst/>
              <a:defRPr sz="16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14" name="Title 8">
            <a:extLst>
              <a:ext uri="{FF2B5EF4-FFF2-40B4-BE49-F238E27FC236}">
                <a16:creationId xmlns:a16="http://schemas.microsoft.com/office/drawing/2014/main" id="{AA45F714-D99D-0C4B-A8D6-B25AF44C1B6C}"/>
              </a:ext>
            </a:extLst>
          </p:cNvPr>
          <p:cNvSpPr>
            <a:spLocks noGrp="1"/>
          </p:cNvSpPr>
          <p:nvPr>
            <p:ph type="title"/>
          </p:nvPr>
        </p:nvSpPr>
        <p:spPr>
          <a:xfrm>
            <a:off x="353010" y="264872"/>
            <a:ext cx="11496089" cy="454220"/>
          </a:xfrm>
          <a:prstGeom prst="rect">
            <a:avLst/>
          </a:prstGeom>
        </p:spPr>
        <p:txBody>
          <a:bodyPr/>
          <a:lstStyle>
            <a:lvl1pPr>
              <a:defRPr sz="2800" b="1"/>
            </a:lvl1pPr>
          </a:lstStyle>
          <a:p>
            <a:r>
              <a:rPr lang="en-US"/>
              <a:t>Click to edit Master title style</a:t>
            </a:r>
          </a:p>
        </p:txBody>
      </p:sp>
      <p:sp>
        <p:nvSpPr>
          <p:cNvPr id="32" name="Text Placeholder 31">
            <a:extLst>
              <a:ext uri="{FF2B5EF4-FFF2-40B4-BE49-F238E27FC236}">
                <a16:creationId xmlns:a16="http://schemas.microsoft.com/office/drawing/2014/main" id="{26C0D331-8648-89FC-A91D-53ADA78D0A58}"/>
              </a:ext>
            </a:extLst>
          </p:cNvPr>
          <p:cNvSpPr>
            <a:spLocks noGrp="1"/>
          </p:cNvSpPr>
          <p:nvPr>
            <p:ph type="body" sz="quarter" idx="18" hasCustomPrompt="1"/>
          </p:nvPr>
        </p:nvSpPr>
        <p:spPr>
          <a:xfrm>
            <a:off x="450574" y="1643271"/>
            <a:ext cx="3511296" cy="390798"/>
          </a:xfrm>
          <a:prstGeom prst="rect">
            <a:avLst/>
          </a:prstGeom>
        </p:spPr>
        <p:txBody>
          <a:bodyPr anchor="ctr"/>
          <a:lstStyle>
            <a:lvl1pPr marL="0" indent="0" algn="ctr">
              <a:buNone/>
              <a:defRPr sz="1800" b="1">
                <a:solidFill>
                  <a:schemeClr val="bg1"/>
                </a:solidFill>
              </a:defRPr>
            </a:lvl1pPr>
          </a:lstStyle>
          <a:p>
            <a:pPr lvl="0"/>
            <a:r>
              <a:rPr lang="en-US"/>
              <a:t>Heading</a:t>
            </a:r>
          </a:p>
        </p:txBody>
      </p:sp>
      <p:sp>
        <p:nvSpPr>
          <p:cNvPr id="33" name="Text Placeholder 31">
            <a:extLst>
              <a:ext uri="{FF2B5EF4-FFF2-40B4-BE49-F238E27FC236}">
                <a16:creationId xmlns:a16="http://schemas.microsoft.com/office/drawing/2014/main" id="{E592DA43-0374-0D96-4D50-BD16E5513FDC}"/>
              </a:ext>
            </a:extLst>
          </p:cNvPr>
          <p:cNvSpPr>
            <a:spLocks noGrp="1"/>
          </p:cNvSpPr>
          <p:nvPr>
            <p:ph type="body" sz="quarter" idx="19" hasCustomPrompt="1"/>
          </p:nvPr>
        </p:nvSpPr>
        <p:spPr>
          <a:xfrm>
            <a:off x="4340352" y="1643271"/>
            <a:ext cx="3511296" cy="390798"/>
          </a:xfrm>
          <a:prstGeom prst="rect">
            <a:avLst/>
          </a:prstGeom>
        </p:spPr>
        <p:txBody>
          <a:bodyPr anchor="ctr"/>
          <a:lstStyle>
            <a:lvl1pPr marL="0" indent="0" algn="ctr">
              <a:buNone/>
              <a:defRPr sz="1800" b="1">
                <a:solidFill>
                  <a:schemeClr val="bg1"/>
                </a:solidFill>
              </a:defRPr>
            </a:lvl1pPr>
          </a:lstStyle>
          <a:p>
            <a:pPr lvl="0"/>
            <a:r>
              <a:rPr lang="en-US"/>
              <a:t>Heading</a:t>
            </a:r>
          </a:p>
        </p:txBody>
      </p:sp>
      <p:sp>
        <p:nvSpPr>
          <p:cNvPr id="34" name="Text Placeholder 31">
            <a:extLst>
              <a:ext uri="{FF2B5EF4-FFF2-40B4-BE49-F238E27FC236}">
                <a16:creationId xmlns:a16="http://schemas.microsoft.com/office/drawing/2014/main" id="{FB5743A2-E96E-24CA-6286-9A94B4C2168D}"/>
              </a:ext>
            </a:extLst>
          </p:cNvPr>
          <p:cNvSpPr>
            <a:spLocks noGrp="1"/>
          </p:cNvSpPr>
          <p:nvPr>
            <p:ph type="body" sz="quarter" idx="20" hasCustomPrompt="1"/>
          </p:nvPr>
        </p:nvSpPr>
        <p:spPr>
          <a:xfrm>
            <a:off x="8230130" y="1643271"/>
            <a:ext cx="3511296" cy="390798"/>
          </a:xfrm>
          <a:prstGeom prst="rect">
            <a:avLst/>
          </a:prstGeom>
        </p:spPr>
        <p:txBody>
          <a:bodyPr anchor="ctr"/>
          <a:lstStyle>
            <a:lvl1pPr marL="0" indent="0" algn="ctr">
              <a:buNone/>
              <a:defRPr sz="1800" b="1">
                <a:solidFill>
                  <a:schemeClr val="bg1"/>
                </a:solidFill>
              </a:defRPr>
            </a:lvl1pPr>
          </a:lstStyle>
          <a:p>
            <a:pPr lvl="0"/>
            <a:r>
              <a:rPr lang="en-US"/>
              <a:t>Heading</a:t>
            </a:r>
          </a:p>
        </p:txBody>
      </p:sp>
    </p:spTree>
    <p:extLst>
      <p:ext uri="{BB962C8B-B14F-4D97-AF65-F5344CB8AC3E}">
        <p14:creationId xmlns:p14="http://schemas.microsoft.com/office/powerpoint/2010/main" val="2553350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our Panels">
    <p:bg>
      <p:bgRef idx="1001">
        <a:schemeClr val="bg2"/>
      </p:bgRef>
    </p:bg>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90544FA7-9DAC-C49E-3A06-71DD8115B0A6}"/>
              </a:ext>
            </a:extLst>
          </p:cNvPr>
          <p:cNvGrpSpPr/>
          <p:nvPr userDrawn="1"/>
        </p:nvGrpSpPr>
        <p:grpSpPr>
          <a:xfrm>
            <a:off x="450712" y="1562100"/>
            <a:ext cx="11290714" cy="4610100"/>
            <a:chOff x="450712" y="1562100"/>
            <a:chExt cx="11290714" cy="4610100"/>
          </a:xfrm>
        </p:grpSpPr>
        <p:sp>
          <p:nvSpPr>
            <p:cNvPr id="15" name="Rounded Rectangle 14">
              <a:extLst>
                <a:ext uri="{FF2B5EF4-FFF2-40B4-BE49-F238E27FC236}">
                  <a16:creationId xmlns:a16="http://schemas.microsoft.com/office/drawing/2014/main" id="{F964AC03-D340-DA49-6EB4-48984FBD736E}"/>
                </a:ext>
              </a:extLst>
            </p:cNvPr>
            <p:cNvSpPr/>
            <p:nvPr userDrawn="1"/>
          </p:nvSpPr>
          <p:spPr bwMode="gray">
            <a:xfrm>
              <a:off x="450712" y="1562100"/>
              <a:ext cx="2651760" cy="4610100"/>
            </a:xfrm>
            <a:prstGeom prst="roundRect">
              <a:avLst>
                <a:gd name="adj" fmla="val 9299"/>
              </a:avLst>
            </a:prstGeom>
            <a:noFill/>
            <a:ln w="25400">
              <a:solidFill>
                <a:schemeClr val="accent6"/>
              </a:solidFill>
              <a:round/>
              <a:headEnd/>
              <a:tailEnd/>
            </a:ln>
          </p:spPr>
          <p:txBody>
            <a:bodyPr wrap="square" lIns="91440" tIns="45720" rtlCol="0" anchor="t" anchorCtr="0"/>
            <a:lstStyle/>
            <a:p>
              <a:pPr marL="228600" lvl="1" indent="-228600">
                <a:lnSpc>
                  <a:spcPct val="90000"/>
                </a:lnSpc>
                <a:spcBef>
                  <a:spcPts val="600"/>
                </a:spcBef>
                <a:buClr>
                  <a:schemeClr val="accent6"/>
                </a:buClr>
                <a:buFont typeface="Arial" panose="020B0604020202020204" pitchFamily="34" charset="0"/>
                <a:buChar char="•"/>
              </a:pPr>
              <a:endParaRPr lang="en-US" sz="1600">
                <a:solidFill>
                  <a:srgbClr val="000000"/>
                </a:solidFill>
              </a:endParaRPr>
            </a:p>
          </p:txBody>
        </p:sp>
        <p:sp>
          <p:nvSpPr>
            <p:cNvPr id="16" name="Shape 268">
              <a:extLst>
                <a:ext uri="{FF2B5EF4-FFF2-40B4-BE49-F238E27FC236}">
                  <a16:creationId xmlns:a16="http://schemas.microsoft.com/office/drawing/2014/main" id="{716E86A6-B4C5-9A95-442D-50892E5A0C3A}"/>
                </a:ext>
              </a:extLst>
            </p:cNvPr>
            <p:cNvSpPr txBox="1">
              <a:spLocks/>
            </p:cNvSpPr>
            <p:nvPr userDrawn="1"/>
          </p:nvSpPr>
          <p:spPr bwMode="gray">
            <a:xfrm>
              <a:off x="450712" y="1562100"/>
              <a:ext cx="2651760" cy="553139"/>
            </a:xfrm>
            <a:prstGeom prst="round2SameRect">
              <a:avLst>
                <a:gd name="adj1" fmla="val 50000"/>
                <a:gd name="adj2" fmla="val 0"/>
              </a:avLst>
            </a:prstGeom>
            <a:solidFill>
              <a:schemeClr val="accent6"/>
            </a:solidFill>
            <a:ln w="25400">
              <a:solidFill>
                <a:schemeClr val="accent6"/>
              </a:solidFill>
              <a:miter lim="400000"/>
            </a:ln>
            <a:extLst>
              <a:ext uri="{C572A759-6A51-4108-AA02-DFA0A04FC94B}">
                <ma14:wrappingTextBoxFlag xmlns="" xmlns:ma14="http://schemas.microsoft.com/office/mac/drawingml/2011/main" val="1"/>
              </a:ext>
            </a:extLst>
          </p:spPr>
          <p:txBody>
            <a:bodyPr lIns="60880" tIns="45720" rIns="60880" bIns="0" anchor="ctr" anchorCtr="0">
              <a:noAutofit/>
            </a:bodyPr>
            <a:lstStyle>
              <a:lvl1pPr marL="469890" marR="0" indent="-46989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1pPr>
              <a:lvl2pPr marL="1282088" marR="0" indent="-562439"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2pPr>
              <a:lvl3pPr marL="2086417" marR="0" indent="-600554"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3pPr>
              <a:lvl4pPr marL="2939553" marR="0" indent="-71711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4pPr>
              <a:lvl5pPr marL="3640577" marR="0" indent="-778915"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5pPr>
              <a:lvl6pPr marL="381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6pPr>
              <a:lvl7pPr marL="444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7pPr>
              <a:lvl8pPr marL="508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8pPr>
              <a:lvl9pPr marL="571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9pPr>
            </a:lstStyle>
            <a:p>
              <a:pPr marL="0" indent="0" algn="ctr" defTabSz="259723">
                <a:lnSpc>
                  <a:spcPts val="2400"/>
                </a:lnSpc>
                <a:spcBef>
                  <a:spcPts val="300"/>
                </a:spcBef>
                <a:spcAft>
                  <a:spcPts val="300"/>
                </a:spcAft>
                <a:buNone/>
                <a:tabLst>
                  <a:tab pos="1341569" algn="l"/>
                </a:tabLst>
                <a:defRPr sz="4956"/>
              </a:pPr>
              <a:endParaRPr lang="en-US" sz="2400" b="1" cap="all">
                <a:solidFill>
                  <a:schemeClr val="bg1"/>
                </a:solidFill>
                <a:latin typeface="+mn-lt"/>
                <a:ea typeface="BentonSans Medium"/>
                <a:sym typeface="BentonSans Medium"/>
              </a:endParaRPr>
            </a:p>
          </p:txBody>
        </p:sp>
        <p:sp>
          <p:nvSpPr>
            <p:cNvPr id="18" name="Rounded Rectangle 17">
              <a:extLst>
                <a:ext uri="{FF2B5EF4-FFF2-40B4-BE49-F238E27FC236}">
                  <a16:creationId xmlns:a16="http://schemas.microsoft.com/office/drawing/2014/main" id="{0D6D2471-1A01-2E43-32CE-99A141188898}"/>
                </a:ext>
              </a:extLst>
            </p:cNvPr>
            <p:cNvSpPr/>
            <p:nvPr userDrawn="1"/>
          </p:nvSpPr>
          <p:spPr bwMode="gray">
            <a:xfrm>
              <a:off x="3330271" y="1562100"/>
              <a:ext cx="2651760" cy="4610100"/>
            </a:xfrm>
            <a:prstGeom prst="roundRect">
              <a:avLst>
                <a:gd name="adj" fmla="val 9299"/>
              </a:avLst>
            </a:prstGeom>
            <a:noFill/>
            <a:ln w="25400">
              <a:solidFill>
                <a:schemeClr val="accent3"/>
              </a:solidFill>
              <a:round/>
              <a:headEnd/>
              <a:tailEnd/>
            </a:ln>
          </p:spPr>
          <p:txBody>
            <a:bodyPr wrap="square" lIns="91440" tIns="45720" rtlCol="0" anchor="t" anchorCtr="0"/>
            <a:lstStyle/>
            <a:p>
              <a:pPr marL="228600" lvl="1" indent="-228600">
                <a:lnSpc>
                  <a:spcPct val="90000"/>
                </a:lnSpc>
                <a:spcBef>
                  <a:spcPts val="600"/>
                </a:spcBef>
                <a:buClr>
                  <a:schemeClr val="accent3"/>
                </a:buClr>
                <a:buFont typeface="Arial" panose="020B0604020202020204" pitchFamily="34" charset="0"/>
                <a:buChar char="•"/>
              </a:pPr>
              <a:endParaRPr lang="en-US" sz="1600">
                <a:solidFill>
                  <a:srgbClr val="000000"/>
                </a:solidFill>
              </a:endParaRPr>
            </a:p>
          </p:txBody>
        </p:sp>
        <p:sp>
          <p:nvSpPr>
            <p:cNvPr id="19" name="Shape 268">
              <a:extLst>
                <a:ext uri="{FF2B5EF4-FFF2-40B4-BE49-F238E27FC236}">
                  <a16:creationId xmlns:a16="http://schemas.microsoft.com/office/drawing/2014/main" id="{8E5765F9-BBEC-FE60-0DEC-1FE00556F3BB}"/>
                </a:ext>
              </a:extLst>
            </p:cNvPr>
            <p:cNvSpPr txBox="1">
              <a:spLocks/>
            </p:cNvSpPr>
            <p:nvPr userDrawn="1"/>
          </p:nvSpPr>
          <p:spPr bwMode="gray">
            <a:xfrm>
              <a:off x="3330271" y="1562100"/>
              <a:ext cx="2651760" cy="553139"/>
            </a:xfrm>
            <a:prstGeom prst="round2SameRect">
              <a:avLst>
                <a:gd name="adj1" fmla="val 50000"/>
                <a:gd name="adj2" fmla="val 0"/>
              </a:avLst>
            </a:prstGeom>
            <a:solidFill>
              <a:schemeClr val="accent3"/>
            </a:solidFill>
            <a:ln w="25400">
              <a:solidFill>
                <a:schemeClr val="accent3"/>
              </a:solidFill>
              <a:miter lim="400000"/>
            </a:ln>
            <a:extLst>
              <a:ext uri="{C572A759-6A51-4108-AA02-DFA0A04FC94B}">
                <ma14:wrappingTextBoxFlag xmlns="" xmlns:ma14="http://schemas.microsoft.com/office/mac/drawingml/2011/main" val="1"/>
              </a:ext>
            </a:extLst>
          </p:spPr>
          <p:txBody>
            <a:bodyPr lIns="60880" tIns="45720" rIns="60880" bIns="0" anchor="ctr" anchorCtr="0">
              <a:noAutofit/>
            </a:bodyPr>
            <a:lstStyle>
              <a:lvl1pPr marL="469890" marR="0" indent="-46989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1pPr>
              <a:lvl2pPr marL="1282088" marR="0" indent="-562439"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2pPr>
              <a:lvl3pPr marL="2086417" marR="0" indent="-600554"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3pPr>
              <a:lvl4pPr marL="2939553" marR="0" indent="-71711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4pPr>
              <a:lvl5pPr marL="3640577" marR="0" indent="-778915"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5pPr>
              <a:lvl6pPr marL="381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6pPr>
              <a:lvl7pPr marL="444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7pPr>
              <a:lvl8pPr marL="508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8pPr>
              <a:lvl9pPr marL="571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9pPr>
            </a:lstStyle>
            <a:p>
              <a:pPr marL="0" indent="0" algn="ctr" defTabSz="259723">
                <a:lnSpc>
                  <a:spcPts val="2400"/>
                </a:lnSpc>
                <a:spcBef>
                  <a:spcPts val="300"/>
                </a:spcBef>
                <a:spcAft>
                  <a:spcPts val="300"/>
                </a:spcAft>
                <a:buNone/>
                <a:tabLst>
                  <a:tab pos="1341569" algn="l"/>
                </a:tabLst>
                <a:defRPr sz="4956"/>
              </a:pPr>
              <a:endParaRPr lang="en-US" sz="2400" b="1" cap="all">
                <a:solidFill>
                  <a:schemeClr val="bg1"/>
                </a:solidFill>
                <a:latin typeface="+mn-lt"/>
                <a:ea typeface="BentonSans Medium"/>
                <a:sym typeface="BentonSans Medium"/>
              </a:endParaRPr>
            </a:p>
          </p:txBody>
        </p:sp>
        <p:sp>
          <p:nvSpPr>
            <p:cNvPr id="21" name="Rounded Rectangle 20">
              <a:extLst>
                <a:ext uri="{FF2B5EF4-FFF2-40B4-BE49-F238E27FC236}">
                  <a16:creationId xmlns:a16="http://schemas.microsoft.com/office/drawing/2014/main" id="{8426BF78-461B-76D7-1857-854BC4BE1AD7}"/>
                </a:ext>
              </a:extLst>
            </p:cNvPr>
            <p:cNvSpPr/>
            <p:nvPr userDrawn="1"/>
          </p:nvSpPr>
          <p:spPr bwMode="gray">
            <a:xfrm>
              <a:off x="6209968" y="1562100"/>
              <a:ext cx="2651760" cy="4610100"/>
            </a:xfrm>
            <a:prstGeom prst="roundRect">
              <a:avLst>
                <a:gd name="adj" fmla="val 9299"/>
              </a:avLst>
            </a:prstGeom>
            <a:noFill/>
            <a:ln w="25400">
              <a:solidFill>
                <a:schemeClr val="accent2"/>
              </a:solidFill>
              <a:round/>
              <a:headEnd/>
              <a:tailEnd/>
            </a:ln>
          </p:spPr>
          <p:txBody>
            <a:bodyPr wrap="square" lIns="91440" tIns="45720" rtlCol="0" anchor="t" anchorCtr="0"/>
            <a:lstStyle/>
            <a:p>
              <a:pPr marL="228600" lvl="1" indent="-228600">
                <a:lnSpc>
                  <a:spcPct val="90000"/>
                </a:lnSpc>
                <a:spcBef>
                  <a:spcPts val="600"/>
                </a:spcBef>
                <a:buClr>
                  <a:schemeClr val="accent2"/>
                </a:buClr>
                <a:buFont typeface="Arial" panose="020B0604020202020204" pitchFamily="34" charset="0"/>
                <a:buChar char="•"/>
              </a:pPr>
              <a:endParaRPr lang="en-US" sz="1600">
                <a:solidFill>
                  <a:srgbClr val="000000"/>
                </a:solidFill>
              </a:endParaRPr>
            </a:p>
          </p:txBody>
        </p:sp>
        <p:sp>
          <p:nvSpPr>
            <p:cNvPr id="22" name="Shape 268">
              <a:extLst>
                <a:ext uri="{FF2B5EF4-FFF2-40B4-BE49-F238E27FC236}">
                  <a16:creationId xmlns:a16="http://schemas.microsoft.com/office/drawing/2014/main" id="{760B1DBC-27B7-A8DF-DA76-1B68956785C4}"/>
                </a:ext>
              </a:extLst>
            </p:cNvPr>
            <p:cNvSpPr txBox="1">
              <a:spLocks/>
            </p:cNvSpPr>
            <p:nvPr userDrawn="1"/>
          </p:nvSpPr>
          <p:spPr bwMode="gray">
            <a:xfrm>
              <a:off x="6209968" y="1562100"/>
              <a:ext cx="2651760" cy="553139"/>
            </a:xfrm>
            <a:prstGeom prst="round2SameRect">
              <a:avLst>
                <a:gd name="adj1" fmla="val 50000"/>
                <a:gd name="adj2" fmla="val 0"/>
              </a:avLst>
            </a:prstGeom>
            <a:solidFill>
              <a:schemeClr val="accent2"/>
            </a:solidFill>
            <a:ln w="25400">
              <a:solidFill>
                <a:schemeClr val="accent2"/>
              </a:solidFill>
              <a:miter lim="400000"/>
            </a:ln>
            <a:extLst>
              <a:ext uri="{C572A759-6A51-4108-AA02-DFA0A04FC94B}">
                <ma14:wrappingTextBoxFlag xmlns="" xmlns:ma14="http://schemas.microsoft.com/office/mac/drawingml/2011/main" val="1"/>
              </a:ext>
            </a:extLst>
          </p:spPr>
          <p:txBody>
            <a:bodyPr lIns="60880" tIns="45720" rIns="60880" bIns="0" anchor="ctr" anchorCtr="0">
              <a:noAutofit/>
            </a:bodyPr>
            <a:lstStyle>
              <a:lvl1pPr marL="469890" marR="0" indent="-46989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1pPr>
              <a:lvl2pPr marL="1282088" marR="0" indent="-562439"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2pPr>
              <a:lvl3pPr marL="2086417" marR="0" indent="-600554"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3pPr>
              <a:lvl4pPr marL="2939553" marR="0" indent="-71711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4pPr>
              <a:lvl5pPr marL="3640577" marR="0" indent="-778915"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5pPr>
              <a:lvl6pPr marL="381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6pPr>
              <a:lvl7pPr marL="444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7pPr>
              <a:lvl8pPr marL="508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8pPr>
              <a:lvl9pPr marL="571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9pPr>
            </a:lstStyle>
            <a:p>
              <a:pPr marL="0" indent="0" algn="ctr" defTabSz="259723">
                <a:lnSpc>
                  <a:spcPts val="2400"/>
                </a:lnSpc>
                <a:spcBef>
                  <a:spcPts val="300"/>
                </a:spcBef>
                <a:spcAft>
                  <a:spcPts val="300"/>
                </a:spcAft>
                <a:buNone/>
                <a:tabLst>
                  <a:tab pos="1341569" algn="l"/>
                </a:tabLst>
                <a:defRPr sz="4956"/>
              </a:pPr>
              <a:endParaRPr lang="en-US" sz="2400" b="1" cap="all">
                <a:solidFill>
                  <a:schemeClr val="bg1"/>
                </a:solidFill>
                <a:latin typeface="+mn-lt"/>
                <a:ea typeface="BentonSans Medium"/>
                <a:sym typeface="BentonSans Medium"/>
              </a:endParaRPr>
            </a:p>
          </p:txBody>
        </p:sp>
        <p:sp>
          <p:nvSpPr>
            <p:cNvPr id="24" name="Rounded Rectangle 23">
              <a:extLst>
                <a:ext uri="{FF2B5EF4-FFF2-40B4-BE49-F238E27FC236}">
                  <a16:creationId xmlns:a16="http://schemas.microsoft.com/office/drawing/2014/main" id="{7117C622-46B1-68B3-A93E-B7CE3023F97E}"/>
                </a:ext>
              </a:extLst>
            </p:cNvPr>
            <p:cNvSpPr/>
            <p:nvPr userDrawn="1"/>
          </p:nvSpPr>
          <p:spPr bwMode="gray">
            <a:xfrm>
              <a:off x="9089666" y="1562100"/>
              <a:ext cx="2651760" cy="4610100"/>
            </a:xfrm>
            <a:prstGeom prst="roundRect">
              <a:avLst>
                <a:gd name="adj" fmla="val 9299"/>
              </a:avLst>
            </a:prstGeom>
            <a:noFill/>
            <a:ln w="25400">
              <a:solidFill>
                <a:schemeClr val="accent4"/>
              </a:solidFill>
              <a:round/>
              <a:headEnd/>
              <a:tailEnd/>
            </a:ln>
          </p:spPr>
          <p:txBody>
            <a:bodyPr wrap="square" lIns="91440" tIns="45720" rtlCol="0" anchor="t" anchorCtr="0"/>
            <a:lstStyle/>
            <a:p>
              <a:pPr marL="228600" lvl="1" indent="-228600">
                <a:lnSpc>
                  <a:spcPct val="90000"/>
                </a:lnSpc>
                <a:spcBef>
                  <a:spcPts val="600"/>
                </a:spcBef>
                <a:buClr>
                  <a:schemeClr val="accent4"/>
                </a:buClr>
                <a:buFont typeface="Arial" panose="020B0604020202020204" pitchFamily="34" charset="0"/>
                <a:buChar char="•"/>
              </a:pPr>
              <a:endParaRPr lang="en-US" sz="1600">
                <a:solidFill>
                  <a:srgbClr val="000000"/>
                </a:solidFill>
              </a:endParaRPr>
            </a:p>
          </p:txBody>
        </p:sp>
        <p:sp>
          <p:nvSpPr>
            <p:cNvPr id="25" name="Shape 268">
              <a:extLst>
                <a:ext uri="{FF2B5EF4-FFF2-40B4-BE49-F238E27FC236}">
                  <a16:creationId xmlns:a16="http://schemas.microsoft.com/office/drawing/2014/main" id="{B31DF88B-D64C-EAF1-A6B0-942E6119A707}"/>
                </a:ext>
              </a:extLst>
            </p:cNvPr>
            <p:cNvSpPr txBox="1">
              <a:spLocks/>
            </p:cNvSpPr>
            <p:nvPr userDrawn="1"/>
          </p:nvSpPr>
          <p:spPr bwMode="gray">
            <a:xfrm>
              <a:off x="9089666" y="1562100"/>
              <a:ext cx="2651760" cy="553139"/>
            </a:xfrm>
            <a:prstGeom prst="round2SameRect">
              <a:avLst>
                <a:gd name="adj1" fmla="val 50000"/>
                <a:gd name="adj2" fmla="val 0"/>
              </a:avLst>
            </a:prstGeom>
            <a:solidFill>
              <a:schemeClr val="accent4"/>
            </a:solidFill>
            <a:ln w="25400">
              <a:solidFill>
                <a:schemeClr val="accent4"/>
              </a:solidFill>
              <a:miter lim="400000"/>
            </a:ln>
            <a:extLst>
              <a:ext uri="{C572A759-6A51-4108-AA02-DFA0A04FC94B}">
                <ma14:wrappingTextBoxFlag xmlns="" xmlns:ma14="http://schemas.microsoft.com/office/mac/drawingml/2011/main" val="1"/>
              </a:ext>
            </a:extLst>
          </p:spPr>
          <p:txBody>
            <a:bodyPr lIns="60880" tIns="45720" rIns="60880" bIns="0" anchor="ctr" anchorCtr="0">
              <a:noAutofit/>
            </a:bodyPr>
            <a:lstStyle>
              <a:lvl1pPr marL="469890" marR="0" indent="-46989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1pPr>
              <a:lvl2pPr marL="1282088" marR="0" indent="-562439"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2pPr>
              <a:lvl3pPr marL="2086417" marR="0" indent="-600554"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3pPr>
              <a:lvl4pPr marL="2939553" marR="0" indent="-71711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4pPr>
              <a:lvl5pPr marL="3640577" marR="0" indent="-778915"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5pPr>
              <a:lvl6pPr marL="381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6pPr>
              <a:lvl7pPr marL="444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7pPr>
              <a:lvl8pPr marL="508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8pPr>
              <a:lvl9pPr marL="571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9pPr>
            </a:lstStyle>
            <a:p>
              <a:pPr marL="0" indent="0" algn="ctr" defTabSz="259723">
                <a:lnSpc>
                  <a:spcPts val="2400"/>
                </a:lnSpc>
                <a:spcBef>
                  <a:spcPts val="300"/>
                </a:spcBef>
                <a:spcAft>
                  <a:spcPts val="300"/>
                </a:spcAft>
                <a:buNone/>
                <a:tabLst>
                  <a:tab pos="1341569" algn="l"/>
                </a:tabLst>
                <a:defRPr sz="4956"/>
              </a:pPr>
              <a:endParaRPr lang="en-US" sz="2400" b="1" cap="all">
                <a:solidFill>
                  <a:schemeClr val="bg1"/>
                </a:solidFill>
                <a:latin typeface="+mn-lt"/>
                <a:ea typeface="BentonSans Medium"/>
                <a:sym typeface="BentonSans Medium"/>
              </a:endParaRPr>
            </a:p>
          </p:txBody>
        </p:sp>
      </p:grpSp>
      <p:sp>
        <p:nvSpPr>
          <p:cNvPr id="6" name="Picture Placeholder 5">
            <a:extLst>
              <a:ext uri="{FF2B5EF4-FFF2-40B4-BE49-F238E27FC236}">
                <a16:creationId xmlns:a16="http://schemas.microsoft.com/office/drawing/2014/main" id="{7707335F-CC75-4ACC-AC50-F51297559AC4}"/>
              </a:ext>
            </a:extLst>
          </p:cNvPr>
          <p:cNvSpPr>
            <a:spLocks noGrp="1"/>
          </p:cNvSpPr>
          <p:nvPr>
            <p:ph type="pic" sz="quarter" idx="11"/>
          </p:nvPr>
        </p:nvSpPr>
        <p:spPr>
          <a:xfrm>
            <a:off x="459856" y="2127249"/>
            <a:ext cx="2633472" cy="2173407"/>
          </a:xfrm>
          <a:prstGeom prst="rect">
            <a:avLst/>
          </a:prstGeom>
          <a:solidFill>
            <a:schemeClr val="bg2"/>
          </a:solidFill>
        </p:spPr>
        <p:txBody>
          <a:bodyPr bIns="914400" anchor="ctr"/>
          <a:lstStyle>
            <a:lvl1pPr marL="0" indent="0" algn="ctr">
              <a:buNone/>
              <a:defRPr sz="1400"/>
            </a:lvl1pPr>
          </a:lstStyle>
          <a:p>
            <a:r>
              <a:rPr lang="en-US"/>
              <a:t>Click icon to add picture</a:t>
            </a:r>
          </a:p>
        </p:txBody>
      </p:sp>
      <p:sp>
        <p:nvSpPr>
          <p:cNvPr id="8" name="Picture Placeholder 5">
            <a:extLst>
              <a:ext uri="{FF2B5EF4-FFF2-40B4-BE49-F238E27FC236}">
                <a16:creationId xmlns:a16="http://schemas.microsoft.com/office/drawing/2014/main" id="{38D0066F-AAC1-4F7B-96E6-51738FD2AF26}"/>
              </a:ext>
            </a:extLst>
          </p:cNvPr>
          <p:cNvSpPr>
            <a:spLocks noGrp="1"/>
          </p:cNvSpPr>
          <p:nvPr>
            <p:ph type="pic" sz="quarter" idx="13"/>
          </p:nvPr>
        </p:nvSpPr>
        <p:spPr>
          <a:xfrm>
            <a:off x="3339507" y="2127249"/>
            <a:ext cx="2633472" cy="2173407"/>
          </a:xfrm>
          <a:prstGeom prst="rect">
            <a:avLst/>
          </a:prstGeom>
          <a:solidFill>
            <a:schemeClr val="bg2"/>
          </a:solidFill>
        </p:spPr>
        <p:txBody>
          <a:bodyPr bIns="914400" anchor="ctr"/>
          <a:lstStyle>
            <a:lvl1pPr marL="0" indent="0" algn="ctr">
              <a:buNone/>
              <a:defRPr sz="1400"/>
            </a:lvl1pPr>
          </a:lstStyle>
          <a:p>
            <a:r>
              <a:rPr lang="en-US"/>
              <a:t>Click icon to add picture</a:t>
            </a:r>
          </a:p>
        </p:txBody>
      </p:sp>
      <p:sp>
        <p:nvSpPr>
          <p:cNvPr id="10" name="Picture Placeholder 5">
            <a:extLst>
              <a:ext uri="{FF2B5EF4-FFF2-40B4-BE49-F238E27FC236}">
                <a16:creationId xmlns:a16="http://schemas.microsoft.com/office/drawing/2014/main" id="{B0B67037-617F-435B-928B-1C8C2BCB1C78}"/>
              </a:ext>
            </a:extLst>
          </p:cNvPr>
          <p:cNvSpPr>
            <a:spLocks noGrp="1"/>
          </p:cNvSpPr>
          <p:nvPr>
            <p:ph type="pic" sz="quarter" idx="16"/>
          </p:nvPr>
        </p:nvSpPr>
        <p:spPr>
          <a:xfrm>
            <a:off x="6219158" y="2127249"/>
            <a:ext cx="2633472" cy="2173407"/>
          </a:xfrm>
          <a:prstGeom prst="rect">
            <a:avLst/>
          </a:prstGeom>
          <a:solidFill>
            <a:schemeClr val="bg2"/>
          </a:solidFill>
        </p:spPr>
        <p:txBody>
          <a:bodyPr bIns="914400" anchor="ctr"/>
          <a:lstStyle>
            <a:lvl1pPr marL="0" indent="0" algn="ctr">
              <a:buNone/>
              <a:defRPr sz="1400"/>
            </a:lvl1pPr>
          </a:lstStyle>
          <a:p>
            <a:r>
              <a:rPr lang="en-US"/>
              <a:t>Click icon to add picture</a:t>
            </a:r>
          </a:p>
        </p:txBody>
      </p:sp>
      <p:sp>
        <p:nvSpPr>
          <p:cNvPr id="13" name="Picture Placeholder 5">
            <a:extLst>
              <a:ext uri="{FF2B5EF4-FFF2-40B4-BE49-F238E27FC236}">
                <a16:creationId xmlns:a16="http://schemas.microsoft.com/office/drawing/2014/main" id="{68F93884-2E5B-4888-92F0-10E60CF8353E}"/>
              </a:ext>
            </a:extLst>
          </p:cNvPr>
          <p:cNvSpPr>
            <a:spLocks noGrp="1"/>
          </p:cNvSpPr>
          <p:nvPr>
            <p:ph type="pic" sz="quarter" idx="15"/>
          </p:nvPr>
        </p:nvSpPr>
        <p:spPr>
          <a:xfrm>
            <a:off x="9098810" y="2127249"/>
            <a:ext cx="2633472" cy="2173407"/>
          </a:xfrm>
          <a:prstGeom prst="rect">
            <a:avLst/>
          </a:prstGeom>
          <a:solidFill>
            <a:schemeClr val="bg2"/>
          </a:solidFill>
        </p:spPr>
        <p:txBody>
          <a:bodyPr bIns="914400" anchor="ctr"/>
          <a:lstStyle>
            <a:lvl1pPr marL="0" indent="0" algn="ctr">
              <a:buNone/>
              <a:defRPr sz="1400"/>
            </a:lvl1pPr>
          </a:lstStyle>
          <a:p>
            <a:r>
              <a:rPr lang="en-US"/>
              <a:t>Click icon to add picture</a:t>
            </a:r>
          </a:p>
        </p:txBody>
      </p:sp>
      <p:sp>
        <p:nvSpPr>
          <p:cNvPr id="12" name="Content Placeholder 2">
            <a:extLst>
              <a:ext uri="{FF2B5EF4-FFF2-40B4-BE49-F238E27FC236}">
                <a16:creationId xmlns:a16="http://schemas.microsoft.com/office/drawing/2014/main" id="{322B412C-8C27-4193-853F-EE939C1F07A7}"/>
              </a:ext>
            </a:extLst>
          </p:cNvPr>
          <p:cNvSpPr>
            <a:spLocks noGrp="1"/>
          </p:cNvSpPr>
          <p:nvPr>
            <p:ph idx="14"/>
          </p:nvPr>
        </p:nvSpPr>
        <p:spPr>
          <a:xfrm>
            <a:off x="9181106" y="4410634"/>
            <a:ext cx="2468880" cy="1645609"/>
          </a:xfrm>
          <a:prstGeom prst="rect">
            <a:avLst/>
          </a:prstGeom>
        </p:spPr>
        <p:txBody>
          <a:bodyPr lIns="91440" tIns="182880" rIns="45720"/>
          <a:lstStyle>
            <a:lvl1pPr marL="233363" indent="-233363">
              <a:spcBef>
                <a:spcPts val="600"/>
              </a:spcBef>
              <a:buClr>
                <a:schemeClr val="accent4"/>
              </a:buClr>
              <a:buFont typeface="Arial" panose="020B0604020202020204" pitchFamily="34" charset="0"/>
              <a:buChar char="•"/>
              <a:tabLst/>
              <a:defRPr sz="16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3" name="Content Placeholder 2">
            <a:extLst>
              <a:ext uri="{FF2B5EF4-FFF2-40B4-BE49-F238E27FC236}">
                <a16:creationId xmlns:a16="http://schemas.microsoft.com/office/drawing/2014/main" id="{9D2EAC86-63D0-4674-A708-65D026C9552F}"/>
              </a:ext>
            </a:extLst>
          </p:cNvPr>
          <p:cNvSpPr>
            <a:spLocks noGrp="1"/>
          </p:cNvSpPr>
          <p:nvPr>
            <p:ph idx="1"/>
          </p:nvPr>
        </p:nvSpPr>
        <p:spPr>
          <a:xfrm>
            <a:off x="542152" y="4410634"/>
            <a:ext cx="2468880" cy="1645609"/>
          </a:xfrm>
          <a:prstGeom prst="rect">
            <a:avLst/>
          </a:prstGeom>
        </p:spPr>
        <p:txBody>
          <a:bodyPr lIns="91440" tIns="182880" rIns="45720"/>
          <a:lstStyle>
            <a:lvl1pPr marL="233363" indent="-223838">
              <a:spcBef>
                <a:spcPts val="600"/>
              </a:spcBef>
              <a:buClr>
                <a:schemeClr val="accent6"/>
              </a:buClr>
              <a:buFont typeface="Arial" panose="020B0604020202020204" pitchFamily="34" charset="0"/>
              <a:buChar char="•"/>
              <a:tabLst/>
              <a:defRPr sz="16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F20AF647-F3CA-4756-92D9-ECC2426C8BEE}"/>
              </a:ext>
            </a:extLst>
          </p:cNvPr>
          <p:cNvSpPr>
            <a:spLocks noGrp="1"/>
          </p:cNvSpPr>
          <p:nvPr>
            <p:ph idx="12"/>
          </p:nvPr>
        </p:nvSpPr>
        <p:spPr>
          <a:xfrm>
            <a:off x="3421711" y="4410634"/>
            <a:ext cx="2468880" cy="1645609"/>
          </a:xfrm>
          <a:prstGeom prst="rect">
            <a:avLst/>
          </a:prstGeom>
        </p:spPr>
        <p:txBody>
          <a:bodyPr lIns="91440" tIns="182880" rIns="45720"/>
          <a:lstStyle>
            <a:lvl1pPr marL="233363" indent="-233363">
              <a:spcBef>
                <a:spcPts val="600"/>
              </a:spcBef>
              <a:buClr>
                <a:schemeClr val="accent3"/>
              </a:buClr>
              <a:buFont typeface="Arial" panose="020B0604020202020204" pitchFamily="34" charset="0"/>
              <a:buChar char="•"/>
              <a:tabLst/>
              <a:defRPr sz="16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11" name="Content Placeholder 2">
            <a:extLst>
              <a:ext uri="{FF2B5EF4-FFF2-40B4-BE49-F238E27FC236}">
                <a16:creationId xmlns:a16="http://schemas.microsoft.com/office/drawing/2014/main" id="{FBE300D3-B0EC-408C-8C13-48CD8BF2ED8D}"/>
              </a:ext>
            </a:extLst>
          </p:cNvPr>
          <p:cNvSpPr>
            <a:spLocks noGrp="1"/>
          </p:cNvSpPr>
          <p:nvPr>
            <p:ph idx="17"/>
          </p:nvPr>
        </p:nvSpPr>
        <p:spPr>
          <a:xfrm>
            <a:off x="6301408" y="4410634"/>
            <a:ext cx="2468880" cy="1645609"/>
          </a:xfrm>
          <a:prstGeom prst="rect">
            <a:avLst/>
          </a:prstGeom>
        </p:spPr>
        <p:txBody>
          <a:bodyPr lIns="91440" tIns="182880" rIns="45720"/>
          <a:lstStyle>
            <a:lvl1pPr marL="233363" indent="-233363">
              <a:spcBef>
                <a:spcPts val="600"/>
              </a:spcBef>
              <a:buClr>
                <a:schemeClr val="accent2"/>
              </a:buClr>
              <a:buFont typeface="Arial" panose="020B0604020202020204" pitchFamily="34" charset="0"/>
              <a:buChar char="•"/>
              <a:tabLst/>
              <a:defRPr sz="16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14" name="Title 8">
            <a:extLst>
              <a:ext uri="{FF2B5EF4-FFF2-40B4-BE49-F238E27FC236}">
                <a16:creationId xmlns:a16="http://schemas.microsoft.com/office/drawing/2014/main" id="{AA45F714-D99D-0C4B-A8D6-B25AF44C1B6C}"/>
              </a:ext>
            </a:extLst>
          </p:cNvPr>
          <p:cNvSpPr>
            <a:spLocks noGrp="1"/>
          </p:cNvSpPr>
          <p:nvPr>
            <p:ph type="title"/>
          </p:nvPr>
        </p:nvSpPr>
        <p:spPr>
          <a:xfrm>
            <a:off x="353010" y="264872"/>
            <a:ext cx="11496089" cy="454220"/>
          </a:xfrm>
          <a:prstGeom prst="rect">
            <a:avLst/>
          </a:prstGeom>
        </p:spPr>
        <p:txBody>
          <a:bodyPr/>
          <a:lstStyle>
            <a:lvl1pPr>
              <a:defRPr sz="2800" b="1"/>
            </a:lvl1pPr>
          </a:lstStyle>
          <a:p>
            <a:r>
              <a:rPr lang="en-US"/>
              <a:t>Click to edit Master title style</a:t>
            </a:r>
          </a:p>
        </p:txBody>
      </p:sp>
      <p:sp>
        <p:nvSpPr>
          <p:cNvPr id="32" name="Text Placeholder 31">
            <a:extLst>
              <a:ext uri="{FF2B5EF4-FFF2-40B4-BE49-F238E27FC236}">
                <a16:creationId xmlns:a16="http://schemas.microsoft.com/office/drawing/2014/main" id="{26C0D331-8648-89FC-A91D-53ADA78D0A58}"/>
              </a:ext>
            </a:extLst>
          </p:cNvPr>
          <p:cNvSpPr>
            <a:spLocks noGrp="1"/>
          </p:cNvSpPr>
          <p:nvPr>
            <p:ph type="body" sz="quarter" idx="18" hasCustomPrompt="1"/>
          </p:nvPr>
        </p:nvSpPr>
        <p:spPr>
          <a:xfrm>
            <a:off x="450712" y="1643271"/>
            <a:ext cx="2651760" cy="390798"/>
          </a:xfrm>
          <a:prstGeom prst="rect">
            <a:avLst/>
          </a:prstGeom>
        </p:spPr>
        <p:txBody>
          <a:bodyPr anchor="ctr"/>
          <a:lstStyle>
            <a:lvl1pPr marL="0" indent="0" algn="ctr">
              <a:buNone/>
              <a:defRPr sz="1800" b="1">
                <a:solidFill>
                  <a:schemeClr val="bg1"/>
                </a:solidFill>
              </a:defRPr>
            </a:lvl1pPr>
          </a:lstStyle>
          <a:p>
            <a:pPr lvl="0"/>
            <a:r>
              <a:rPr lang="en-US"/>
              <a:t>Heading</a:t>
            </a:r>
          </a:p>
        </p:txBody>
      </p:sp>
      <p:sp>
        <p:nvSpPr>
          <p:cNvPr id="33" name="Text Placeholder 31">
            <a:extLst>
              <a:ext uri="{FF2B5EF4-FFF2-40B4-BE49-F238E27FC236}">
                <a16:creationId xmlns:a16="http://schemas.microsoft.com/office/drawing/2014/main" id="{E592DA43-0374-0D96-4D50-BD16E5513FDC}"/>
              </a:ext>
            </a:extLst>
          </p:cNvPr>
          <p:cNvSpPr>
            <a:spLocks noGrp="1"/>
          </p:cNvSpPr>
          <p:nvPr>
            <p:ph type="body" sz="quarter" idx="19" hasCustomPrompt="1"/>
          </p:nvPr>
        </p:nvSpPr>
        <p:spPr>
          <a:xfrm>
            <a:off x="3330455" y="1643271"/>
            <a:ext cx="2651760" cy="390798"/>
          </a:xfrm>
          <a:prstGeom prst="rect">
            <a:avLst/>
          </a:prstGeom>
        </p:spPr>
        <p:txBody>
          <a:bodyPr anchor="ctr"/>
          <a:lstStyle>
            <a:lvl1pPr marL="0" indent="0" algn="ctr">
              <a:buNone/>
              <a:defRPr sz="1800" b="1">
                <a:solidFill>
                  <a:schemeClr val="bg1"/>
                </a:solidFill>
              </a:defRPr>
            </a:lvl1pPr>
          </a:lstStyle>
          <a:p>
            <a:pPr lvl="0"/>
            <a:r>
              <a:rPr lang="en-US"/>
              <a:t>Heading</a:t>
            </a:r>
          </a:p>
        </p:txBody>
      </p:sp>
      <p:sp>
        <p:nvSpPr>
          <p:cNvPr id="34" name="Text Placeholder 31">
            <a:extLst>
              <a:ext uri="{FF2B5EF4-FFF2-40B4-BE49-F238E27FC236}">
                <a16:creationId xmlns:a16="http://schemas.microsoft.com/office/drawing/2014/main" id="{FB5743A2-E96E-24CA-6286-9A94B4C2168D}"/>
              </a:ext>
            </a:extLst>
          </p:cNvPr>
          <p:cNvSpPr>
            <a:spLocks noGrp="1"/>
          </p:cNvSpPr>
          <p:nvPr>
            <p:ph type="body" sz="quarter" idx="20" hasCustomPrompt="1"/>
          </p:nvPr>
        </p:nvSpPr>
        <p:spPr>
          <a:xfrm>
            <a:off x="6210060" y="1643271"/>
            <a:ext cx="2651760" cy="390798"/>
          </a:xfrm>
          <a:prstGeom prst="rect">
            <a:avLst/>
          </a:prstGeom>
        </p:spPr>
        <p:txBody>
          <a:bodyPr anchor="ctr"/>
          <a:lstStyle>
            <a:lvl1pPr marL="0" indent="0" algn="ctr">
              <a:buNone/>
              <a:defRPr sz="1800" b="1">
                <a:solidFill>
                  <a:schemeClr val="bg1"/>
                </a:solidFill>
              </a:defRPr>
            </a:lvl1pPr>
          </a:lstStyle>
          <a:p>
            <a:pPr lvl="0"/>
            <a:r>
              <a:rPr lang="en-US"/>
              <a:t>Heading</a:t>
            </a:r>
          </a:p>
        </p:txBody>
      </p:sp>
      <p:sp>
        <p:nvSpPr>
          <p:cNvPr id="35" name="Text Placeholder 31">
            <a:extLst>
              <a:ext uri="{FF2B5EF4-FFF2-40B4-BE49-F238E27FC236}">
                <a16:creationId xmlns:a16="http://schemas.microsoft.com/office/drawing/2014/main" id="{0FAB2532-D42D-DA43-409B-880791C1F8F1}"/>
              </a:ext>
            </a:extLst>
          </p:cNvPr>
          <p:cNvSpPr>
            <a:spLocks noGrp="1"/>
          </p:cNvSpPr>
          <p:nvPr>
            <p:ph type="body" sz="quarter" idx="21" hasCustomPrompt="1"/>
          </p:nvPr>
        </p:nvSpPr>
        <p:spPr>
          <a:xfrm>
            <a:off x="9089666" y="1643271"/>
            <a:ext cx="2651760" cy="390798"/>
          </a:xfrm>
          <a:prstGeom prst="rect">
            <a:avLst/>
          </a:prstGeom>
        </p:spPr>
        <p:txBody>
          <a:bodyPr anchor="ctr"/>
          <a:lstStyle>
            <a:lvl1pPr marL="0" indent="0" algn="ctr">
              <a:buNone/>
              <a:defRPr sz="1800" b="1">
                <a:solidFill>
                  <a:schemeClr val="bg1"/>
                </a:solidFill>
              </a:defRPr>
            </a:lvl1pPr>
          </a:lstStyle>
          <a:p>
            <a:pPr lvl="0"/>
            <a:r>
              <a:rPr lang="en-US"/>
              <a:t>Heading</a:t>
            </a:r>
          </a:p>
        </p:txBody>
      </p:sp>
    </p:spTree>
    <p:extLst>
      <p:ext uri="{BB962C8B-B14F-4D97-AF65-F5344CB8AC3E}">
        <p14:creationId xmlns:p14="http://schemas.microsoft.com/office/powerpoint/2010/main" val="3213182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our Panels with Images">
    <p:bg>
      <p:bgRef idx="1001">
        <a:schemeClr val="bg2"/>
      </p:bgRef>
    </p:bg>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8A1C0F17-4C69-40E9-65D3-DA25E0F0F28B}"/>
              </a:ext>
            </a:extLst>
          </p:cNvPr>
          <p:cNvGrpSpPr/>
          <p:nvPr userDrawn="1"/>
        </p:nvGrpSpPr>
        <p:grpSpPr>
          <a:xfrm>
            <a:off x="450574" y="1562100"/>
            <a:ext cx="11290852" cy="553139"/>
            <a:chOff x="450574" y="1562100"/>
            <a:chExt cx="11290852" cy="553139"/>
          </a:xfrm>
        </p:grpSpPr>
        <p:sp>
          <p:nvSpPr>
            <p:cNvPr id="29" name="Shape 268">
              <a:extLst>
                <a:ext uri="{FF2B5EF4-FFF2-40B4-BE49-F238E27FC236}">
                  <a16:creationId xmlns:a16="http://schemas.microsoft.com/office/drawing/2014/main" id="{A1A09D7A-B339-1375-BF2C-596B18723FE8}"/>
                </a:ext>
              </a:extLst>
            </p:cNvPr>
            <p:cNvSpPr txBox="1">
              <a:spLocks/>
            </p:cNvSpPr>
            <p:nvPr userDrawn="1"/>
          </p:nvSpPr>
          <p:spPr bwMode="gray">
            <a:xfrm>
              <a:off x="450574" y="1562100"/>
              <a:ext cx="2651760" cy="553139"/>
            </a:xfrm>
            <a:prstGeom prst="round2SameRect">
              <a:avLst>
                <a:gd name="adj1" fmla="val 44165"/>
                <a:gd name="adj2" fmla="val 0"/>
              </a:avLst>
            </a:prstGeom>
            <a:solidFill>
              <a:schemeClr val="accent6"/>
            </a:solidFill>
            <a:ln w="25400">
              <a:solidFill>
                <a:schemeClr val="accent6"/>
              </a:solidFill>
              <a:miter lim="400000"/>
            </a:ln>
            <a:extLst>
              <a:ext uri="{C572A759-6A51-4108-AA02-DFA0A04FC94B}">
                <ma14:wrappingTextBoxFlag xmlns="" xmlns:ma14="http://schemas.microsoft.com/office/mac/drawingml/2011/main" val="1"/>
              </a:ext>
            </a:extLst>
          </p:spPr>
          <p:txBody>
            <a:bodyPr lIns="60880" tIns="45720" rIns="60880" bIns="0" anchor="ctr" anchorCtr="0">
              <a:noAutofit/>
            </a:bodyPr>
            <a:lstStyle>
              <a:lvl1pPr marL="469890" marR="0" indent="-46989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1pPr>
              <a:lvl2pPr marL="1282088" marR="0" indent="-562439"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2pPr>
              <a:lvl3pPr marL="2086417" marR="0" indent="-600554"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3pPr>
              <a:lvl4pPr marL="2939553" marR="0" indent="-71711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4pPr>
              <a:lvl5pPr marL="3640577" marR="0" indent="-778915"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5pPr>
              <a:lvl6pPr marL="381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6pPr>
              <a:lvl7pPr marL="444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7pPr>
              <a:lvl8pPr marL="508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8pPr>
              <a:lvl9pPr marL="571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9pPr>
            </a:lstStyle>
            <a:p>
              <a:pPr marL="0" indent="0" algn="ctr" defTabSz="259723">
                <a:lnSpc>
                  <a:spcPts val="2400"/>
                </a:lnSpc>
                <a:spcBef>
                  <a:spcPts val="300"/>
                </a:spcBef>
                <a:spcAft>
                  <a:spcPts val="300"/>
                </a:spcAft>
                <a:buNone/>
                <a:tabLst>
                  <a:tab pos="1341569" algn="l"/>
                </a:tabLst>
                <a:defRPr sz="4956"/>
              </a:pPr>
              <a:endParaRPr lang="en-US" sz="2400" b="1" cap="all">
                <a:solidFill>
                  <a:schemeClr val="bg1"/>
                </a:solidFill>
                <a:latin typeface="+mn-lt"/>
                <a:ea typeface="BentonSans Medium"/>
                <a:sym typeface="BentonSans Medium"/>
              </a:endParaRPr>
            </a:p>
          </p:txBody>
        </p:sp>
        <p:sp>
          <p:nvSpPr>
            <p:cNvPr id="38" name="Shape 268">
              <a:extLst>
                <a:ext uri="{FF2B5EF4-FFF2-40B4-BE49-F238E27FC236}">
                  <a16:creationId xmlns:a16="http://schemas.microsoft.com/office/drawing/2014/main" id="{02EC51D2-3E08-B468-3156-7E878112664C}"/>
                </a:ext>
              </a:extLst>
            </p:cNvPr>
            <p:cNvSpPr txBox="1">
              <a:spLocks/>
            </p:cNvSpPr>
            <p:nvPr userDrawn="1"/>
          </p:nvSpPr>
          <p:spPr bwMode="gray">
            <a:xfrm>
              <a:off x="3330271" y="1562100"/>
              <a:ext cx="2651760" cy="553139"/>
            </a:xfrm>
            <a:prstGeom prst="round2SameRect">
              <a:avLst>
                <a:gd name="adj1" fmla="val 44165"/>
                <a:gd name="adj2" fmla="val 0"/>
              </a:avLst>
            </a:prstGeom>
            <a:solidFill>
              <a:schemeClr val="accent3"/>
            </a:solidFill>
            <a:ln w="25400">
              <a:solidFill>
                <a:schemeClr val="accent3"/>
              </a:solidFill>
              <a:miter lim="400000"/>
            </a:ln>
            <a:extLst>
              <a:ext uri="{C572A759-6A51-4108-AA02-DFA0A04FC94B}">
                <ma14:wrappingTextBoxFlag xmlns="" xmlns:ma14="http://schemas.microsoft.com/office/mac/drawingml/2011/main" val="1"/>
              </a:ext>
            </a:extLst>
          </p:spPr>
          <p:txBody>
            <a:bodyPr lIns="60880" tIns="45720" rIns="60880" bIns="0" anchor="ctr" anchorCtr="0">
              <a:noAutofit/>
            </a:bodyPr>
            <a:lstStyle>
              <a:lvl1pPr marL="469890" marR="0" indent="-46989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1pPr>
              <a:lvl2pPr marL="1282088" marR="0" indent="-562439"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2pPr>
              <a:lvl3pPr marL="2086417" marR="0" indent="-600554"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3pPr>
              <a:lvl4pPr marL="2939553" marR="0" indent="-71711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4pPr>
              <a:lvl5pPr marL="3640577" marR="0" indent="-778915"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5pPr>
              <a:lvl6pPr marL="381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6pPr>
              <a:lvl7pPr marL="444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7pPr>
              <a:lvl8pPr marL="508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8pPr>
              <a:lvl9pPr marL="571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9pPr>
            </a:lstStyle>
            <a:p>
              <a:pPr marL="0" indent="0" algn="ctr" defTabSz="259723">
                <a:lnSpc>
                  <a:spcPts val="2400"/>
                </a:lnSpc>
                <a:spcBef>
                  <a:spcPts val="300"/>
                </a:spcBef>
                <a:spcAft>
                  <a:spcPts val="300"/>
                </a:spcAft>
                <a:buNone/>
                <a:tabLst>
                  <a:tab pos="1341569" algn="l"/>
                </a:tabLst>
                <a:defRPr sz="4956"/>
              </a:pPr>
              <a:endParaRPr lang="en-US" sz="2400" b="1" cap="all">
                <a:solidFill>
                  <a:schemeClr val="bg1"/>
                </a:solidFill>
                <a:latin typeface="+mn-lt"/>
                <a:ea typeface="BentonSans Medium"/>
                <a:sym typeface="BentonSans Medium"/>
              </a:endParaRPr>
            </a:p>
          </p:txBody>
        </p:sp>
        <p:sp>
          <p:nvSpPr>
            <p:cNvPr id="39" name="Shape 268">
              <a:extLst>
                <a:ext uri="{FF2B5EF4-FFF2-40B4-BE49-F238E27FC236}">
                  <a16:creationId xmlns:a16="http://schemas.microsoft.com/office/drawing/2014/main" id="{C238D377-B7D3-F48F-25D8-52F73D880CB1}"/>
                </a:ext>
              </a:extLst>
            </p:cNvPr>
            <p:cNvSpPr txBox="1">
              <a:spLocks/>
            </p:cNvSpPr>
            <p:nvPr userDrawn="1"/>
          </p:nvSpPr>
          <p:spPr bwMode="gray">
            <a:xfrm>
              <a:off x="6209968" y="1562100"/>
              <a:ext cx="2651760" cy="553139"/>
            </a:xfrm>
            <a:prstGeom prst="round2SameRect">
              <a:avLst>
                <a:gd name="adj1" fmla="val 44165"/>
                <a:gd name="adj2" fmla="val 0"/>
              </a:avLst>
            </a:prstGeom>
            <a:solidFill>
              <a:schemeClr val="accent2"/>
            </a:solidFill>
            <a:ln w="25400">
              <a:solidFill>
                <a:schemeClr val="accent2"/>
              </a:solidFill>
              <a:miter lim="400000"/>
            </a:ln>
            <a:extLst>
              <a:ext uri="{C572A759-6A51-4108-AA02-DFA0A04FC94B}">
                <ma14:wrappingTextBoxFlag xmlns="" xmlns:ma14="http://schemas.microsoft.com/office/mac/drawingml/2011/main" val="1"/>
              </a:ext>
            </a:extLst>
          </p:spPr>
          <p:txBody>
            <a:bodyPr lIns="60880" tIns="45720" rIns="60880" bIns="0" anchor="ctr" anchorCtr="0">
              <a:noAutofit/>
            </a:bodyPr>
            <a:lstStyle>
              <a:lvl1pPr marL="469890" marR="0" indent="-46989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1pPr>
              <a:lvl2pPr marL="1282088" marR="0" indent="-562439"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2pPr>
              <a:lvl3pPr marL="2086417" marR="0" indent="-600554"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3pPr>
              <a:lvl4pPr marL="2939553" marR="0" indent="-71711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4pPr>
              <a:lvl5pPr marL="3640577" marR="0" indent="-778915"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5pPr>
              <a:lvl6pPr marL="381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6pPr>
              <a:lvl7pPr marL="444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7pPr>
              <a:lvl8pPr marL="508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8pPr>
              <a:lvl9pPr marL="571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9pPr>
            </a:lstStyle>
            <a:p>
              <a:pPr marL="0" indent="0" algn="ctr" defTabSz="259723">
                <a:lnSpc>
                  <a:spcPts val="2400"/>
                </a:lnSpc>
                <a:spcBef>
                  <a:spcPts val="300"/>
                </a:spcBef>
                <a:spcAft>
                  <a:spcPts val="300"/>
                </a:spcAft>
                <a:buNone/>
                <a:tabLst>
                  <a:tab pos="1341569" algn="l"/>
                </a:tabLst>
                <a:defRPr sz="4956"/>
              </a:pPr>
              <a:endParaRPr lang="en-US" sz="2400" b="1" cap="all">
                <a:solidFill>
                  <a:schemeClr val="bg1"/>
                </a:solidFill>
                <a:latin typeface="+mn-lt"/>
                <a:ea typeface="BentonSans Medium"/>
                <a:sym typeface="BentonSans Medium"/>
              </a:endParaRPr>
            </a:p>
          </p:txBody>
        </p:sp>
        <p:sp>
          <p:nvSpPr>
            <p:cNvPr id="40" name="Shape 268">
              <a:extLst>
                <a:ext uri="{FF2B5EF4-FFF2-40B4-BE49-F238E27FC236}">
                  <a16:creationId xmlns:a16="http://schemas.microsoft.com/office/drawing/2014/main" id="{EE825B85-C540-0ACE-E003-0B564936C38A}"/>
                </a:ext>
              </a:extLst>
            </p:cNvPr>
            <p:cNvSpPr txBox="1">
              <a:spLocks/>
            </p:cNvSpPr>
            <p:nvPr userDrawn="1"/>
          </p:nvSpPr>
          <p:spPr bwMode="gray">
            <a:xfrm>
              <a:off x="9089666" y="1562100"/>
              <a:ext cx="2651760" cy="553139"/>
            </a:xfrm>
            <a:prstGeom prst="round2SameRect">
              <a:avLst>
                <a:gd name="adj1" fmla="val 44165"/>
                <a:gd name="adj2" fmla="val 0"/>
              </a:avLst>
            </a:prstGeom>
            <a:solidFill>
              <a:schemeClr val="accent4"/>
            </a:solidFill>
            <a:ln w="25400">
              <a:solidFill>
                <a:schemeClr val="accent4"/>
              </a:solidFill>
              <a:miter lim="400000"/>
            </a:ln>
            <a:extLst>
              <a:ext uri="{C572A759-6A51-4108-AA02-DFA0A04FC94B}">
                <ma14:wrappingTextBoxFlag xmlns="" xmlns:ma14="http://schemas.microsoft.com/office/mac/drawingml/2011/main" val="1"/>
              </a:ext>
            </a:extLst>
          </p:spPr>
          <p:txBody>
            <a:bodyPr lIns="60880" tIns="45720" rIns="60880" bIns="0" anchor="ctr" anchorCtr="0">
              <a:noAutofit/>
            </a:bodyPr>
            <a:lstStyle>
              <a:lvl1pPr marL="469890" marR="0" indent="-46989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1pPr>
              <a:lvl2pPr marL="1282088" marR="0" indent="-562439"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2pPr>
              <a:lvl3pPr marL="2086417" marR="0" indent="-600554"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3pPr>
              <a:lvl4pPr marL="2939553" marR="0" indent="-71711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4pPr>
              <a:lvl5pPr marL="3640577" marR="0" indent="-778915"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5pPr>
              <a:lvl6pPr marL="381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6pPr>
              <a:lvl7pPr marL="444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7pPr>
              <a:lvl8pPr marL="508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8pPr>
              <a:lvl9pPr marL="571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9pPr>
            </a:lstStyle>
            <a:p>
              <a:pPr marL="0" indent="0" algn="ctr" defTabSz="259723">
                <a:lnSpc>
                  <a:spcPts val="2400"/>
                </a:lnSpc>
                <a:spcBef>
                  <a:spcPts val="300"/>
                </a:spcBef>
                <a:spcAft>
                  <a:spcPts val="300"/>
                </a:spcAft>
                <a:buNone/>
                <a:tabLst>
                  <a:tab pos="1341569" algn="l"/>
                </a:tabLst>
                <a:defRPr sz="4956"/>
              </a:pPr>
              <a:endParaRPr lang="en-US" sz="2400" b="1" cap="all">
                <a:solidFill>
                  <a:schemeClr val="bg1"/>
                </a:solidFill>
                <a:latin typeface="+mn-lt"/>
                <a:ea typeface="BentonSans Medium"/>
                <a:sym typeface="BentonSans Medium"/>
              </a:endParaRPr>
            </a:p>
          </p:txBody>
        </p:sp>
      </p:grpSp>
      <p:sp>
        <p:nvSpPr>
          <p:cNvPr id="6" name="Picture Placeholder 5">
            <a:extLst>
              <a:ext uri="{FF2B5EF4-FFF2-40B4-BE49-F238E27FC236}">
                <a16:creationId xmlns:a16="http://schemas.microsoft.com/office/drawing/2014/main" id="{7707335F-CC75-4ACC-AC50-F51297559AC4}"/>
              </a:ext>
            </a:extLst>
          </p:cNvPr>
          <p:cNvSpPr>
            <a:spLocks noGrp="1"/>
          </p:cNvSpPr>
          <p:nvPr>
            <p:ph type="pic" sz="quarter" idx="11"/>
          </p:nvPr>
        </p:nvSpPr>
        <p:spPr>
          <a:xfrm>
            <a:off x="437606" y="2127249"/>
            <a:ext cx="2677972" cy="2173407"/>
          </a:xfrm>
          <a:prstGeom prst="rect">
            <a:avLst/>
          </a:prstGeom>
          <a:solidFill>
            <a:schemeClr val="bg2"/>
          </a:solidFill>
        </p:spPr>
        <p:txBody>
          <a:bodyPr bIns="914400" anchor="ctr"/>
          <a:lstStyle>
            <a:lvl1pPr marL="0" indent="0" algn="ctr">
              <a:buNone/>
              <a:defRPr sz="1400"/>
            </a:lvl1pPr>
          </a:lstStyle>
          <a:p>
            <a:r>
              <a:rPr lang="en-US"/>
              <a:t>Click icon to add picture</a:t>
            </a:r>
          </a:p>
        </p:txBody>
      </p:sp>
      <p:sp>
        <p:nvSpPr>
          <p:cNvPr id="8" name="Picture Placeholder 5">
            <a:extLst>
              <a:ext uri="{FF2B5EF4-FFF2-40B4-BE49-F238E27FC236}">
                <a16:creationId xmlns:a16="http://schemas.microsoft.com/office/drawing/2014/main" id="{38D0066F-AAC1-4F7B-96E6-51738FD2AF26}"/>
              </a:ext>
            </a:extLst>
          </p:cNvPr>
          <p:cNvSpPr>
            <a:spLocks noGrp="1"/>
          </p:cNvSpPr>
          <p:nvPr>
            <p:ph type="pic" sz="quarter" idx="13"/>
          </p:nvPr>
        </p:nvSpPr>
        <p:spPr>
          <a:xfrm>
            <a:off x="3317257" y="2127249"/>
            <a:ext cx="2677972" cy="2173407"/>
          </a:xfrm>
          <a:prstGeom prst="rect">
            <a:avLst/>
          </a:prstGeom>
          <a:solidFill>
            <a:schemeClr val="bg2"/>
          </a:solidFill>
        </p:spPr>
        <p:txBody>
          <a:bodyPr bIns="914400" anchor="ctr"/>
          <a:lstStyle>
            <a:lvl1pPr marL="0" indent="0" algn="ctr">
              <a:buNone/>
              <a:defRPr sz="1400"/>
            </a:lvl1pPr>
          </a:lstStyle>
          <a:p>
            <a:r>
              <a:rPr lang="en-US"/>
              <a:t>Click icon to add picture</a:t>
            </a:r>
          </a:p>
        </p:txBody>
      </p:sp>
      <p:sp>
        <p:nvSpPr>
          <p:cNvPr id="10" name="Picture Placeholder 5">
            <a:extLst>
              <a:ext uri="{FF2B5EF4-FFF2-40B4-BE49-F238E27FC236}">
                <a16:creationId xmlns:a16="http://schemas.microsoft.com/office/drawing/2014/main" id="{B0B67037-617F-435B-928B-1C8C2BCB1C78}"/>
              </a:ext>
            </a:extLst>
          </p:cNvPr>
          <p:cNvSpPr>
            <a:spLocks noGrp="1"/>
          </p:cNvSpPr>
          <p:nvPr>
            <p:ph type="pic" sz="quarter" idx="16"/>
          </p:nvPr>
        </p:nvSpPr>
        <p:spPr>
          <a:xfrm>
            <a:off x="6196908" y="2127249"/>
            <a:ext cx="2677972" cy="2173407"/>
          </a:xfrm>
          <a:prstGeom prst="rect">
            <a:avLst/>
          </a:prstGeom>
          <a:solidFill>
            <a:schemeClr val="bg2"/>
          </a:solidFill>
        </p:spPr>
        <p:txBody>
          <a:bodyPr bIns="914400" anchor="ctr"/>
          <a:lstStyle>
            <a:lvl1pPr marL="0" indent="0" algn="ctr">
              <a:buNone/>
              <a:defRPr sz="1400"/>
            </a:lvl1pPr>
          </a:lstStyle>
          <a:p>
            <a:r>
              <a:rPr lang="en-US"/>
              <a:t>Click icon to add picture</a:t>
            </a:r>
          </a:p>
        </p:txBody>
      </p:sp>
      <p:sp>
        <p:nvSpPr>
          <p:cNvPr id="13" name="Picture Placeholder 5">
            <a:extLst>
              <a:ext uri="{FF2B5EF4-FFF2-40B4-BE49-F238E27FC236}">
                <a16:creationId xmlns:a16="http://schemas.microsoft.com/office/drawing/2014/main" id="{68F93884-2E5B-4888-92F0-10E60CF8353E}"/>
              </a:ext>
            </a:extLst>
          </p:cNvPr>
          <p:cNvSpPr>
            <a:spLocks noGrp="1"/>
          </p:cNvSpPr>
          <p:nvPr>
            <p:ph type="pic" sz="quarter" idx="15"/>
          </p:nvPr>
        </p:nvSpPr>
        <p:spPr>
          <a:xfrm>
            <a:off x="9076560" y="2127249"/>
            <a:ext cx="2677972" cy="2173407"/>
          </a:xfrm>
          <a:prstGeom prst="rect">
            <a:avLst/>
          </a:prstGeom>
          <a:solidFill>
            <a:schemeClr val="bg2"/>
          </a:solidFill>
        </p:spPr>
        <p:txBody>
          <a:bodyPr bIns="914400" anchor="ctr"/>
          <a:lstStyle>
            <a:lvl1pPr marL="0" indent="0" algn="ctr">
              <a:buNone/>
              <a:defRPr sz="1400"/>
            </a:lvl1pPr>
          </a:lstStyle>
          <a:p>
            <a:r>
              <a:rPr lang="en-US"/>
              <a:t>Click icon to add picture</a:t>
            </a:r>
          </a:p>
        </p:txBody>
      </p:sp>
      <p:sp>
        <p:nvSpPr>
          <p:cNvPr id="14" name="Title 8">
            <a:extLst>
              <a:ext uri="{FF2B5EF4-FFF2-40B4-BE49-F238E27FC236}">
                <a16:creationId xmlns:a16="http://schemas.microsoft.com/office/drawing/2014/main" id="{AA45F714-D99D-0C4B-A8D6-B25AF44C1B6C}"/>
              </a:ext>
            </a:extLst>
          </p:cNvPr>
          <p:cNvSpPr>
            <a:spLocks noGrp="1"/>
          </p:cNvSpPr>
          <p:nvPr>
            <p:ph type="title"/>
          </p:nvPr>
        </p:nvSpPr>
        <p:spPr>
          <a:xfrm>
            <a:off x="353010" y="264872"/>
            <a:ext cx="11496089" cy="454220"/>
          </a:xfrm>
          <a:prstGeom prst="rect">
            <a:avLst/>
          </a:prstGeom>
        </p:spPr>
        <p:txBody>
          <a:bodyPr/>
          <a:lstStyle>
            <a:lvl1pPr>
              <a:defRPr sz="2800" b="1"/>
            </a:lvl1pPr>
          </a:lstStyle>
          <a:p>
            <a:r>
              <a:rPr lang="en-US"/>
              <a:t>Click to edit Master title style</a:t>
            </a:r>
          </a:p>
        </p:txBody>
      </p:sp>
      <p:sp>
        <p:nvSpPr>
          <p:cNvPr id="32" name="Text Placeholder 31">
            <a:extLst>
              <a:ext uri="{FF2B5EF4-FFF2-40B4-BE49-F238E27FC236}">
                <a16:creationId xmlns:a16="http://schemas.microsoft.com/office/drawing/2014/main" id="{26C0D331-8648-89FC-A91D-53ADA78D0A58}"/>
              </a:ext>
            </a:extLst>
          </p:cNvPr>
          <p:cNvSpPr>
            <a:spLocks noGrp="1"/>
          </p:cNvSpPr>
          <p:nvPr>
            <p:ph type="body" sz="quarter" idx="18" hasCustomPrompt="1"/>
          </p:nvPr>
        </p:nvSpPr>
        <p:spPr>
          <a:xfrm>
            <a:off x="450712" y="1643271"/>
            <a:ext cx="2651760" cy="390798"/>
          </a:xfrm>
          <a:prstGeom prst="rect">
            <a:avLst/>
          </a:prstGeom>
        </p:spPr>
        <p:txBody>
          <a:bodyPr anchor="ctr"/>
          <a:lstStyle>
            <a:lvl1pPr marL="0" indent="0" algn="ctr">
              <a:buNone/>
              <a:defRPr sz="1800" b="1">
                <a:solidFill>
                  <a:schemeClr val="bg1"/>
                </a:solidFill>
              </a:defRPr>
            </a:lvl1pPr>
          </a:lstStyle>
          <a:p>
            <a:pPr lvl="0"/>
            <a:r>
              <a:rPr lang="en-US"/>
              <a:t>Heading</a:t>
            </a:r>
          </a:p>
        </p:txBody>
      </p:sp>
      <p:sp>
        <p:nvSpPr>
          <p:cNvPr id="33" name="Text Placeholder 31">
            <a:extLst>
              <a:ext uri="{FF2B5EF4-FFF2-40B4-BE49-F238E27FC236}">
                <a16:creationId xmlns:a16="http://schemas.microsoft.com/office/drawing/2014/main" id="{E592DA43-0374-0D96-4D50-BD16E5513FDC}"/>
              </a:ext>
            </a:extLst>
          </p:cNvPr>
          <p:cNvSpPr>
            <a:spLocks noGrp="1"/>
          </p:cNvSpPr>
          <p:nvPr>
            <p:ph type="body" sz="quarter" idx="19" hasCustomPrompt="1"/>
          </p:nvPr>
        </p:nvSpPr>
        <p:spPr>
          <a:xfrm>
            <a:off x="3330455" y="1643271"/>
            <a:ext cx="2651760" cy="390798"/>
          </a:xfrm>
          <a:prstGeom prst="rect">
            <a:avLst/>
          </a:prstGeom>
        </p:spPr>
        <p:txBody>
          <a:bodyPr anchor="ctr"/>
          <a:lstStyle>
            <a:lvl1pPr marL="0" indent="0" algn="ctr">
              <a:buNone/>
              <a:defRPr sz="1800" b="1">
                <a:solidFill>
                  <a:schemeClr val="bg1"/>
                </a:solidFill>
              </a:defRPr>
            </a:lvl1pPr>
          </a:lstStyle>
          <a:p>
            <a:pPr lvl="0"/>
            <a:r>
              <a:rPr lang="en-US"/>
              <a:t>Heading</a:t>
            </a:r>
          </a:p>
        </p:txBody>
      </p:sp>
      <p:sp>
        <p:nvSpPr>
          <p:cNvPr id="34" name="Text Placeholder 31">
            <a:extLst>
              <a:ext uri="{FF2B5EF4-FFF2-40B4-BE49-F238E27FC236}">
                <a16:creationId xmlns:a16="http://schemas.microsoft.com/office/drawing/2014/main" id="{FB5743A2-E96E-24CA-6286-9A94B4C2168D}"/>
              </a:ext>
            </a:extLst>
          </p:cNvPr>
          <p:cNvSpPr>
            <a:spLocks noGrp="1"/>
          </p:cNvSpPr>
          <p:nvPr>
            <p:ph type="body" sz="quarter" idx="20" hasCustomPrompt="1"/>
          </p:nvPr>
        </p:nvSpPr>
        <p:spPr>
          <a:xfrm>
            <a:off x="6210060" y="1643271"/>
            <a:ext cx="2651760" cy="390798"/>
          </a:xfrm>
          <a:prstGeom prst="rect">
            <a:avLst/>
          </a:prstGeom>
        </p:spPr>
        <p:txBody>
          <a:bodyPr anchor="ctr"/>
          <a:lstStyle>
            <a:lvl1pPr marL="0" indent="0" algn="ctr">
              <a:buNone/>
              <a:defRPr sz="1800" b="1">
                <a:solidFill>
                  <a:schemeClr val="bg1"/>
                </a:solidFill>
              </a:defRPr>
            </a:lvl1pPr>
          </a:lstStyle>
          <a:p>
            <a:pPr lvl="0"/>
            <a:r>
              <a:rPr lang="en-US"/>
              <a:t>Heading</a:t>
            </a:r>
          </a:p>
        </p:txBody>
      </p:sp>
      <p:sp>
        <p:nvSpPr>
          <p:cNvPr id="35" name="Text Placeholder 31">
            <a:extLst>
              <a:ext uri="{FF2B5EF4-FFF2-40B4-BE49-F238E27FC236}">
                <a16:creationId xmlns:a16="http://schemas.microsoft.com/office/drawing/2014/main" id="{0FAB2532-D42D-DA43-409B-880791C1F8F1}"/>
              </a:ext>
            </a:extLst>
          </p:cNvPr>
          <p:cNvSpPr>
            <a:spLocks noGrp="1"/>
          </p:cNvSpPr>
          <p:nvPr>
            <p:ph type="body" sz="quarter" idx="21" hasCustomPrompt="1"/>
          </p:nvPr>
        </p:nvSpPr>
        <p:spPr>
          <a:xfrm>
            <a:off x="9089666" y="1643271"/>
            <a:ext cx="2651760" cy="390798"/>
          </a:xfrm>
          <a:prstGeom prst="rect">
            <a:avLst/>
          </a:prstGeom>
        </p:spPr>
        <p:txBody>
          <a:bodyPr anchor="ctr"/>
          <a:lstStyle>
            <a:lvl1pPr marL="0" indent="0" algn="ctr">
              <a:buNone/>
              <a:defRPr sz="1800" b="1">
                <a:solidFill>
                  <a:schemeClr val="bg1"/>
                </a:solidFill>
              </a:defRPr>
            </a:lvl1pPr>
          </a:lstStyle>
          <a:p>
            <a:pPr lvl="0"/>
            <a:r>
              <a:rPr lang="en-US"/>
              <a:t>Heading</a:t>
            </a:r>
          </a:p>
        </p:txBody>
      </p:sp>
    </p:spTree>
    <p:extLst>
      <p:ext uri="{BB962C8B-B14F-4D97-AF65-F5344CB8AC3E}">
        <p14:creationId xmlns:p14="http://schemas.microsoft.com/office/powerpoint/2010/main" val="38236394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our Panels with Icons">
    <p:bg>
      <p:bgRef idx="1001">
        <a:schemeClr val="bg2"/>
      </p:bgRef>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914E2FBF-8747-94D9-6C70-7A61369B6CB0}"/>
              </a:ext>
            </a:extLst>
          </p:cNvPr>
          <p:cNvGrpSpPr/>
          <p:nvPr userDrawn="1"/>
        </p:nvGrpSpPr>
        <p:grpSpPr>
          <a:xfrm>
            <a:off x="450574" y="1562100"/>
            <a:ext cx="11290852" cy="2827020"/>
            <a:chOff x="450574" y="1562100"/>
            <a:chExt cx="11290852" cy="2827020"/>
          </a:xfrm>
        </p:grpSpPr>
        <p:sp>
          <p:nvSpPr>
            <p:cNvPr id="2" name="Rounded Rectangle 1">
              <a:extLst>
                <a:ext uri="{FF2B5EF4-FFF2-40B4-BE49-F238E27FC236}">
                  <a16:creationId xmlns:a16="http://schemas.microsoft.com/office/drawing/2014/main" id="{D6822AD1-0681-BF7C-280F-E40E49CED9FC}"/>
                </a:ext>
              </a:extLst>
            </p:cNvPr>
            <p:cNvSpPr/>
            <p:nvPr userDrawn="1"/>
          </p:nvSpPr>
          <p:spPr bwMode="gray">
            <a:xfrm>
              <a:off x="450574" y="1562100"/>
              <a:ext cx="2651760" cy="2827020"/>
            </a:xfrm>
            <a:prstGeom prst="roundRect">
              <a:avLst>
                <a:gd name="adj" fmla="val 9299"/>
              </a:avLst>
            </a:prstGeom>
            <a:solidFill>
              <a:schemeClr val="bg1"/>
            </a:solidFill>
            <a:ln w="25400">
              <a:solidFill>
                <a:schemeClr val="accent6"/>
              </a:solidFill>
              <a:round/>
              <a:headEnd/>
              <a:tailEnd/>
            </a:ln>
          </p:spPr>
          <p:txBody>
            <a:bodyPr wrap="square" lIns="182880" tIns="731520" rtlCol="0" anchor="t" anchorCtr="0"/>
            <a:lstStyle/>
            <a:p>
              <a:pPr marL="228600" lvl="1" indent="-228600">
                <a:lnSpc>
                  <a:spcPct val="90000"/>
                </a:lnSpc>
                <a:spcBef>
                  <a:spcPts val="600"/>
                </a:spcBef>
                <a:buClr>
                  <a:schemeClr val="accent6"/>
                </a:buClr>
                <a:buFont typeface="Arial" panose="020B0604020202020204" pitchFamily="34" charset="0"/>
                <a:buChar char="•"/>
              </a:pPr>
              <a:endParaRPr lang="en-US" sz="1600">
                <a:solidFill>
                  <a:srgbClr val="000000"/>
                </a:solidFill>
              </a:endParaRPr>
            </a:p>
          </p:txBody>
        </p:sp>
        <p:sp>
          <p:nvSpPr>
            <p:cNvPr id="3" name="Shape 268">
              <a:extLst>
                <a:ext uri="{FF2B5EF4-FFF2-40B4-BE49-F238E27FC236}">
                  <a16:creationId xmlns:a16="http://schemas.microsoft.com/office/drawing/2014/main" id="{C5DE16D5-1C21-F585-542E-03C66A0646DB}"/>
                </a:ext>
              </a:extLst>
            </p:cNvPr>
            <p:cNvSpPr txBox="1">
              <a:spLocks/>
            </p:cNvSpPr>
            <p:nvPr userDrawn="1"/>
          </p:nvSpPr>
          <p:spPr bwMode="gray">
            <a:xfrm>
              <a:off x="450574" y="1562100"/>
              <a:ext cx="2651760" cy="553139"/>
            </a:xfrm>
            <a:prstGeom prst="round2SameRect">
              <a:avLst>
                <a:gd name="adj1" fmla="val 50000"/>
                <a:gd name="adj2" fmla="val 0"/>
              </a:avLst>
            </a:prstGeom>
            <a:solidFill>
              <a:schemeClr val="accent6"/>
            </a:solidFill>
            <a:ln w="25400">
              <a:solidFill>
                <a:schemeClr val="accent6"/>
              </a:solidFill>
              <a:miter lim="400000"/>
            </a:ln>
            <a:extLst>
              <a:ext uri="{C572A759-6A51-4108-AA02-DFA0A04FC94B}">
                <ma14:wrappingTextBoxFlag xmlns="" xmlns:ma14="http://schemas.microsoft.com/office/mac/drawingml/2011/main" val="1"/>
              </a:ext>
            </a:extLst>
          </p:spPr>
          <p:txBody>
            <a:bodyPr lIns="60880" tIns="45720" rIns="60880" bIns="0" anchor="ctr" anchorCtr="0">
              <a:noAutofit/>
            </a:bodyPr>
            <a:lstStyle>
              <a:lvl1pPr marL="469890" marR="0" indent="-46989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1pPr>
              <a:lvl2pPr marL="1282088" marR="0" indent="-562439"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2pPr>
              <a:lvl3pPr marL="2086417" marR="0" indent="-600554"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3pPr>
              <a:lvl4pPr marL="2939553" marR="0" indent="-71711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4pPr>
              <a:lvl5pPr marL="3640577" marR="0" indent="-778915"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5pPr>
              <a:lvl6pPr marL="381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6pPr>
              <a:lvl7pPr marL="444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7pPr>
              <a:lvl8pPr marL="508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8pPr>
              <a:lvl9pPr marL="571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9pPr>
            </a:lstStyle>
            <a:p>
              <a:pPr marL="0" indent="0" algn="ctr" defTabSz="259723">
                <a:lnSpc>
                  <a:spcPts val="2400"/>
                </a:lnSpc>
                <a:spcBef>
                  <a:spcPts val="300"/>
                </a:spcBef>
                <a:spcAft>
                  <a:spcPts val="300"/>
                </a:spcAft>
                <a:buNone/>
                <a:tabLst>
                  <a:tab pos="1341569" algn="l"/>
                </a:tabLst>
                <a:defRPr sz="4956"/>
              </a:pPr>
              <a:endParaRPr lang="en-US" sz="2400" b="1" cap="all">
                <a:solidFill>
                  <a:schemeClr val="bg1"/>
                </a:solidFill>
                <a:latin typeface="+mn-lt"/>
                <a:ea typeface="BentonSans Medium"/>
                <a:sym typeface="BentonSans Medium"/>
              </a:endParaRPr>
            </a:p>
          </p:txBody>
        </p:sp>
        <p:sp>
          <p:nvSpPr>
            <p:cNvPr id="4" name="Rounded Rectangle 3">
              <a:extLst>
                <a:ext uri="{FF2B5EF4-FFF2-40B4-BE49-F238E27FC236}">
                  <a16:creationId xmlns:a16="http://schemas.microsoft.com/office/drawing/2014/main" id="{57497A3C-8D3F-D5E0-B5B9-E80B7F4FEC93}"/>
                </a:ext>
              </a:extLst>
            </p:cNvPr>
            <p:cNvSpPr/>
            <p:nvPr userDrawn="1"/>
          </p:nvSpPr>
          <p:spPr bwMode="gray">
            <a:xfrm>
              <a:off x="3330271" y="1562100"/>
              <a:ext cx="2651760" cy="2827020"/>
            </a:xfrm>
            <a:prstGeom prst="roundRect">
              <a:avLst>
                <a:gd name="adj" fmla="val 9299"/>
              </a:avLst>
            </a:prstGeom>
            <a:solidFill>
              <a:schemeClr val="bg1"/>
            </a:solidFill>
            <a:ln w="25400">
              <a:solidFill>
                <a:schemeClr val="accent3"/>
              </a:solidFill>
              <a:round/>
              <a:headEnd/>
              <a:tailEnd/>
            </a:ln>
          </p:spPr>
          <p:txBody>
            <a:bodyPr wrap="square" lIns="182880" tIns="731520" rtlCol="0" anchor="t" anchorCtr="0"/>
            <a:lstStyle/>
            <a:p>
              <a:pPr marL="228600" lvl="1" indent="-228600">
                <a:lnSpc>
                  <a:spcPct val="90000"/>
                </a:lnSpc>
                <a:spcBef>
                  <a:spcPts val="600"/>
                </a:spcBef>
                <a:buClr>
                  <a:schemeClr val="accent3"/>
                </a:buClr>
                <a:buFont typeface="Arial" panose="020B0604020202020204" pitchFamily="34" charset="0"/>
                <a:buChar char="•"/>
              </a:pPr>
              <a:endParaRPr lang="en-US" sz="1600">
                <a:solidFill>
                  <a:srgbClr val="000000"/>
                </a:solidFill>
              </a:endParaRPr>
            </a:p>
          </p:txBody>
        </p:sp>
        <p:sp>
          <p:nvSpPr>
            <p:cNvPr id="5" name="Shape 268">
              <a:extLst>
                <a:ext uri="{FF2B5EF4-FFF2-40B4-BE49-F238E27FC236}">
                  <a16:creationId xmlns:a16="http://schemas.microsoft.com/office/drawing/2014/main" id="{C06A0537-4A36-3447-5D07-ABFFD6F92CED}"/>
                </a:ext>
              </a:extLst>
            </p:cNvPr>
            <p:cNvSpPr txBox="1">
              <a:spLocks/>
            </p:cNvSpPr>
            <p:nvPr userDrawn="1"/>
          </p:nvSpPr>
          <p:spPr bwMode="gray">
            <a:xfrm>
              <a:off x="3330271" y="1562100"/>
              <a:ext cx="2651760" cy="553139"/>
            </a:xfrm>
            <a:prstGeom prst="round2SameRect">
              <a:avLst>
                <a:gd name="adj1" fmla="val 50000"/>
                <a:gd name="adj2" fmla="val 0"/>
              </a:avLst>
            </a:prstGeom>
            <a:solidFill>
              <a:schemeClr val="accent3"/>
            </a:solidFill>
            <a:ln w="25400">
              <a:solidFill>
                <a:schemeClr val="accent3"/>
              </a:solidFill>
              <a:miter lim="400000"/>
            </a:ln>
            <a:extLst>
              <a:ext uri="{C572A759-6A51-4108-AA02-DFA0A04FC94B}">
                <ma14:wrappingTextBoxFlag xmlns="" xmlns:ma14="http://schemas.microsoft.com/office/mac/drawingml/2011/main" val="1"/>
              </a:ext>
            </a:extLst>
          </p:spPr>
          <p:txBody>
            <a:bodyPr lIns="60880" tIns="45720" rIns="60880" bIns="0" anchor="ctr" anchorCtr="0">
              <a:noAutofit/>
            </a:bodyPr>
            <a:lstStyle>
              <a:lvl1pPr marL="469890" marR="0" indent="-46989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1pPr>
              <a:lvl2pPr marL="1282088" marR="0" indent="-562439"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2pPr>
              <a:lvl3pPr marL="2086417" marR="0" indent="-600554"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3pPr>
              <a:lvl4pPr marL="2939553" marR="0" indent="-71711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4pPr>
              <a:lvl5pPr marL="3640577" marR="0" indent="-778915"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5pPr>
              <a:lvl6pPr marL="381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6pPr>
              <a:lvl7pPr marL="444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7pPr>
              <a:lvl8pPr marL="508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8pPr>
              <a:lvl9pPr marL="571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9pPr>
            </a:lstStyle>
            <a:p>
              <a:pPr marL="0" indent="0" algn="ctr" defTabSz="259723">
                <a:lnSpc>
                  <a:spcPts val="2400"/>
                </a:lnSpc>
                <a:spcBef>
                  <a:spcPts val="300"/>
                </a:spcBef>
                <a:spcAft>
                  <a:spcPts val="300"/>
                </a:spcAft>
                <a:buNone/>
                <a:tabLst>
                  <a:tab pos="1341569" algn="l"/>
                </a:tabLst>
                <a:defRPr sz="4956"/>
              </a:pPr>
              <a:endParaRPr lang="en-US" sz="2400" b="1" cap="all">
                <a:solidFill>
                  <a:schemeClr val="bg1"/>
                </a:solidFill>
                <a:latin typeface="+mn-lt"/>
                <a:ea typeface="BentonSans Medium"/>
                <a:sym typeface="BentonSans Medium"/>
              </a:endParaRPr>
            </a:p>
          </p:txBody>
        </p:sp>
        <p:sp>
          <p:nvSpPr>
            <p:cNvPr id="7" name="Rounded Rectangle 6">
              <a:extLst>
                <a:ext uri="{FF2B5EF4-FFF2-40B4-BE49-F238E27FC236}">
                  <a16:creationId xmlns:a16="http://schemas.microsoft.com/office/drawing/2014/main" id="{EA188547-6CE3-EE3C-2758-53A7F28C7830}"/>
                </a:ext>
              </a:extLst>
            </p:cNvPr>
            <p:cNvSpPr/>
            <p:nvPr userDrawn="1"/>
          </p:nvSpPr>
          <p:spPr bwMode="gray">
            <a:xfrm>
              <a:off x="6209968" y="1562100"/>
              <a:ext cx="2651760" cy="2827020"/>
            </a:xfrm>
            <a:prstGeom prst="roundRect">
              <a:avLst>
                <a:gd name="adj" fmla="val 9299"/>
              </a:avLst>
            </a:prstGeom>
            <a:solidFill>
              <a:schemeClr val="bg1"/>
            </a:solidFill>
            <a:ln w="25400">
              <a:solidFill>
                <a:schemeClr val="accent2"/>
              </a:solidFill>
              <a:round/>
              <a:headEnd/>
              <a:tailEnd/>
            </a:ln>
          </p:spPr>
          <p:txBody>
            <a:bodyPr wrap="square" lIns="182880" tIns="731520" rtlCol="0" anchor="t" anchorCtr="0"/>
            <a:lstStyle/>
            <a:p>
              <a:pPr marL="228600" lvl="1" indent="-228600">
                <a:lnSpc>
                  <a:spcPct val="90000"/>
                </a:lnSpc>
                <a:spcBef>
                  <a:spcPts val="600"/>
                </a:spcBef>
                <a:buClr>
                  <a:schemeClr val="accent2"/>
                </a:buClr>
                <a:buFont typeface="Arial" panose="020B0604020202020204" pitchFamily="34" charset="0"/>
                <a:buChar char="•"/>
              </a:pPr>
              <a:endParaRPr lang="en-US" sz="1600">
                <a:solidFill>
                  <a:srgbClr val="000000"/>
                </a:solidFill>
              </a:endParaRPr>
            </a:p>
          </p:txBody>
        </p:sp>
        <p:sp>
          <p:nvSpPr>
            <p:cNvPr id="9" name="Shape 268">
              <a:extLst>
                <a:ext uri="{FF2B5EF4-FFF2-40B4-BE49-F238E27FC236}">
                  <a16:creationId xmlns:a16="http://schemas.microsoft.com/office/drawing/2014/main" id="{0DDBBF13-C095-4852-E40A-88B07157AFF5}"/>
                </a:ext>
              </a:extLst>
            </p:cNvPr>
            <p:cNvSpPr txBox="1">
              <a:spLocks/>
            </p:cNvSpPr>
            <p:nvPr userDrawn="1"/>
          </p:nvSpPr>
          <p:spPr bwMode="gray">
            <a:xfrm>
              <a:off x="6209968" y="1562100"/>
              <a:ext cx="2651760" cy="553139"/>
            </a:xfrm>
            <a:prstGeom prst="round2SameRect">
              <a:avLst>
                <a:gd name="adj1" fmla="val 50000"/>
                <a:gd name="adj2" fmla="val 0"/>
              </a:avLst>
            </a:prstGeom>
            <a:solidFill>
              <a:schemeClr val="accent2"/>
            </a:solidFill>
            <a:ln w="25400">
              <a:solidFill>
                <a:schemeClr val="accent2"/>
              </a:solidFill>
              <a:miter lim="400000"/>
            </a:ln>
            <a:extLst>
              <a:ext uri="{C572A759-6A51-4108-AA02-DFA0A04FC94B}">
                <ma14:wrappingTextBoxFlag xmlns="" xmlns:ma14="http://schemas.microsoft.com/office/mac/drawingml/2011/main" val="1"/>
              </a:ext>
            </a:extLst>
          </p:spPr>
          <p:txBody>
            <a:bodyPr lIns="60880" tIns="45720" rIns="60880" bIns="0" anchor="ctr" anchorCtr="0">
              <a:noAutofit/>
            </a:bodyPr>
            <a:lstStyle>
              <a:lvl1pPr marL="469890" marR="0" indent="-46989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1pPr>
              <a:lvl2pPr marL="1282088" marR="0" indent="-562439"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2pPr>
              <a:lvl3pPr marL="2086417" marR="0" indent="-600554"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3pPr>
              <a:lvl4pPr marL="2939553" marR="0" indent="-71711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4pPr>
              <a:lvl5pPr marL="3640577" marR="0" indent="-778915"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5pPr>
              <a:lvl6pPr marL="381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6pPr>
              <a:lvl7pPr marL="444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7pPr>
              <a:lvl8pPr marL="508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8pPr>
              <a:lvl9pPr marL="571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9pPr>
            </a:lstStyle>
            <a:p>
              <a:pPr marL="0" indent="0" algn="ctr" defTabSz="259723">
                <a:lnSpc>
                  <a:spcPts val="2400"/>
                </a:lnSpc>
                <a:spcBef>
                  <a:spcPts val="300"/>
                </a:spcBef>
                <a:spcAft>
                  <a:spcPts val="300"/>
                </a:spcAft>
                <a:buNone/>
                <a:tabLst>
                  <a:tab pos="1341569" algn="l"/>
                </a:tabLst>
                <a:defRPr sz="4956"/>
              </a:pPr>
              <a:endParaRPr lang="en-US" sz="2400" b="1" cap="all">
                <a:solidFill>
                  <a:schemeClr val="bg1"/>
                </a:solidFill>
                <a:latin typeface="+mn-lt"/>
                <a:ea typeface="BentonSans Medium"/>
                <a:sym typeface="BentonSans Medium"/>
              </a:endParaRPr>
            </a:p>
          </p:txBody>
        </p:sp>
        <p:sp>
          <p:nvSpPr>
            <p:cNvPr id="11" name="Rounded Rectangle 10">
              <a:extLst>
                <a:ext uri="{FF2B5EF4-FFF2-40B4-BE49-F238E27FC236}">
                  <a16:creationId xmlns:a16="http://schemas.microsoft.com/office/drawing/2014/main" id="{BCC1A321-3F82-6DF9-B879-2C3CCAAA9E1F}"/>
                </a:ext>
              </a:extLst>
            </p:cNvPr>
            <p:cNvSpPr/>
            <p:nvPr userDrawn="1"/>
          </p:nvSpPr>
          <p:spPr bwMode="gray">
            <a:xfrm>
              <a:off x="9089666" y="1562100"/>
              <a:ext cx="2651760" cy="2827020"/>
            </a:xfrm>
            <a:prstGeom prst="roundRect">
              <a:avLst>
                <a:gd name="adj" fmla="val 9299"/>
              </a:avLst>
            </a:prstGeom>
            <a:solidFill>
              <a:schemeClr val="bg1"/>
            </a:solidFill>
            <a:ln w="25400">
              <a:solidFill>
                <a:schemeClr val="accent4"/>
              </a:solidFill>
              <a:round/>
              <a:headEnd/>
              <a:tailEnd/>
            </a:ln>
          </p:spPr>
          <p:txBody>
            <a:bodyPr wrap="square" lIns="182880" tIns="731520" rtlCol="0" anchor="t" anchorCtr="0"/>
            <a:lstStyle/>
            <a:p>
              <a:pPr marL="228600" lvl="1" indent="-228600">
                <a:lnSpc>
                  <a:spcPct val="90000"/>
                </a:lnSpc>
                <a:spcBef>
                  <a:spcPts val="600"/>
                </a:spcBef>
                <a:buClr>
                  <a:schemeClr val="accent4"/>
                </a:buClr>
                <a:buFont typeface="Arial" panose="020B0604020202020204" pitchFamily="34" charset="0"/>
                <a:buChar char="•"/>
              </a:pPr>
              <a:endParaRPr lang="en-US" sz="1600">
                <a:solidFill>
                  <a:srgbClr val="000000"/>
                </a:solidFill>
              </a:endParaRPr>
            </a:p>
          </p:txBody>
        </p:sp>
        <p:sp>
          <p:nvSpPr>
            <p:cNvPr id="12" name="Shape 268">
              <a:extLst>
                <a:ext uri="{FF2B5EF4-FFF2-40B4-BE49-F238E27FC236}">
                  <a16:creationId xmlns:a16="http://schemas.microsoft.com/office/drawing/2014/main" id="{41FD320C-A17F-84B5-0588-0D529A0C1941}"/>
                </a:ext>
              </a:extLst>
            </p:cNvPr>
            <p:cNvSpPr txBox="1">
              <a:spLocks/>
            </p:cNvSpPr>
            <p:nvPr userDrawn="1"/>
          </p:nvSpPr>
          <p:spPr bwMode="gray">
            <a:xfrm>
              <a:off x="9089666" y="1562100"/>
              <a:ext cx="2651760" cy="553139"/>
            </a:xfrm>
            <a:prstGeom prst="round2SameRect">
              <a:avLst>
                <a:gd name="adj1" fmla="val 50000"/>
                <a:gd name="adj2" fmla="val 0"/>
              </a:avLst>
            </a:prstGeom>
            <a:solidFill>
              <a:schemeClr val="accent4"/>
            </a:solidFill>
            <a:ln w="25400">
              <a:solidFill>
                <a:schemeClr val="accent4"/>
              </a:solidFill>
              <a:miter lim="400000"/>
            </a:ln>
            <a:extLst>
              <a:ext uri="{C572A759-6A51-4108-AA02-DFA0A04FC94B}">
                <ma14:wrappingTextBoxFlag xmlns="" xmlns:ma14="http://schemas.microsoft.com/office/mac/drawingml/2011/main" val="1"/>
              </a:ext>
            </a:extLst>
          </p:spPr>
          <p:txBody>
            <a:bodyPr lIns="60880" tIns="45720" rIns="60880" bIns="0" anchor="ctr" anchorCtr="0">
              <a:noAutofit/>
            </a:bodyPr>
            <a:lstStyle>
              <a:lvl1pPr marL="469890" marR="0" indent="-46989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1pPr>
              <a:lvl2pPr marL="1282088" marR="0" indent="-562439"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2pPr>
              <a:lvl3pPr marL="2086417" marR="0" indent="-600554"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3pPr>
              <a:lvl4pPr marL="2939553" marR="0" indent="-71711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4pPr>
              <a:lvl5pPr marL="3640577" marR="0" indent="-778915"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5pPr>
              <a:lvl6pPr marL="381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6pPr>
              <a:lvl7pPr marL="444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7pPr>
              <a:lvl8pPr marL="508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8pPr>
              <a:lvl9pPr marL="571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9pPr>
            </a:lstStyle>
            <a:p>
              <a:pPr marL="0" indent="0" algn="ctr" defTabSz="259723">
                <a:lnSpc>
                  <a:spcPts val="2400"/>
                </a:lnSpc>
                <a:spcBef>
                  <a:spcPts val="300"/>
                </a:spcBef>
                <a:spcAft>
                  <a:spcPts val="300"/>
                </a:spcAft>
                <a:buNone/>
                <a:tabLst>
                  <a:tab pos="1341569" algn="l"/>
                </a:tabLst>
                <a:defRPr sz="4956"/>
              </a:pPr>
              <a:endParaRPr lang="en-US" sz="2400" b="1" cap="all">
                <a:solidFill>
                  <a:schemeClr val="bg1"/>
                </a:solidFill>
                <a:latin typeface="+mn-lt"/>
                <a:ea typeface="BentonSans Medium"/>
                <a:sym typeface="BentonSans Medium"/>
              </a:endParaRPr>
            </a:p>
          </p:txBody>
        </p:sp>
      </p:grpSp>
      <p:sp>
        <p:nvSpPr>
          <p:cNvPr id="14" name="Title 8">
            <a:extLst>
              <a:ext uri="{FF2B5EF4-FFF2-40B4-BE49-F238E27FC236}">
                <a16:creationId xmlns:a16="http://schemas.microsoft.com/office/drawing/2014/main" id="{AA45F714-D99D-0C4B-A8D6-B25AF44C1B6C}"/>
              </a:ext>
            </a:extLst>
          </p:cNvPr>
          <p:cNvSpPr>
            <a:spLocks noGrp="1"/>
          </p:cNvSpPr>
          <p:nvPr>
            <p:ph type="title"/>
          </p:nvPr>
        </p:nvSpPr>
        <p:spPr>
          <a:xfrm>
            <a:off x="353010" y="264872"/>
            <a:ext cx="11496089" cy="454220"/>
          </a:xfrm>
          <a:prstGeom prst="rect">
            <a:avLst/>
          </a:prstGeom>
        </p:spPr>
        <p:txBody>
          <a:bodyPr/>
          <a:lstStyle>
            <a:lvl1pPr>
              <a:defRPr sz="2800" b="1"/>
            </a:lvl1pPr>
          </a:lstStyle>
          <a:p>
            <a:r>
              <a:rPr lang="en-US"/>
              <a:t>Click to edit Master title style</a:t>
            </a:r>
          </a:p>
        </p:txBody>
      </p:sp>
      <p:sp>
        <p:nvSpPr>
          <p:cNvPr id="32" name="Text Placeholder 31">
            <a:extLst>
              <a:ext uri="{FF2B5EF4-FFF2-40B4-BE49-F238E27FC236}">
                <a16:creationId xmlns:a16="http://schemas.microsoft.com/office/drawing/2014/main" id="{26C0D331-8648-89FC-A91D-53ADA78D0A58}"/>
              </a:ext>
            </a:extLst>
          </p:cNvPr>
          <p:cNvSpPr>
            <a:spLocks noGrp="1"/>
          </p:cNvSpPr>
          <p:nvPr>
            <p:ph type="body" sz="quarter" idx="18" hasCustomPrompt="1"/>
          </p:nvPr>
        </p:nvSpPr>
        <p:spPr>
          <a:xfrm>
            <a:off x="450712" y="1643271"/>
            <a:ext cx="2651760" cy="390798"/>
          </a:xfrm>
          <a:prstGeom prst="rect">
            <a:avLst/>
          </a:prstGeom>
        </p:spPr>
        <p:txBody>
          <a:bodyPr anchor="ctr"/>
          <a:lstStyle>
            <a:lvl1pPr marL="0" indent="0" algn="ctr">
              <a:buNone/>
              <a:defRPr sz="1800" b="1">
                <a:solidFill>
                  <a:schemeClr val="bg1"/>
                </a:solidFill>
              </a:defRPr>
            </a:lvl1pPr>
          </a:lstStyle>
          <a:p>
            <a:pPr lvl="0"/>
            <a:r>
              <a:rPr lang="en-US"/>
              <a:t>Heading</a:t>
            </a:r>
          </a:p>
        </p:txBody>
      </p:sp>
      <p:sp>
        <p:nvSpPr>
          <p:cNvPr id="33" name="Text Placeholder 31">
            <a:extLst>
              <a:ext uri="{FF2B5EF4-FFF2-40B4-BE49-F238E27FC236}">
                <a16:creationId xmlns:a16="http://schemas.microsoft.com/office/drawing/2014/main" id="{E592DA43-0374-0D96-4D50-BD16E5513FDC}"/>
              </a:ext>
            </a:extLst>
          </p:cNvPr>
          <p:cNvSpPr>
            <a:spLocks noGrp="1"/>
          </p:cNvSpPr>
          <p:nvPr>
            <p:ph type="body" sz="quarter" idx="19" hasCustomPrompt="1"/>
          </p:nvPr>
        </p:nvSpPr>
        <p:spPr>
          <a:xfrm>
            <a:off x="3330455" y="1643271"/>
            <a:ext cx="2651760" cy="390798"/>
          </a:xfrm>
          <a:prstGeom prst="rect">
            <a:avLst/>
          </a:prstGeom>
        </p:spPr>
        <p:txBody>
          <a:bodyPr anchor="ctr"/>
          <a:lstStyle>
            <a:lvl1pPr marL="0" indent="0" algn="ctr">
              <a:buNone/>
              <a:defRPr sz="1800" b="1">
                <a:solidFill>
                  <a:schemeClr val="bg1"/>
                </a:solidFill>
              </a:defRPr>
            </a:lvl1pPr>
          </a:lstStyle>
          <a:p>
            <a:pPr lvl="0"/>
            <a:r>
              <a:rPr lang="en-US"/>
              <a:t>Heading</a:t>
            </a:r>
          </a:p>
        </p:txBody>
      </p:sp>
      <p:sp>
        <p:nvSpPr>
          <p:cNvPr id="34" name="Text Placeholder 31">
            <a:extLst>
              <a:ext uri="{FF2B5EF4-FFF2-40B4-BE49-F238E27FC236}">
                <a16:creationId xmlns:a16="http://schemas.microsoft.com/office/drawing/2014/main" id="{FB5743A2-E96E-24CA-6286-9A94B4C2168D}"/>
              </a:ext>
            </a:extLst>
          </p:cNvPr>
          <p:cNvSpPr>
            <a:spLocks noGrp="1"/>
          </p:cNvSpPr>
          <p:nvPr>
            <p:ph type="body" sz="quarter" idx="20" hasCustomPrompt="1"/>
          </p:nvPr>
        </p:nvSpPr>
        <p:spPr>
          <a:xfrm>
            <a:off x="6210060" y="1643271"/>
            <a:ext cx="2651760" cy="390798"/>
          </a:xfrm>
          <a:prstGeom prst="rect">
            <a:avLst/>
          </a:prstGeom>
        </p:spPr>
        <p:txBody>
          <a:bodyPr anchor="ctr"/>
          <a:lstStyle>
            <a:lvl1pPr marL="0" indent="0" algn="ctr">
              <a:buNone/>
              <a:defRPr sz="1800" b="1">
                <a:solidFill>
                  <a:schemeClr val="bg1"/>
                </a:solidFill>
              </a:defRPr>
            </a:lvl1pPr>
          </a:lstStyle>
          <a:p>
            <a:pPr lvl="0"/>
            <a:r>
              <a:rPr lang="en-US"/>
              <a:t>Heading</a:t>
            </a:r>
          </a:p>
        </p:txBody>
      </p:sp>
      <p:sp>
        <p:nvSpPr>
          <p:cNvPr id="35" name="Text Placeholder 31">
            <a:extLst>
              <a:ext uri="{FF2B5EF4-FFF2-40B4-BE49-F238E27FC236}">
                <a16:creationId xmlns:a16="http://schemas.microsoft.com/office/drawing/2014/main" id="{0FAB2532-D42D-DA43-409B-880791C1F8F1}"/>
              </a:ext>
            </a:extLst>
          </p:cNvPr>
          <p:cNvSpPr>
            <a:spLocks noGrp="1"/>
          </p:cNvSpPr>
          <p:nvPr>
            <p:ph type="body" sz="quarter" idx="21" hasCustomPrompt="1"/>
          </p:nvPr>
        </p:nvSpPr>
        <p:spPr>
          <a:xfrm>
            <a:off x="9089666" y="1643271"/>
            <a:ext cx="2651760" cy="390798"/>
          </a:xfrm>
          <a:prstGeom prst="rect">
            <a:avLst/>
          </a:prstGeom>
        </p:spPr>
        <p:txBody>
          <a:bodyPr anchor="ctr"/>
          <a:lstStyle>
            <a:lvl1pPr marL="0" indent="0" algn="ctr">
              <a:buNone/>
              <a:defRPr sz="1800" b="1">
                <a:solidFill>
                  <a:schemeClr val="bg1"/>
                </a:solidFill>
              </a:defRPr>
            </a:lvl1pPr>
          </a:lstStyle>
          <a:p>
            <a:pPr lvl="0"/>
            <a:r>
              <a:rPr lang="en-US"/>
              <a:t>Heading</a:t>
            </a:r>
          </a:p>
        </p:txBody>
      </p:sp>
    </p:spTree>
    <p:extLst>
      <p:ext uri="{BB962C8B-B14F-4D97-AF65-F5344CB8AC3E}">
        <p14:creationId xmlns:p14="http://schemas.microsoft.com/office/powerpoint/2010/main" val="33938658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rocess">
    <p:bg>
      <p:bgRef idx="1001">
        <a:schemeClr val="bg2"/>
      </p:bgRef>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1CCB7BC3-045C-403C-7F6F-D8621D5C1FA8}"/>
              </a:ext>
            </a:extLst>
          </p:cNvPr>
          <p:cNvGrpSpPr/>
          <p:nvPr userDrawn="1"/>
        </p:nvGrpSpPr>
        <p:grpSpPr>
          <a:xfrm>
            <a:off x="448235" y="1882589"/>
            <a:ext cx="11295530" cy="966109"/>
            <a:chOff x="448235" y="1882589"/>
            <a:chExt cx="11295530" cy="966109"/>
          </a:xfrm>
        </p:grpSpPr>
        <p:sp>
          <p:nvSpPr>
            <p:cNvPr id="5" name="Shape 268">
              <a:extLst>
                <a:ext uri="{FF2B5EF4-FFF2-40B4-BE49-F238E27FC236}">
                  <a16:creationId xmlns:a16="http://schemas.microsoft.com/office/drawing/2014/main" id="{1B597ECD-78EE-AE5A-39D0-E5C28AC421CA}"/>
                </a:ext>
              </a:extLst>
            </p:cNvPr>
            <p:cNvSpPr txBox="1">
              <a:spLocks/>
            </p:cNvSpPr>
            <p:nvPr/>
          </p:nvSpPr>
          <p:spPr bwMode="gray">
            <a:xfrm>
              <a:off x="448235" y="1882589"/>
              <a:ext cx="2054652" cy="966109"/>
            </a:xfrm>
            <a:prstGeom prst="roundRect">
              <a:avLst/>
            </a:prstGeom>
            <a:solidFill>
              <a:schemeClr val="accent6"/>
            </a:solidFill>
            <a:ln w="25400">
              <a:solidFill>
                <a:schemeClr val="accent6"/>
              </a:solidFill>
              <a:miter lim="400000"/>
            </a:ln>
            <a:extLst>
              <a:ext uri="{C572A759-6A51-4108-AA02-DFA0A04FC94B}">
                <ma14:wrappingTextBoxFlag xmlns="" xmlns:ma14="http://schemas.microsoft.com/office/mac/drawingml/2011/main" val="1"/>
              </a:ext>
            </a:extLst>
          </p:spPr>
          <p:txBody>
            <a:bodyPr lIns="60880" tIns="0" rIns="60880" bIns="0" anchor="ctr" anchorCtr="0">
              <a:noAutofit/>
            </a:bodyPr>
            <a:lstStyle>
              <a:lvl1pPr marL="469890" marR="0" indent="-46989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1pPr>
              <a:lvl2pPr marL="1282088" marR="0" indent="-562439"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2pPr>
              <a:lvl3pPr marL="2086417" marR="0" indent="-600554"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3pPr>
              <a:lvl4pPr marL="2939553" marR="0" indent="-71711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4pPr>
              <a:lvl5pPr marL="3640577" marR="0" indent="-778915"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5pPr>
              <a:lvl6pPr marL="381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6pPr>
              <a:lvl7pPr marL="444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7pPr>
              <a:lvl8pPr marL="508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8pPr>
              <a:lvl9pPr marL="571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9pPr>
            </a:lstStyle>
            <a:p>
              <a:pPr marL="0" indent="0" algn="ctr" defTabSz="259723">
                <a:lnSpc>
                  <a:spcPts val="2400"/>
                </a:lnSpc>
                <a:spcBef>
                  <a:spcPts val="300"/>
                </a:spcBef>
                <a:spcAft>
                  <a:spcPts val="300"/>
                </a:spcAft>
                <a:buNone/>
                <a:tabLst>
                  <a:tab pos="1341569" algn="l"/>
                </a:tabLst>
                <a:defRPr sz="4956"/>
              </a:pPr>
              <a:endParaRPr lang="en-US" sz="2000" cap="all">
                <a:solidFill>
                  <a:schemeClr val="bg1"/>
                </a:solidFill>
                <a:latin typeface="+mn-lt"/>
                <a:ea typeface="BentonSans Medium"/>
                <a:sym typeface="BentonSans Medium"/>
              </a:endParaRPr>
            </a:p>
          </p:txBody>
        </p:sp>
        <p:sp>
          <p:nvSpPr>
            <p:cNvPr id="17" name="Shape 268">
              <a:extLst>
                <a:ext uri="{FF2B5EF4-FFF2-40B4-BE49-F238E27FC236}">
                  <a16:creationId xmlns:a16="http://schemas.microsoft.com/office/drawing/2014/main" id="{4FDF99A6-8FF0-B7D2-F788-D862E404DD98}"/>
                </a:ext>
              </a:extLst>
            </p:cNvPr>
            <p:cNvSpPr txBox="1">
              <a:spLocks/>
            </p:cNvSpPr>
            <p:nvPr/>
          </p:nvSpPr>
          <p:spPr bwMode="gray">
            <a:xfrm>
              <a:off x="7378894" y="1882589"/>
              <a:ext cx="2054652" cy="966109"/>
            </a:xfrm>
            <a:prstGeom prst="roundRect">
              <a:avLst/>
            </a:prstGeom>
            <a:solidFill>
              <a:schemeClr val="accent4"/>
            </a:solidFill>
            <a:ln w="25400">
              <a:solidFill>
                <a:schemeClr val="accent4"/>
              </a:solidFill>
              <a:miter lim="400000"/>
            </a:ln>
            <a:extLst>
              <a:ext uri="{C572A759-6A51-4108-AA02-DFA0A04FC94B}">
                <ma14:wrappingTextBoxFlag xmlns="" xmlns:ma14="http://schemas.microsoft.com/office/mac/drawingml/2011/main" val="1"/>
              </a:ext>
            </a:extLst>
          </p:spPr>
          <p:txBody>
            <a:bodyPr lIns="60880" tIns="0" rIns="60880" bIns="0" anchor="ctr" anchorCtr="0">
              <a:noAutofit/>
            </a:bodyPr>
            <a:lstStyle>
              <a:lvl1pPr marL="469890" marR="0" indent="-46989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1pPr>
              <a:lvl2pPr marL="1282088" marR="0" indent="-562439"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2pPr>
              <a:lvl3pPr marL="2086417" marR="0" indent="-600554"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3pPr>
              <a:lvl4pPr marL="2939553" marR="0" indent="-71711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4pPr>
              <a:lvl5pPr marL="3640577" marR="0" indent="-778915"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5pPr>
              <a:lvl6pPr marL="381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6pPr>
              <a:lvl7pPr marL="444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7pPr>
              <a:lvl8pPr marL="508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8pPr>
              <a:lvl9pPr marL="571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9pPr>
            </a:lstStyle>
            <a:p>
              <a:pPr marL="0" indent="0" algn="ctr" defTabSz="259723">
                <a:lnSpc>
                  <a:spcPts val="2400"/>
                </a:lnSpc>
                <a:spcBef>
                  <a:spcPts val="300"/>
                </a:spcBef>
                <a:spcAft>
                  <a:spcPts val="300"/>
                </a:spcAft>
                <a:buNone/>
                <a:tabLst>
                  <a:tab pos="1341569" algn="l"/>
                </a:tabLst>
                <a:defRPr sz="4956"/>
              </a:pPr>
              <a:endParaRPr lang="en-US" sz="2000" cap="all">
                <a:solidFill>
                  <a:schemeClr val="bg1"/>
                </a:solidFill>
                <a:latin typeface="+mn-lt"/>
                <a:ea typeface="BentonSans Medium"/>
                <a:sym typeface="BentonSans Medium"/>
              </a:endParaRPr>
            </a:p>
          </p:txBody>
        </p:sp>
        <p:sp>
          <p:nvSpPr>
            <p:cNvPr id="23" name="Shape 268">
              <a:extLst>
                <a:ext uri="{FF2B5EF4-FFF2-40B4-BE49-F238E27FC236}">
                  <a16:creationId xmlns:a16="http://schemas.microsoft.com/office/drawing/2014/main" id="{6FB8771A-1D9A-ED32-8CF6-C37E67DB55DC}"/>
                </a:ext>
              </a:extLst>
            </p:cNvPr>
            <p:cNvSpPr txBox="1">
              <a:spLocks/>
            </p:cNvSpPr>
            <p:nvPr/>
          </p:nvSpPr>
          <p:spPr bwMode="gray">
            <a:xfrm>
              <a:off x="5068674" y="1882589"/>
              <a:ext cx="2054652" cy="966109"/>
            </a:xfrm>
            <a:prstGeom prst="roundRect">
              <a:avLst/>
            </a:prstGeom>
            <a:solidFill>
              <a:schemeClr val="accent2"/>
            </a:solidFill>
            <a:ln w="25400">
              <a:solidFill>
                <a:schemeClr val="accent2"/>
              </a:solidFill>
              <a:miter lim="400000"/>
            </a:ln>
            <a:extLst>
              <a:ext uri="{C572A759-6A51-4108-AA02-DFA0A04FC94B}">
                <ma14:wrappingTextBoxFlag xmlns="" xmlns:ma14="http://schemas.microsoft.com/office/mac/drawingml/2011/main" val="1"/>
              </a:ext>
            </a:extLst>
          </p:spPr>
          <p:txBody>
            <a:bodyPr lIns="60880" tIns="0" rIns="60880" bIns="0" anchor="ctr" anchorCtr="0">
              <a:noAutofit/>
            </a:bodyPr>
            <a:lstStyle>
              <a:lvl1pPr marL="469890" marR="0" indent="-46989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1pPr>
              <a:lvl2pPr marL="1282088" marR="0" indent="-562439"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2pPr>
              <a:lvl3pPr marL="2086417" marR="0" indent="-600554"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3pPr>
              <a:lvl4pPr marL="2939553" marR="0" indent="-71711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4pPr>
              <a:lvl5pPr marL="3640577" marR="0" indent="-778915"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5pPr>
              <a:lvl6pPr marL="381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6pPr>
              <a:lvl7pPr marL="444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7pPr>
              <a:lvl8pPr marL="508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8pPr>
              <a:lvl9pPr marL="571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9pPr>
            </a:lstStyle>
            <a:p>
              <a:pPr marL="0" indent="0" algn="ctr" defTabSz="259723">
                <a:lnSpc>
                  <a:spcPts val="2400"/>
                </a:lnSpc>
                <a:spcBef>
                  <a:spcPts val="300"/>
                </a:spcBef>
                <a:spcAft>
                  <a:spcPts val="300"/>
                </a:spcAft>
                <a:buNone/>
                <a:tabLst>
                  <a:tab pos="1341569" algn="l"/>
                </a:tabLst>
                <a:defRPr sz="4956"/>
              </a:pPr>
              <a:endParaRPr lang="en-US" sz="2000" cap="all">
                <a:solidFill>
                  <a:schemeClr val="bg1"/>
                </a:solidFill>
                <a:latin typeface="+mn-lt"/>
                <a:ea typeface="BentonSans Medium"/>
                <a:sym typeface="BentonSans Medium"/>
              </a:endParaRPr>
            </a:p>
          </p:txBody>
        </p:sp>
        <p:sp>
          <p:nvSpPr>
            <p:cNvPr id="27" name="Shape 268">
              <a:extLst>
                <a:ext uri="{FF2B5EF4-FFF2-40B4-BE49-F238E27FC236}">
                  <a16:creationId xmlns:a16="http://schemas.microsoft.com/office/drawing/2014/main" id="{F2A10C1D-B08F-FBCC-8832-7C88847545DE}"/>
                </a:ext>
              </a:extLst>
            </p:cNvPr>
            <p:cNvSpPr txBox="1">
              <a:spLocks/>
            </p:cNvSpPr>
            <p:nvPr/>
          </p:nvSpPr>
          <p:spPr bwMode="gray">
            <a:xfrm>
              <a:off x="2758455" y="1882589"/>
              <a:ext cx="2054652" cy="966109"/>
            </a:xfrm>
            <a:prstGeom prst="roundRect">
              <a:avLst/>
            </a:prstGeom>
            <a:solidFill>
              <a:schemeClr val="accent3"/>
            </a:solidFill>
            <a:ln w="25400">
              <a:solidFill>
                <a:schemeClr val="accent3"/>
              </a:solidFill>
              <a:miter lim="400000"/>
            </a:ln>
            <a:extLst>
              <a:ext uri="{C572A759-6A51-4108-AA02-DFA0A04FC94B}">
                <ma14:wrappingTextBoxFlag xmlns="" xmlns:ma14="http://schemas.microsoft.com/office/mac/drawingml/2011/main" val="1"/>
              </a:ext>
            </a:extLst>
          </p:spPr>
          <p:txBody>
            <a:bodyPr lIns="60880" tIns="0" rIns="60880" bIns="0" anchor="ctr" anchorCtr="0">
              <a:noAutofit/>
            </a:bodyPr>
            <a:lstStyle>
              <a:lvl1pPr marL="469890" marR="0" indent="-46989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1pPr>
              <a:lvl2pPr marL="1282088" marR="0" indent="-562439"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2pPr>
              <a:lvl3pPr marL="2086417" marR="0" indent="-600554"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3pPr>
              <a:lvl4pPr marL="2939553" marR="0" indent="-71711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4pPr>
              <a:lvl5pPr marL="3640577" marR="0" indent="-778915"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5pPr>
              <a:lvl6pPr marL="381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6pPr>
              <a:lvl7pPr marL="444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7pPr>
              <a:lvl8pPr marL="508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8pPr>
              <a:lvl9pPr marL="571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9pPr>
            </a:lstStyle>
            <a:p>
              <a:pPr marL="0" indent="0" algn="ctr" defTabSz="259723">
                <a:lnSpc>
                  <a:spcPts val="2400"/>
                </a:lnSpc>
                <a:spcBef>
                  <a:spcPts val="300"/>
                </a:spcBef>
                <a:spcAft>
                  <a:spcPts val="300"/>
                </a:spcAft>
                <a:buNone/>
                <a:tabLst>
                  <a:tab pos="1341569" algn="l"/>
                </a:tabLst>
                <a:defRPr sz="4956"/>
              </a:pPr>
              <a:endParaRPr lang="en-US" sz="2000" cap="all">
                <a:solidFill>
                  <a:schemeClr val="bg1"/>
                </a:solidFill>
                <a:latin typeface="+mn-lt"/>
                <a:ea typeface="BentonSans Medium"/>
                <a:sym typeface="BentonSans Medium"/>
              </a:endParaRPr>
            </a:p>
          </p:txBody>
        </p:sp>
        <p:sp>
          <p:nvSpPr>
            <p:cNvPr id="29" name="Shape 268">
              <a:extLst>
                <a:ext uri="{FF2B5EF4-FFF2-40B4-BE49-F238E27FC236}">
                  <a16:creationId xmlns:a16="http://schemas.microsoft.com/office/drawing/2014/main" id="{48D37FB5-41C5-6F9B-76F1-D5D78F1DE02C}"/>
                </a:ext>
              </a:extLst>
            </p:cNvPr>
            <p:cNvSpPr txBox="1">
              <a:spLocks/>
            </p:cNvSpPr>
            <p:nvPr/>
          </p:nvSpPr>
          <p:spPr bwMode="gray">
            <a:xfrm>
              <a:off x="9689113" y="1882589"/>
              <a:ext cx="2054652" cy="966109"/>
            </a:xfrm>
            <a:prstGeom prst="roundRect">
              <a:avLst/>
            </a:prstGeom>
            <a:solidFill>
              <a:schemeClr val="accent5"/>
            </a:solidFill>
            <a:ln w="25400">
              <a:solidFill>
                <a:schemeClr val="accent5"/>
              </a:solidFill>
              <a:miter lim="400000"/>
            </a:ln>
            <a:extLst>
              <a:ext uri="{C572A759-6A51-4108-AA02-DFA0A04FC94B}">
                <ma14:wrappingTextBoxFlag xmlns="" xmlns:ma14="http://schemas.microsoft.com/office/mac/drawingml/2011/main" val="1"/>
              </a:ext>
            </a:extLst>
          </p:spPr>
          <p:txBody>
            <a:bodyPr lIns="60880" tIns="0" rIns="60880" bIns="0" anchor="ctr" anchorCtr="0">
              <a:noAutofit/>
            </a:bodyPr>
            <a:lstStyle>
              <a:lvl1pPr marL="469890" marR="0" indent="-46989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1pPr>
              <a:lvl2pPr marL="1282088" marR="0" indent="-562439"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2pPr>
              <a:lvl3pPr marL="2086417" marR="0" indent="-600554"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3pPr>
              <a:lvl4pPr marL="2939553" marR="0" indent="-71711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4pPr>
              <a:lvl5pPr marL="3640577" marR="0" indent="-778915"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5pPr>
              <a:lvl6pPr marL="381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6pPr>
              <a:lvl7pPr marL="444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7pPr>
              <a:lvl8pPr marL="508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8pPr>
              <a:lvl9pPr marL="571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9pPr>
            </a:lstStyle>
            <a:p>
              <a:pPr marL="0" indent="0" algn="ctr" defTabSz="259723">
                <a:lnSpc>
                  <a:spcPts val="2400"/>
                </a:lnSpc>
                <a:spcBef>
                  <a:spcPts val="300"/>
                </a:spcBef>
                <a:spcAft>
                  <a:spcPts val="300"/>
                </a:spcAft>
                <a:buNone/>
                <a:tabLst>
                  <a:tab pos="1341569" algn="l"/>
                </a:tabLst>
                <a:defRPr sz="4956"/>
              </a:pPr>
              <a:endParaRPr lang="en-US" sz="2000" cap="all">
                <a:solidFill>
                  <a:schemeClr val="bg1"/>
                </a:solidFill>
                <a:latin typeface="+mn-lt"/>
                <a:ea typeface="BentonSans Medium"/>
                <a:sym typeface="BentonSans Medium"/>
              </a:endParaRPr>
            </a:p>
          </p:txBody>
        </p:sp>
      </p:grpSp>
      <p:sp>
        <p:nvSpPr>
          <p:cNvPr id="12" name="Content Placeholder 2">
            <a:extLst>
              <a:ext uri="{FF2B5EF4-FFF2-40B4-BE49-F238E27FC236}">
                <a16:creationId xmlns:a16="http://schemas.microsoft.com/office/drawing/2014/main" id="{322B412C-8C27-4193-853F-EE939C1F07A7}"/>
              </a:ext>
            </a:extLst>
          </p:cNvPr>
          <p:cNvSpPr>
            <a:spLocks noGrp="1"/>
          </p:cNvSpPr>
          <p:nvPr>
            <p:ph idx="14"/>
          </p:nvPr>
        </p:nvSpPr>
        <p:spPr>
          <a:xfrm>
            <a:off x="7376832" y="2867565"/>
            <a:ext cx="2057400" cy="2512957"/>
          </a:xfrm>
          <a:prstGeom prst="rect">
            <a:avLst/>
          </a:prstGeom>
        </p:spPr>
        <p:txBody>
          <a:bodyPr lIns="91440" tIns="182880" rIns="45720"/>
          <a:lstStyle>
            <a:lvl1pPr marL="233363" indent="-233363">
              <a:spcBef>
                <a:spcPts val="600"/>
              </a:spcBef>
              <a:buClrTx/>
              <a:buFont typeface="Arial" panose="020B0604020202020204" pitchFamily="34" charset="0"/>
              <a:buChar char="•"/>
              <a:tabLst/>
              <a:defRPr sz="1600"/>
            </a:lvl1pPr>
            <a:lvl2pPr>
              <a:buClrTx/>
              <a:defRPr sz="1400"/>
            </a:lvl2pPr>
            <a:lvl3pPr>
              <a:buClrTx/>
              <a:defRPr sz="1200"/>
            </a:lvl3pPr>
          </a:lstStyle>
          <a:p>
            <a:pPr lvl="0"/>
            <a:r>
              <a:rPr lang="en-US"/>
              <a:t>Click to edit Master text styles</a:t>
            </a:r>
          </a:p>
          <a:p>
            <a:pPr lvl="1"/>
            <a:r>
              <a:rPr lang="en-US"/>
              <a:t>Second level</a:t>
            </a:r>
          </a:p>
          <a:p>
            <a:pPr lvl="2"/>
            <a:r>
              <a:rPr lang="en-US"/>
              <a:t>Third level</a:t>
            </a:r>
          </a:p>
        </p:txBody>
      </p:sp>
      <p:sp>
        <p:nvSpPr>
          <p:cNvPr id="3" name="Content Placeholder 2">
            <a:extLst>
              <a:ext uri="{FF2B5EF4-FFF2-40B4-BE49-F238E27FC236}">
                <a16:creationId xmlns:a16="http://schemas.microsoft.com/office/drawing/2014/main" id="{9D2EAC86-63D0-4674-A708-65D026C9552F}"/>
              </a:ext>
            </a:extLst>
          </p:cNvPr>
          <p:cNvSpPr>
            <a:spLocks noGrp="1"/>
          </p:cNvSpPr>
          <p:nvPr>
            <p:ph idx="1"/>
          </p:nvPr>
        </p:nvSpPr>
        <p:spPr>
          <a:xfrm>
            <a:off x="448235" y="2867565"/>
            <a:ext cx="2057400" cy="2512957"/>
          </a:xfrm>
          <a:prstGeom prst="rect">
            <a:avLst/>
          </a:prstGeom>
        </p:spPr>
        <p:txBody>
          <a:bodyPr lIns="91440" tIns="182880" rIns="45720"/>
          <a:lstStyle>
            <a:lvl1pPr marL="233363" indent="-223838">
              <a:spcBef>
                <a:spcPts val="600"/>
              </a:spcBef>
              <a:buClrTx/>
              <a:buFont typeface="Arial" panose="020B0604020202020204" pitchFamily="34" charset="0"/>
              <a:buChar char="•"/>
              <a:tabLst/>
              <a:defRPr sz="1600"/>
            </a:lvl1pPr>
            <a:lvl2pPr>
              <a:buClrTx/>
              <a:defRPr sz="1400"/>
            </a:lvl2pPr>
            <a:lvl3pPr>
              <a:buClrTx/>
              <a:defRPr sz="1200"/>
            </a:lvl3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F20AF647-F3CA-4756-92D9-ECC2426C8BEE}"/>
              </a:ext>
            </a:extLst>
          </p:cNvPr>
          <p:cNvSpPr>
            <a:spLocks noGrp="1"/>
          </p:cNvSpPr>
          <p:nvPr>
            <p:ph idx="12"/>
          </p:nvPr>
        </p:nvSpPr>
        <p:spPr>
          <a:xfrm>
            <a:off x="2757767" y="2867565"/>
            <a:ext cx="2057400" cy="2512957"/>
          </a:xfrm>
          <a:prstGeom prst="rect">
            <a:avLst/>
          </a:prstGeom>
        </p:spPr>
        <p:txBody>
          <a:bodyPr lIns="91440" tIns="182880" rIns="45720"/>
          <a:lstStyle>
            <a:lvl1pPr marL="233363" indent="-233363">
              <a:spcBef>
                <a:spcPts val="600"/>
              </a:spcBef>
              <a:buClrTx/>
              <a:buFont typeface="Arial" panose="020B0604020202020204" pitchFamily="34" charset="0"/>
              <a:buChar char="•"/>
              <a:tabLst/>
              <a:defRPr sz="1600"/>
            </a:lvl1pPr>
            <a:lvl2pPr>
              <a:buClrTx/>
              <a:defRPr sz="1400"/>
            </a:lvl2pPr>
            <a:lvl3pPr>
              <a:buClrTx/>
              <a:defRPr sz="1200"/>
            </a:lvl3pPr>
          </a:lstStyle>
          <a:p>
            <a:pPr lvl="0"/>
            <a:r>
              <a:rPr lang="en-US"/>
              <a:t>Click to edit Master text styles</a:t>
            </a:r>
          </a:p>
          <a:p>
            <a:pPr lvl="1"/>
            <a:r>
              <a:rPr lang="en-US"/>
              <a:t>Second level</a:t>
            </a:r>
          </a:p>
          <a:p>
            <a:pPr lvl="2"/>
            <a:r>
              <a:rPr lang="en-US"/>
              <a:t>Third level</a:t>
            </a:r>
          </a:p>
        </p:txBody>
      </p:sp>
      <p:sp>
        <p:nvSpPr>
          <p:cNvPr id="11" name="Content Placeholder 2">
            <a:extLst>
              <a:ext uri="{FF2B5EF4-FFF2-40B4-BE49-F238E27FC236}">
                <a16:creationId xmlns:a16="http://schemas.microsoft.com/office/drawing/2014/main" id="{FBE300D3-B0EC-408C-8C13-48CD8BF2ED8D}"/>
              </a:ext>
            </a:extLst>
          </p:cNvPr>
          <p:cNvSpPr>
            <a:spLocks noGrp="1"/>
          </p:cNvSpPr>
          <p:nvPr>
            <p:ph idx="17"/>
          </p:nvPr>
        </p:nvSpPr>
        <p:spPr>
          <a:xfrm>
            <a:off x="5067299" y="2867565"/>
            <a:ext cx="2057400" cy="2512957"/>
          </a:xfrm>
          <a:prstGeom prst="rect">
            <a:avLst/>
          </a:prstGeom>
        </p:spPr>
        <p:txBody>
          <a:bodyPr lIns="91440" tIns="182880" rIns="45720"/>
          <a:lstStyle>
            <a:lvl1pPr marL="233363" indent="-233363">
              <a:spcBef>
                <a:spcPts val="600"/>
              </a:spcBef>
              <a:buClrTx/>
              <a:buFont typeface="Arial" panose="020B0604020202020204" pitchFamily="34" charset="0"/>
              <a:buChar char="•"/>
              <a:tabLst/>
              <a:defRPr sz="1600"/>
            </a:lvl1pPr>
            <a:lvl2pPr>
              <a:buClrTx/>
              <a:defRPr sz="1400"/>
            </a:lvl2pPr>
            <a:lvl3pPr>
              <a:buClrTx/>
              <a:defRPr sz="1200"/>
            </a:lvl3pPr>
          </a:lstStyle>
          <a:p>
            <a:pPr lvl="0"/>
            <a:r>
              <a:rPr lang="en-US"/>
              <a:t>Click to edit Master text styles</a:t>
            </a:r>
          </a:p>
          <a:p>
            <a:pPr lvl="1"/>
            <a:r>
              <a:rPr lang="en-US"/>
              <a:t>Second level</a:t>
            </a:r>
          </a:p>
          <a:p>
            <a:pPr lvl="2"/>
            <a:r>
              <a:rPr lang="en-US"/>
              <a:t>Third level</a:t>
            </a:r>
          </a:p>
        </p:txBody>
      </p:sp>
      <p:sp>
        <p:nvSpPr>
          <p:cNvPr id="14" name="Title 8">
            <a:extLst>
              <a:ext uri="{FF2B5EF4-FFF2-40B4-BE49-F238E27FC236}">
                <a16:creationId xmlns:a16="http://schemas.microsoft.com/office/drawing/2014/main" id="{AA45F714-D99D-0C4B-A8D6-B25AF44C1B6C}"/>
              </a:ext>
            </a:extLst>
          </p:cNvPr>
          <p:cNvSpPr>
            <a:spLocks noGrp="1"/>
          </p:cNvSpPr>
          <p:nvPr>
            <p:ph type="title"/>
          </p:nvPr>
        </p:nvSpPr>
        <p:spPr>
          <a:xfrm>
            <a:off x="353010" y="264872"/>
            <a:ext cx="11496089" cy="454220"/>
          </a:xfrm>
          <a:prstGeom prst="rect">
            <a:avLst/>
          </a:prstGeom>
        </p:spPr>
        <p:txBody>
          <a:bodyPr/>
          <a:lstStyle>
            <a:lvl1pPr>
              <a:defRPr sz="2800" b="1"/>
            </a:lvl1pPr>
          </a:lstStyle>
          <a:p>
            <a:r>
              <a:rPr lang="en-US"/>
              <a:t>Click to edit Master title style</a:t>
            </a:r>
          </a:p>
        </p:txBody>
      </p:sp>
      <p:sp>
        <p:nvSpPr>
          <p:cNvPr id="32" name="Text Placeholder 31">
            <a:extLst>
              <a:ext uri="{FF2B5EF4-FFF2-40B4-BE49-F238E27FC236}">
                <a16:creationId xmlns:a16="http://schemas.microsoft.com/office/drawing/2014/main" id="{26C0D331-8648-89FC-A91D-53ADA78D0A58}"/>
              </a:ext>
            </a:extLst>
          </p:cNvPr>
          <p:cNvSpPr>
            <a:spLocks noGrp="1"/>
          </p:cNvSpPr>
          <p:nvPr>
            <p:ph type="body" sz="quarter" idx="18" hasCustomPrompt="1"/>
          </p:nvPr>
        </p:nvSpPr>
        <p:spPr>
          <a:xfrm>
            <a:off x="448235" y="2011680"/>
            <a:ext cx="2057400" cy="707926"/>
          </a:xfrm>
          <a:prstGeom prst="rect">
            <a:avLst/>
          </a:prstGeom>
        </p:spPr>
        <p:txBody>
          <a:bodyPr anchor="ctr"/>
          <a:lstStyle>
            <a:lvl1pPr marL="0" indent="0" algn="ctr">
              <a:buNone/>
              <a:defRPr sz="1800" b="1">
                <a:solidFill>
                  <a:schemeClr val="bg1"/>
                </a:solidFill>
              </a:defRPr>
            </a:lvl1pPr>
          </a:lstStyle>
          <a:p>
            <a:pPr lvl="0"/>
            <a:r>
              <a:rPr lang="en-US"/>
              <a:t>Heading</a:t>
            </a:r>
          </a:p>
        </p:txBody>
      </p:sp>
      <p:sp>
        <p:nvSpPr>
          <p:cNvPr id="33" name="Text Placeholder 31">
            <a:extLst>
              <a:ext uri="{FF2B5EF4-FFF2-40B4-BE49-F238E27FC236}">
                <a16:creationId xmlns:a16="http://schemas.microsoft.com/office/drawing/2014/main" id="{E592DA43-0374-0D96-4D50-BD16E5513FDC}"/>
              </a:ext>
            </a:extLst>
          </p:cNvPr>
          <p:cNvSpPr>
            <a:spLocks noGrp="1"/>
          </p:cNvSpPr>
          <p:nvPr>
            <p:ph type="body" sz="quarter" idx="19" hasCustomPrompt="1"/>
          </p:nvPr>
        </p:nvSpPr>
        <p:spPr>
          <a:xfrm>
            <a:off x="2757767" y="2011680"/>
            <a:ext cx="2057400" cy="707926"/>
          </a:xfrm>
          <a:prstGeom prst="rect">
            <a:avLst/>
          </a:prstGeom>
        </p:spPr>
        <p:txBody>
          <a:bodyPr anchor="ctr"/>
          <a:lstStyle>
            <a:lvl1pPr marL="0" indent="0" algn="ctr">
              <a:buNone/>
              <a:defRPr sz="1800" b="1">
                <a:solidFill>
                  <a:schemeClr val="bg1"/>
                </a:solidFill>
              </a:defRPr>
            </a:lvl1pPr>
          </a:lstStyle>
          <a:p>
            <a:pPr lvl="0"/>
            <a:r>
              <a:rPr lang="en-US"/>
              <a:t>Heading</a:t>
            </a:r>
          </a:p>
        </p:txBody>
      </p:sp>
      <p:sp>
        <p:nvSpPr>
          <p:cNvPr id="34" name="Text Placeholder 31">
            <a:extLst>
              <a:ext uri="{FF2B5EF4-FFF2-40B4-BE49-F238E27FC236}">
                <a16:creationId xmlns:a16="http://schemas.microsoft.com/office/drawing/2014/main" id="{FB5743A2-E96E-24CA-6286-9A94B4C2168D}"/>
              </a:ext>
            </a:extLst>
          </p:cNvPr>
          <p:cNvSpPr>
            <a:spLocks noGrp="1"/>
          </p:cNvSpPr>
          <p:nvPr>
            <p:ph type="body" sz="quarter" idx="20" hasCustomPrompt="1"/>
          </p:nvPr>
        </p:nvSpPr>
        <p:spPr>
          <a:xfrm>
            <a:off x="5067299" y="2011680"/>
            <a:ext cx="2057400" cy="707926"/>
          </a:xfrm>
          <a:prstGeom prst="rect">
            <a:avLst/>
          </a:prstGeom>
        </p:spPr>
        <p:txBody>
          <a:bodyPr anchor="ctr"/>
          <a:lstStyle>
            <a:lvl1pPr marL="0" indent="0" algn="ctr">
              <a:buNone/>
              <a:defRPr sz="1800" b="1">
                <a:solidFill>
                  <a:schemeClr val="bg1"/>
                </a:solidFill>
              </a:defRPr>
            </a:lvl1pPr>
          </a:lstStyle>
          <a:p>
            <a:pPr lvl="0"/>
            <a:r>
              <a:rPr lang="en-US"/>
              <a:t>Heading</a:t>
            </a:r>
          </a:p>
        </p:txBody>
      </p:sp>
      <p:sp>
        <p:nvSpPr>
          <p:cNvPr id="35" name="Text Placeholder 31">
            <a:extLst>
              <a:ext uri="{FF2B5EF4-FFF2-40B4-BE49-F238E27FC236}">
                <a16:creationId xmlns:a16="http://schemas.microsoft.com/office/drawing/2014/main" id="{0FAB2532-D42D-DA43-409B-880791C1F8F1}"/>
              </a:ext>
            </a:extLst>
          </p:cNvPr>
          <p:cNvSpPr>
            <a:spLocks noGrp="1"/>
          </p:cNvSpPr>
          <p:nvPr>
            <p:ph type="body" sz="quarter" idx="21" hasCustomPrompt="1"/>
          </p:nvPr>
        </p:nvSpPr>
        <p:spPr>
          <a:xfrm>
            <a:off x="7376831" y="2011680"/>
            <a:ext cx="2057400" cy="707926"/>
          </a:xfrm>
          <a:prstGeom prst="rect">
            <a:avLst/>
          </a:prstGeom>
        </p:spPr>
        <p:txBody>
          <a:bodyPr anchor="ctr"/>
          <a:lstStyle>
            <a:lvl1pPr marL="0" indent="0" algn="ctr">
              <a:buNone/>
              <a:defRPr sz="1800" b="1">
                <a:solidFill>
                  <a:schemeClr val="bg1"/>
                </a:solidFill>
              </a:defRPr>
            </a:lvl1pPr>
          </a:lstStyle>
          <a:p>
            <a:pPr lvl="0"/>
            <a:r>
              <a:rPr lang="en-US"/>
              <a:t>Heading</a:t>
            </a:r>
          </a:p>
        </p:txBody>
      </p:sp>
      <p:sp>
        <p:nvSpPr>
          <p:cNvPr id="30" name="Text Placeholder 31">
            <a:extLst>
              <a:ext uri="{FF2B5EF4-FFF2-40B4-BE49-F238E27FC236}">
                <a16:creationId xmlns:a16="http://schemas.microsoft.com/office/drawing/2014/main" id="{96919225-BA99-3738-5347-804B634B77C7}"/>
              </a:ext>
            </a:extLst>
          </p:cNvPr>
          <p:cNvSpPr>
            <a:spLocks noGrp="1"/>
          </p:cNvSpPr>
          <p:nvPr>
            <p:ph type="body" sz="quarter" idx="22" hasCustomPrompt="1"/>
          </p:nvPr>
        </p:nvSpPr>
        <p:spPr>
          <a:xfrm>
            <a:off x="9686365" y="2011680"/>
            <a:ext cx="2057400" cy="707926"/>
          </a:xfrm>
          <a:prstGeom prst="rect">
            <a:avLst/>
          </a:prstGeom>
        </p:spPr>
        <p:txBody>
          <a:bodyPr anchor="ctr"/>
          <a:lstStyle>
            <a:lvl1pPr marL="0" indent="0" algn="ctr">
              <a:buNone/>
              <a:defRPr sz="1800" b="1">
                <a:solidFill>
                  <a:schemeClr val="bg1"/>
                </a:solidFill>
              </a:defRPr>
            </a:lvl1pPr>
          </a:lstStyle>
          <a:p>
            <a:pPr lvl="0"/>
            <a:r>
              <a:rPr lang="en-US"/>
              <a:t>Heading</a:t>
            </a:r>
          </a:p>
        </p:txBody>
      </p:sp>
      <p:sp>
        <p:nvSpPr>
          <p:cNvPr id="31" name="Content Placeholder 2">
            <a:extLst>
              <a:ext uri="{FF2B5EF4-FFF2-40B4-BE49-F238E27FC236}">
                <a16:creationId xmlns:a16="http://schemas.microsoft.com/office/drawing/2014/main" id="{BA54B15D-D3FB-D2F8-6E1D-C5AF194559BA}"/>
              </a:ext>
            </a:extLst>
          </p:cNvPr>
          <p:cNvSpPr>
            <a:spLocks noGrp="1"/>
          </p:cNvSpPr>
          <p:nvPr>
            <p:ph idx="23"/>
          </p:nvPr>
        </p:nvSpPr>
        <p:spPr>
          <a:xfrm>
            <a:off x="9686365" y="2867565"/>
            <a:ext cx="2057400" cy="2512957"/>
          </a:xfrm>
          <a:prstGeom prst="rect">
            <a:avLst/>
          </a:prstGeom>
        </p:spPr>
        <p:txBody>
          <a:bodyPr lIns="91440" tIns="182880" rIns="45720"/>
          <a:lstStyle>
            <a:lvl1pPr marL="233363" indent="-233363">
              <a:spcBef>
                <a:spcPts val="600"/>
              </a:spcBef>
              <a:buClrTx/>
              <a:buFont typeface="Arial" panose="020B0604020202020204" pitchFamily="34" charset="0"/>
              <a:buChar char="•"/>
              <a:tabLst/>
              <a:defRPr sz="1600"/>
            </a:lvl1pPr>
            <a:lvl2pPr>
              <a:buClrTx/>
              <a:defRPr sz="1400"/>
            </a:lvl2pPr>
            <a:lvl3pPr>
              <a:buClrTx/>
              <a:defRPr sz="12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892885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rocess with Images">
    <p:bg>
      <p:bgRef idx="1001">
        <a:schemeClr val="bg2"/>
      </p:bgRef>
    </p:bg>
    <p:spTree>
      <p:nvGrpSpPr>
        <p:cNvPr id="1" name=""/>
        <p:cNvGrpSpPr/>
        <p:nvPr/>
      </p:nvGrpSpPr>
      <p:grpSpPr>
        <a:xfrm>
          <a:off x="0" y="0"/>
          <a:ext cx="0" cy="0"/>
          <a:chOff x="0" y="0"/>
          <a:chExt cx="0" cy="0"/>
        </a:xfrm>
      </p:grpSpPr>
      <p:sp>
        <p:nvSpPr>
          <p:cNvPr id="2" name="Right Arrow 1">
            <a:extLst>
              <a:ext uri="{FF2B5EF4-FFF2-40B4-BE49-F238E27FC236}">
                <a16:creationId xmlns:a16="http://schemas.microsoft.com/office/drawing/2014/main" id="{E1FA7816-343A-0856-B580-7FFB8427805F}"/>
              </a:ext>
            </a:extLst>
          </p:cNvPr>
          <p:cNvSpPr/>
          <p:nvPr userDrawn="1"/>
        </p:nvSpPr>
        <p:spPr bwMode="gray">
          <a:xfrm>
            <a:off x="8792459" y="4363902"/>
            <a:ext cx="375718" cy="350245"/>
          </a:xfrm>
          <a:prstGeom prst="rightArrow">
            <a:avLst>
              <a:gd name="adj1" fmla="val 50000"/>
              <a:gd name="adj2" fmla="val 45791"/>
            </a:avLst>
          </a:prstGeom>
          <a:solidFill>
            <a:schemeClr val="accent5">
              <a:lumMod val="60000"/>
              <a:lumOff val="40000"/>
            </a:schemeClr>
          </a:solidFill>
          <a:ln w="9525">
            <a:noFill/>
            <a:round/>
            <a:headEnd/>
            <a:tailEnd/>
          </a:ln>
        </p:spPr>
        <p:txBody>
          <a:bodyPr wrap="square" rtlCol="0" anchor="ctr"/>
          <a:lstStyle/>
          <a:p>
            <a:pPr algn="ctr" defTabSz="342879"/>
            <a:endParaRPr lang="en-US" sz="2000"/>
          </a:p>
        </p:txBody>
      </p:sp>
      <p:sp>
        <p:nvSpPr>
          <p:cNvPr id="4" name="Right Arrow 3">
            <a:extLst>
              <a:ext uri="{FF2B5EF4-FFF2-40B4-BE49-F238E27FC236}">
                <a16:creationId xmlns:a16="http://schemas.microsoft.com/office/drawing/2014/main" id="{09C261AE-7963-87A5-9301-76EAC23BC3C5}"/>
              </a:ext>
            </a:extLst>
          </p:cNvPr>
          <p:cNvSpPr/>
          <p:nvPr userDrawn="1"/>
        </p:nvSpPr>
        <p:spPr bwMode="gray">
          <a:xfrm>
            <a:off x="5848808" y="4363902"/>
            <a:ext cx="375718" cy="350245"/>
          </a:xfrm>
          <a:prstGeom prst="rightArrow">
            <a:avLst>
              <a:gd name="adj1" fmla="val 50000"/>
              <a:gd name="adj2" fmla="val 45791"/>
            </a:avLst>
          </a:prstGeom>
          <a:solidFill>
            <a:schemeClr val="accent5">
              <a:lumMod val="60000"/>
              <a:lumOff val="40000"/>
            </a:schemeClr>
          </a:solidFill>
          <a:ln w="9525">
            <a:noFill/>
            <a:round/>
            <a:headEnd/>
            <a:tailEnd/>
          </a:ln>
        </p:spPr>
        <p:txBody>
          <a:bodyPr wrap="square" rtlCol="0" anchor="ctr"/>
          <a:lstStyle/>
          <a:p>
            <a:pPr algn="ctr" defTabSz="342879"/>
            <a:endParaRPr lang="en-US" sz="2000"/>
          </a:p>
        </p:txBody>
      </p:sp>
      <p:sp>
        <p:nvSpPr>
          <p:cNvPr id="5" name="Right Arrow 4">
            <a:extLst>
              <a:ext uri="{FF2B5EF4-FFF2-40B4-BE49-F238E27FC236}">
                <a16:creationId xmlns:a16="http://schemas.microsoft.com/office/drawing/2014/main" id="{E5C82F8D-075F-23AC-7F95-4F519187AFF5}"/>
              </a:ext>
            </a:extLst>
          </p:cNvPr>
          <p:cNvSpPr/>
          <p:nvPr userDrawn="1"/>
        </p:nvSpPr>
        <p:spPr bwMode="gray">
          <a:xfrm>
            <a:off x="2887418" y="4363902"/>
            <a:ext cx="375718" cy="350245"/>
          </a:xfrm>
          <a:prstGeom prst="rightArrow">
            <a:avLst>
              <a:gd name="adj1" fmla="val 50000"/>
              <a:gd name="adj2" fmla="val 45791"/>
            </a:avLst>
          </a:prstGeom>
          <a:solidFill>
            <a:schemeClr val="accent5">
              <a:lumMod val="60000"/>
              <a:lumOff val="40000"/>
            </a:schemeClr>
          </a:solidFill>
          <a:ln w="9525">
            <a:noFill/>
            <a:round/>
            <a:headEnd/>
            <a:tailEnd/>
          </a:ln>
        </p:spPr>
        <p:txBody>
          <a:bodyPr wrap="square" rtlCol="0" anchor="ctr"/>
          <a:lstStyle/>
          <a:p>
            <a:pPr algn="ctr" defTabSz="342879"/>
            <a:endParaRPr lang="en-US" sz="2000"/>
          </a:p>
        </p:txBody>
      </p:sp>
      <p:sp>
        <p:nvSpPr>
          <p:cNvPr id="9" name="Shape 268">
            <a:extLst>
              <a:ext uri="{FF2B5EF4-FFF2-40B4-BE49-F238E27FC236}">
                <a16:creationId xmlns:a16="http://schemas.microsoft.com/office/drawing/2014/main" id="{0F74E1AC-C0F0-DA46-01B4-4BFD1ED9AB2B}"/>
              </a:ext>
            </a:extLst>
          </p:cNvPr>
          <p:cNvSpPr txBox="1">
            <a:spLocks/>
          </p:cNvSpPr>
          <p:nvPr userDrawn="1"/>
        </p:nvSpPr>
        <p:spPr bwMode="gray">
          <a:xfrm>
            <a:off x="342900" y="3735505"/>
            <a:ext cx="2654444" cy="1613757"/>
          </a:xfrm>
          <a:prstGeom prst="round2SameRect">
            <a:avLst>
              <a:gd name="adj1" fmla="val 0"/>
              <a:gd name="adj2" fmla="val 13391"/>
            </a:avLst>
          </a:prstGeom>
          <a:solidFill>
            <a:schemeClr val="accent6"/>
          </a:solidFill>
          <a:ln w="12700">
            <a:noFill/>
            <a:miter lim="400000"/>
          </a:ln>
          <a:extLst>
            <a:ext uri="{C572A759-6A51-4108-AA02-DFA0A04FC94B}">
              <ma14:wrappingTextBoxFlag xmlns="" xmlns:ma14="http://schemas.microsoft.com/office/mac/drawingml/2011/main" val="1"/>
            </a:ext>
          </a:extLst>
        </p:spPr>
        <p:txBody>
          <a:bodyPr lIns="137160" tIns="137160" rIns="91440" bIns="0" anchor="t" anchorCtr="0">
            <a:noAutofit/>
          </a:bodyPr>
          <a:lstStyle>
            <a:lvl1pPr marL="469890" marR="0" indent="-46989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1pPr>
            <a:lvl2pPr marL="1282088" marR="0" indent="-562439"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2pPr>
            <a:lvl3pPr marL="2086417" marR="0" indent="-600554"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3pPr>
            <a:lvl4pPr marL="2939553" marR="0" indent="-71711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4pPr>
            <a:lvl5pPr marL="3640577" marR="0" indent="-778915"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5pPr>
            <a:lvl6pPr marL="381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6pPr>
            <a:lvl7pPr marL="444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7pPr>
            <a:lvl8pPr marL="508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8pPr>
            <a:lvl9pPr marL="571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9pPr>
          </a:lstStyle>
          <a:p>
            <a:pPr marL="0" indent="0" defTabSz="259723">
              <a:lnSpc>
                <a:spcPct val="90000"/>
              </a:lnSpc>
              <a:spcBef>
                <a:spcPts val="600"/>
              </a:spcBef>
              <a:buNone/>
              <a:tabLst>
                <a:tab pos="1341569" algn="l"/>
              </a:tabLst>
              <a:defRPr sz="4956"/>
            </a:pPr>
            <a:endParaRPr lang="en-US" sz="1600">
              <a:solidFill>
                <a:schemeClr val="bg1"/>
              </a:solidFill>
              <a:ea typeface="BentonSans Medium"/>
              <a:sym typeface="BentonSans Medium"/>
            </a:endParaRPr>
          </a:p>
        </p:txBody>
      </p:sp>
      <p:sp>
        <p:nvSpPr>
          <p:cNvPr id="17" name="Shape 268">
            <a:extLst>
              <a:ext uri="{FF2B5EF4-FFF2-40B4-BE49-F238E27FC236}">
                <a16:creationId xmlns:a16="http://schemas.microsoft.com/office/drawing/2014/main" id="{ECD0E6F4-91E3-CA96-7D9B-918504EAC4C7}"/>
              </a:ext>
            </a:extLst>
          </p:cNvPr>
          <p:cNvSpPr txBox="1">
            <a:spLocks/>
          </p:cNvSpPr>
          <p:nvPr userDrawn="1"/>
        </p:nvSpPr>
        <p:spPr bwMode="gray">
          <a:xfrm>
            <a:off x="3293485" y="3735505"/>
            <a:ext cx="2654444" cy="1613757"/>
          </a:xfrm>
          <a:prstGeom prst="round2SameRect">
            <a:avLst>
              <a:gd name="adj1" fmla="val 0"/>
              <a:gd name="adj2" fmla="val 13391"/>
            </a:avLst>
          </a:prstGeom>
          <a:solidFill>
            <a:schemeClr val="accent3"/>
          </a:solidFill>
          <a:ln w="12700">
            <a:noFill/>
            <a:miter lim="400000"/>
          </a:ln>
          <a:extLst>
            <a:ext uri="{C572A759-6A51-4108-AA02-DFA0A04FC94B}">
              <ma14:wrappingTextBoxFlag xmlns="" xmlns:ma14="http://schemas.microsoft.com/office/mac/drawingml/2011/main" val="1"/>
            </a:ext>
          </a:extLst>
        </p:spPr>
        <p:txBody>
          <a:bodyPr lIns="137160" tIns="137160" rIns="91440" bIns="0" anchor="t" anchorCtr="0">
            <a:noAutofit/>
          </a:bodyPr>
          <a:lstStyle>
            <a:lvl1pPr marL="469890" marR="0" indent="-46989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1pPr>
            <a:lvl2pPr marL="1282088" marR="0" indent="-562439"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2pPr>
            <a:lvl3pPr marL="2086417" marR="0" indent="-600554"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3pPr>
            <a:lvl4pPr marL="2939553" marR="0" indent="-71711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4pPr>
            <a:lvl5pPr marL="3640577" marR="0" indent="-778915"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5pPr>
            <a:lvl6pPr marL="381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6pPr>
            <a:lvl7pPr marL="444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7pPr>
            <a:lvl8pPr marL="508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8pPr>
            <a:lvl9pPr marL="571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9pPr>
          </a:lstStyle>
          <a:p>
            <a:pPr marL="0" indent="0" defTabSz="259723">
              <a:lnSpc>
                <a:spcPct val="90000"/>
              </a:lnSpc>
              <a:spcBef>
                <a:spcPts val="600"/>
              </a:spcBef>
              <a:buNone/>
              <a:tabLst>
                <a:tab pos="1341569" algn="l"/>
              </a:tabLst>
              <a:defRPr sz="4956"/>
            </a:pPr>
            <a:endParaRPr lang="en-US" sz="1600">
              <a:solidFill>
                <a:schemeClr val="bg1"/>
              </a:solidFill>
              <a:ea typeface="BentonSans Medium"/>
              <a:sym typeface="BentonSans Medium"/>
            </a:endParaRPr>
          </a:p>
        </p:txBody>
      </p:sp>
      <p:sp>
        <p:nvSpPr>
          <p:cNvPr id="20" name="Shape 268">
            <a:extLst>
              <a:ext uri="{FF2B5EF4-FFF2-40B4-BE49-F238E27FC236}">
                <a16:creationId xmlns:a16="http://schemas.microsoft.com/office/drawing/2014/main" id="{5D3E8DBF-94F4-5506-80FE-5EF01E05679F}"/>
              </a:ext>
            </a:extLst>
          </p:cNvPr>
          <p:cNvSpPr txBox="1">
            <a:spLocks/>
          </p:cNvSpPr>
          <p:nvPr userDrawn="1"/>
        </p:nvSpPr>
        <p:spPr bwMode="gray">
          <a:xfrm>
            <a:off x="6244070" y="3735505"/>
            <a:ext cx="2654444" cy="1613757"/>
          </a:xfrm>
          <a:prstGeom prst="round2SameRect">
            <a:avLst>
              <a:gd name="adj1" fmla="val 0"/>
              <a:gd name="adj2" fmla="val 13391"/>
            </a:avLst>
          </a:prstGeom>
          <a:solidFill>
            <a:schemeClr val="accent2"/>
          </a:solidFill>
          <a:ln w="12700">
            <a:noFill/>
            <a:miter lim="400000"/>
          </a:ln>
          <a:extLst>
            <a:ext uri="{C572A759-6A51-4108-AA02-DFA0A04FC94B}">
              <ma14:wrappingTextBoxFlag xmlns="" xmlns:ma14="http://schemas.microsoft.com/office/mac/drawingml/2011/main" val="1"/>
            </a:ext>
          </a:extLst>
        </p:spPr>
        <p:txBody>
          <a:bodyPr lIns="137160" tIns="137160" rIns="91440" bIns="0" anchor="t" anchorCtr="0">
            <a:noAutofit/>
          </a:bodyPr>
          <a:lstStyle>
            <a:lvl1pPr marL="469890" marR="0" indent="-46989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1pPr>
            <a:lvl2pPr marL="1282088" marR="0" indent="-562439"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2pPr>
            <a:lvl3pPr marL="2086417" marR="0" indent="-600554"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3pPr>
            <a:lvl4pPr marL="2939553" marR="0" indent="-71711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4pPr>
            <a:lvl5pPr marL="3640577" marR="0" indent="-778915"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5pPr>
            <a:lvl6pPr marL="381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6pPr>
            <a:lvl7pPr marL="444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7pPr>
            <a:lvl8pPr marL="508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8pPr>
            <a:lvl9pPr marL="571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9pPr>
          </a:lstStyle>
          <a:p>
            <a:pPr marL="0" indent="0" defTabSz="259723">
              <a:lnSpc>
                <a:spcPct val="90000"/>
              </a:lnSpc>
              <a:spcBef>
                <a:spcPts val="600"/>
              </a:spcBef>
              <a:buNone/>
              <a:tabLst>
                <a:tab pos="1341569" algn="l"/>
              </a:tabLst>
              <a:defRPr sz="4956"/>
            </a:pPr>
            <a:endParaRPr lang="en-US" sz="1600">
              <a:solidFill>
                <a:schemeClr val="bg1"/>
              </a:solidFill>
              <a:ea typeface="BentonSans Medium"/>
              <a:sym typeface="BentonSans Medium"/>
            </a:endParaRPr>
          </a:p>
        </p:txBody>
      </p:sp>
      <p:sp>
        <p:nvSpPr>
          <p:cNvPr id="23" name="Shape 268">
            <a:extLst>
              <a:ext uri="{FF2B5EF4-FFF2-40B4-BE49-F238E27FC236}">
                <a16:creationId xmlns:a16="http://schemas.microsoft.com/office/drawing/2014/main" id="{22813137-C42D-04CC-9AA7-0468A4CCD4CE}"/>
              </a:ext>
            </a:extLst>
          </p:cNvPr>
          <p:cNvSpPr txBox="1">
            <a:spLocks/>
          </p:cNvSpPr>
          <p:nvPr userDrawn="1"/>
        </p:nvSpPr>
        <p:spPr bwMode="gray">
          <a:xfrm>
            <a:off x="9194656" y="3735505"/>
            <a:ext cx="2654444" cy="1613757"/>
          </a:xfrm>
          <a:prstGeom prst="round2SameRect">
            <a:avLst>
              <a:gd name="adj1" fmla="val 0"/>
              <a:gd name="adj2" fmla="val 13391"/>
            </a:avLst>
          </a:prstGeom>
          <a:solidFill>
            <a:schemeClr val="accent4"/>
          </a:solidFill>
          <a:ln w="12700">
            <a:noFill/>
            <a:miter lim="400000"/>
          </a:ln>
          <a:extLst>
            <a:ext uri="{C572A759-6A51-4108-AA02-DFA0A04FC94B}">
              <ma14:wrappingTextBoxFlag xmlns="" xmlns:ma14="http://schemas.microsoft.com/office/mac/drawingml/2011/main" val="1"/>
            </a:ext>
          </a:extLst>
        </p:spPr>
        <p:txBody>
          <a:bodyPr lIns="137160" tIns="137160" rIns="91440" bIns="0" anchor="t" anchorCtr="0">
            <a:noAutofit/>
          </a:bodyPr>
          <a:lstStyle>
            <a:lvl1pPr marL="469890" marR="0" indent="-46989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1pPr>
            <a:lvl2pPr marL="1282088" marR="0" indent="-562439"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2pPr>
            <a:lvl3pPr marL="2086417" marR="0" indent="-600554"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3pPr>
            <a:lvl4pPr marL="2939553" marR="0" indent="-71711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4pPr>
            <a:lvl5pPr marL="3640577" marR="0" indent="-778915"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5pPr>
            <a:lvl6pPr marL="381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6pPr>
            <a:lvl7pPr marL="444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7pPr>
            <a:lvl8pPr marL="508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8pPr>
            <a:lvl9pPr marL="571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9pPr>
          </a:lstStyle>
          <a:p>
            <a:pPr marL="0" indent="0" defTabSz="259723">
              <a:lnSpc>
                <a:spcPct val="90000"/>
              </a:lnSpc>
              <a:spcBef>
                <a:spcPts val="600"/>
              </a:spcBef>
              <a:buNone/>
              <a:tabLst>
                <a:tab pos="1341569" algn="l"/>
              </a:tabLst>
              <a:defRPr sz="4956"/>
            </a:pPr>
            <a:endParaRPr lang="en-US" sz="1600">
              <a:solidFill>
                <a:schemeClr val="bg1"/>
              </a:solidFill>
              <a:ea typeface="BentonSans Medium"/>
              <a:sym typeface="BentonSans Medium"/>
            </a:endParaRPr>
          </a:p>
        </p:txBody>
      </p:sp>
      <p:sp>
        <p:nvSpPr>
          <p:cNvPr id="6" name="Picture Placeholder 5">
            <a:extLst>
              <a:ext uri="{FF2B5EF4-FFF2-40B4-BE49-F238E27FC236}">
                <a16:creationId xmlns:a16="http://schemas.microsoft.com/office/drawing/2014/main" id="{7707335F-CC75-4ACC-AC50-F51297559AC4}"/>
              </a:ext>
            </a:extLst>
          </p:cNvPr>
          <p:cNvSpPr>
            <a:spLocks noGrp="1"/>
          </p:cNvSpPr>
          <p:nvPr>
            <p:ph type="pic" sz="quarter" idx="11"/>
          </p:nvPr>
        </p:nvSpPr>
        <p:spPr>
          <a:xfrm>
            <a:off x="342900" y="1562098"/>
            <a:ext cx="2651760" cy="2173407"/>
          </a:xfrm>
          <a:prstGeom prst="rect">
            <a:avLst/>
          </a:prstGeom>
          <a:solidFill>
            <a:schemeClr val="bg2"/>
          </a:solidFill>
        </p:spPr>
        <p:txBody>
          <a:bodyPr bIns="914400" anchor="ctr"/>
          <a:lstStyle>
            <a:lvl1pPr marL="0" indent="0" algn="ctr">
              <a:buNone/>
              <a:defRPr sz="1400"/>
            </a:lvl1pPr>
          </a:lstStyle>
          <a:p>
            <a:r>
              <a:rPr lang="en-US"/>
              <a:t>Click icon to add picture</a:t>
            </a:r>
          </a:p>
        </p:txBody>
      </p:sp>
      <p:sp>
        <p:nvSpPr>
          <p:cNvPr id="8" name="Picture Placeholder 5">
            <a:extLst>
              <a:ext uri="{FF2B5EF4-FFF2-40B4-BE49-F238E27FC236}">
                <a16:creationId xmlns:a16="http://schemas.microsoft.com/office/drawing/2014/main" id="{38D0066F-AAC1-4F7B-96E6-51738FD2AF26}"/>
              </a:ext>
            </a:extLst>
          </p:cNvPr>
          <p:cNvSpPr>
            <a:spLocks noGrp="1"/>
          </p:cNvSpPr>
          <p:nvPr>
            <p:ph type="pic" sz="quarter" idx="13"/>
          </p:nvPr>
        </p:nvSpPr>
        <p:spPr>
          <a:xfrm>
            <a:off x="3293485" y="1562098"/>
            <a:ext cx="2651760" cy="2173407"/>
          </a:xfrm>
          <a:prstGeom prst="rect">
            <a:avLst/>
          </a:prstGeom>
          <a:solidFill>
            <a:schemeClr val="bg2"/>
          </a:solidFill>
        </p:spPr>
        <p:txBody>
          <a:bodyPr bIns="914400" anchor="ctr"/>
          <a:lstStyle>
            <a:lvl1pPr marL="0" indent="0" algn="ctr">
              <a:buNone/>
              <a:defRPr sz="1400"/>
            </a:lvl1pPr>
          </a:lstStyle>
          <a:p>
            <a:r>
              <a:rPr lang="en-US"/>
              <a:t>Click icon to add picture</a:t>
            </a:r>
          </a:p>
        </p:txBody>
      </p:sp>
      <p:sp>
        <p:nvSpPr>
          <p:cNvPr id="10" name="Picture Placeholder 5">
            <a:extLst>
              <a:ext uri="{FF2B5EF4-FFF2-40B4-BE49-F238E27FC236}">
                <a16:creationId xmlns:a16="http://schemas.microsoft.com/office/drawing/2014/main" id="{B0B67037-617F-435B-928B-1C8C2BCB1C78}"/>
              </a:ext>
            </a:extLst>
          </p:cNvPr>
          <p:cNvSpPr>
            <a:spLocks noGrp="1"/>
          </p:cNvSpPr>
          <p:nvPr>
            <p:ph type="pic" sz="quarter" idx="16"/>
          </p:nvPr>
        </p:nvSpPr>
        <p:spPr>
          <a:xfrm>
            <a:off x="6244070" y="1562098"/>
            <a:ext cx="2651760" cy="2173407"/>
          </a:xfrm>
          <a:prstGeom prst="rect">
            <a:avLst/>
          </a:prstGeom>
          <a:solidFill>
            <a:schemeClr val="bg2"/>
          </a:solidFill>
        </p:spPr>
        <p:txBody>
          <a:bodyPr bIns="914400" anchor="ctr"/>
          <a:lstStyle>
            <a:lvl1pPr marL="0" indent="0" algn="ctr">
              <a:buNone/>
              <a:defRPr sz="1400"/>
            </a:lvl1pPr>
          </a:lstStyle>
          <a:p>
            <a:r>
              <a:rPr lang="en-US"/>
              <a:t>Click icon to add picture</a:t>
            </a:r>
          </a:p>
        </p:txBody>
      </p:sp>
      <p:sp>
        <p:nvSpPr>
          <p:cNvPr id="13" name="Picture Placeholder 5">
            <a:extLst>
              <a:ext uri="{FF2B5EF4-FFF2-40B4-BE49-F238E27FC236}">
                <a16:creationId xmlns:a16="http://schemas.microsoft.com/office/drawing/2014/main" id="{68F93884-2E5B-4888-92F0-10E60CF8353E}"/>
              </a:ext>
            </a:extLst>
          </p:cNvPr>
          <p:cNvSpPr>
            <a:spLocks noGrp="1"/>
          </p:cNvSpPr>
          <p:nvPr>
            <p:ph type="pic" sz="quarter" idx="15"/>
          </p:nvPr>
        </p:nvSpPr>
        <p:spPr>
          <a:xfrm>
            <a:off x="9194656" y="1562098"/>
            <a:ext cx="2651760" cy="2173407"/>
          </a:xfrm>
          <a:prstGeom prst="rect">
            <a:avLst/>
          </a:prstGeom>
          <a:solidFill>
            <a:schemeClr val="bg2"/>
          </a:solidFill>
        </p:spPr>
        <p:txBody>
          <a:bodyPr bIns="914400" anchor="ctr"/>
          <a:lstStyle>
            <a:lvl1pPr marL="0" indent="0" algn="ctr">
              <a:buNone/>
              <a:defRPr sz="1400"/>
            </a:lvl1pPr>
          </a:lstStyle>
          <a:p>
            <a:r>
              <a:rPr lang="en-US"/>
              <a:t>Click icon to add picture</a:t>
            </a:r>
          </a:p>
        </p:txBody>
      </p:sp>
      <p:sp>
        <p:nvSpPr>
          <p:cNvPr id="12" name="Content Placeholder 2">
            <a:extLst>
              <a:ext uri="{FF2B5EF4-FFF2-40B4-BE49-F238E27FC236}">
                <a16:creationId xmlns:a16="http://schemas.microsoft.com/office/drawing/2014/main" id="{322B412C-8C27-4193-853F-EE939C1F07A7}"/>
              </a:ext>
            </a:extLst>
          </p:cNvPr>
          <p:cNvSpPr>
            <a:spLocks noGrp="1"/>
          </p:cNvSpPr>
          <p:nvPr>
            <p:ph idx="14"/>
          </p:nvPr>
        </p:nvSpPr>
        <p:spPr>
          <a:xfrm>
            <a:off x="9297924" y="3735505"/>
            <a:ext cx="2468880" cy="1549026"/>
          </a:xfrm>
          <a:prstGeom prst="rect">
            <a:avLst/>
          </a:prstGeom>
        </p:spPr>
        <p:txBody>
          <a:bodyPr lIns="91440" tIns="182880" rIns="45720"/>
          <a:lstStyle>
            <a:lvl1pPr marL="233363" indent="-233363">
              <a:spcBef>
                <a:spcPts val="600"/>
              </a:spcBef>
              <a:buClrTx/>
              <a:buFont typeface="Arial" panose="020B0604020202020204" pitchFamily="34" charset="0"/>
              <a:buChar char="•"/>
              <a:tabLst/>
              <a:defRPr sz="1600">
                <a:solidFill>
                  <a:schemeClr val="bg1"/>
                </a:solidFill>
              </a:defRPr>
            </a:lvl1pPr>
            <a:lvl2pPr>
              <a:buClrTx/>
              <a:defRPr sz="1400">
                <a:solidFill>
                  <a:schemeClr val="bg1"/>
                </a:solidFill>
              </a:defRPr>
            </a:lvl2pPr>
            <a:lvl3pPr>
              <a:buClrTx/>
              <a:defRPr sz="1200">
                <a:solidFill>
                  <a:schemeClr val="bg1"/>
                </a:solidFill>
              </a:defRPr>
            </a:lvl3pPr>
          </a:lstStyle>
          <a:p>
            <a:pPr lvl="0"/>
            <a:r>
              <a:rPr lang="en-US"/>
              <a:t>Click to edit Master text styles</a:t>
            </a:r>
          </a:p>
          <a:p>
            <a:pPr lvl="1"/>
            <a:r>
              <a:rPr lang="en-US"/>
              <a:t>Second level</a:t>
            </a:r>
          </a:p>
          <a:p>
            <a:pPr lvl="2"/>
            <a:r>
              <a:rPr lang="en-US"/>
              <a:t>Third level</a:t>
            </a:r>
          </a:p>
        </p:txBody>
      </p:sp>
      <p:sp>
        <p:nvSpPr>
          <p:cNvPr id="3" name="Content Placeholder 2">
            <a:extLst>
              <a:ext uri="{FF2B5EF4-FFF2-40B4-BE49-F238E27FC236}">
                <a16:creationId xmlns:a16="http://schemas.microsoft.com/office/drawing/2014/main" id="{9D2EAC86-63D0-4674-A708-65D026C9552F}"/>
              </a:ext>
            </a:extLst>
          </p:cNvPr>
          <p:cNvSpPr>
            <a:spLocks noGrp="1"/>
          </p:cNvSpPr>
          <p:nvPr>
            <p:ph idx="1"/>
          </p:nvPr>
        </p:nvSpPr>
        <p:spPr>
          <a:xfrm>
            <a:off x="425196" y="3735505"/>
            <a:ext cx="2468880" cy="1549026"/>
          </a:xfrm>
          <a:prstGeom prst="rect">
            <a:avLst/>
          </a:prstGeom>
        </p:spPr>
        <p:txBody>
          <a:bodyPr lIns="91440" tIns="182880" rIns="45720"/>
          <a:lstStyle>
            <a:lvl1pPr marL="233363" indent="-223838">
              <a:spcBef>
                <a:spcPts val="600"/>
              </a:spcBef>
              <a:buClrTx/>
              <a:buFont typeface="Arial" panose="020B0604020202020204" pitchFamily="34" charset="0"/>
              <a:buChar char="•"/>
              <a:tabLst/>
              <a:defRPr sz="1600">
                <a:solidFill>
                  <a:schemeClr val="bg1"/>
                </a:solidFill>
              </a:defRPr>
            </a:lvl1pPr>
            <a:lvl2pPr>
              <a:buClrTx/>
              <a:defRPr sz="1400">
                <a:solidFill>
                  <a:schemeClr val="bg1"/>
                </a:solidFill>
              </a:defRPr>
            </a:lvl2pPr>
            <a:lvl3pPr>
              <a:buClrTx/>
              <a:defRPr sz="1200">
                <a:solidFill>
                  <a:schemeClr val="bg1"/>
                </a:solidFill>
              </a:defRPr>
            </a:lvl3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F20AF647-F3CA-4756-92D9-ECC2426C8BEE}"/>
              </a:ext>
            </a:extLst>
          </p:cNvPr>
          <p:cNvSpPr>
            <a:spLocks noGrp="1"/>
          </p:cNvSpPr>
          <p:nvPr>
            <p:ph idx="12"/>
          </p:nvPr>
        </p:nvSpPr>
        <p:spPr>
          <a:xfrm>
            <a:off x="3382772" y="3735505"/>
            <a:ext cx="2468880" cy="1549026"/>
          </a:xfrm>
          <a:prstGeom prst="rect">
            <a:avLst/>
          </a:prstGeom>
        </p:spPr>
        <p:txBody>
          <a:bodyPr lIns="91440" tIns="182880" rIns="45720"/>
          <a:lstStyle>
            <a:lvl1pPr marL="233363" indent="-233363">
              <a:spcBef>
                <a:spcPts val="600"/>
              </a:spcBef>
              <a:buClrTx/>
              <a:buFont typeface="Arial" panose="020B0604020202020204" pitchFamily="34" charset="0"/>
              <a:buChar char="•"/>
              <a:tabLst/>
              <a:defRPr sz="1600">
                <a:solidFill>
                  <a:schemeClr val="bg1"/>
                </a:solidFill>
              </a:defRPr>
            </a:lvl1pPr>
            <a:lvl2pPr>
              <a:buClrTx/>
              <a:defRPr sz="1400">
                <a:solidFill>
                  <a:schemeClr val="bg1"/>
                </a:solidFill>
              </a:defRPr>
            </a:lvl2pPr>
            <a:lvl3pPr>
              <a:buClrTx/>
              <a:defRPr sz="1200">
                <a:solidFill>
                  <a:schemeClr val="bg1"/>
                </a:solidFill>
              </a:defRPr>
            </a:lvl3pPr>
          </a:lstStyle>
          <a:p>
            <a:pPr lvl="0"/>
            <a:r>
              <a:rPr lang="en-US"/>
              <a:t>Click to edit Master text styles</a:t>
            </a:r>
          </a:p>
          <a:p>
            <a:pPr lvl="1"/>
            <a:r>
              <a:rPr lang="en-US"/>
              <a:t>Second level</a:t>
            </a:r>
          </a:p>
          <a:p>
            <a:pPr lvl="2"/>
            <a:r>
              <a:rPr lang="en-US"/>
              <a:t>Third level</a:t>
            </a:r>
          </a:p>
        </p:txBody>
      </p:sp>
      <p:sp>
        <p:nvSpPr>
          <p:cNvPr id="11" name="Content Placeholder 2">
            <a:extLst>
              <a:ext uri="{FF2B5EF4-FFF2-40B4-BE49-F238E27FC236}">
                <a16:creationId xmlns:a16="http://schemas.microsoft.com/office/drawing/2014/main" id="{FBE300D3-B0EC-408C-8C13-48CD8BF2ED8D}"/>
              </a:ext>
            </a:extLst>
          </p:cNvPr>
          <p:cNvSpPr>
            <a:spLocks noGrp="1"/>
          </p:cNvSpPr>
          <p:nvPr>
            <p:ph idx="17"/>
          </p:nvPr>
        </p:nvSpPr>
        <p:spPr>
          <a:xfrm>
            <a:off x="6340348" y="3735505"/>
            <a:ext cx="2468880" cy="1549026"/>
          </a:xfrm>
          <a:prstGeom prst="rect">
            <a:avLst/>
          </a:prstGeom>
        </p:spPr>
        <p:txBody>
          <a:bodyPr lIns="91440" tIns="182880" rIns="45720"/>
          <a:lstStyle>
            <a:lvl1pPr marL="233363" indent="-233363">
              <a:spcBef>
                <a:spcPts val="600"/>
              </a:spcBef>
              <a:buClrTx/>
              <a:buFont typeface="Arial" panose="020B0604020202020204" pitchFamily="34" charset="0"/>
              <a:buChar char="•"/>
              <a:tabLst/>
              <a:defRPr sz="1600">
                <a:solidFill>
                  <a:schemeClr val="bg1"/>
                </a:solidFill>
              </a:defRPr>
            </a:lvl1pPr>
            <a:lvl2pPr>
              <a:buClrTx/>
              <a:defRPr sz="1400">
                <a:solidFill>
                  <a:schemeClr val="bg1"/>
                </a:solidFill>
              </a:defRPr>
            </a:lvl2pPr>
            <a:lvl3pPr>
              <a:buClrTx/>
              <a:defRPr sz="1200">
                <a:solidFill>
                  <a:schemeClr val="bg1"/>
                </a:solidFill>
              </a:defRPr>
            </a:lvl3pPr>
          </a:lstStyle>
          <a:p>
            <a:pPr lvl="0"/>
            <a:r>
              <a:rPr lang="en-US"/>
              <a:t>Click to edit Master text styles</a:t>
            </a:r>
          </a:p>
          <a:p>
            <a:pPr lvl="1"/>
            <a:r>
              <a:rPr lang="en-US"/>
              <a:t>Second level</a:t>
            </a:r>
          </a:p>
          <a:p>
            <a:pPr lvl="2"/>
            <a:r>
              <a:rPr lang="en-US"/>
              <a:t>Third level</a:t>
            </a:r>
          </a:p>
        </p:txBody>
      </p:sp>
      <p:sp>
        <p:nvSpPr>
          <p:cNvPr id="14" name="Title 8">
            <a:extLst>
              <a:ext uri="{FF2B5EF4-FFF2-40B4-BE49-F238E27FC236}">
                <a16:creationId xmlns:a16="http://schemas.microsoft.com/office/drawing/2014/main" id="{AA45F714-D99D-0C4B-A8D6-B25AF44C1B6C}"/>
              </a:ext>
            </a:extLst>
          </p:cNvPr>
          <p:cNvSpPr>
            <a:spLocks noGrp="1"/>
          </p:cNvSpPr>
          <p:nvPr>
            <p:ph type="title"/>
          </p:nvPr>
        </p:nvSpPr>
        <p:spPr>
          <a:xfrm>
            <a:off x="353010" y="264872"/>
            <a:ext cx="11496089" cy="454220"/>
          </a:xfrm>
          <a:prstGeom prst="rect">
            <a:avLst/>
          </a:prstGeom>
        </p:spPr>
        <p:txBody>
          <a:bodyPr/>
          <a:lstStyle>
            <a:lvl1pPr>
              <a:defRPr sz="2800" b="1"/>
            </a:lvl1pPr>
          </a:lstStyle>
          <a:p>
            <a:r>
              <a:rPr lang="en-US"/>
              <a:t>Click to edit Master title style</a:t>
            </a:r>
          </a:p>
        </p:txBody>
      </p:sp>
    </p:spTree>
    <p:extLst>
      <p:ext uri="{BB962C8B-B14F-4D97-AF65-F5344CB8AC3E}">
        <p14:creationId xmlns:p14="http://schemas.microsoft.com/office/powerpoint/2010/main" val="2478595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Cards">
    <p:bg>
      <p:bgRef idx="1001">
        <a:schemeClr val="bg2"/>
      </p:bgRef>
    </p:bg>
    <p:spTree>
      <p:nvGrpSpPr>
        <p:cNvPr id="1" name=""/>
        <p:cNvGrpSpPr/>
        <p:nvPr/>
      </p:nvGrpSpPr>
      <p:grpSpPr>
        <a:xfrm>
          <a:off x="0" y="0"/>
          <a:ext cx="0" cy="0"/>
          <a:chOff x="0" y="0"/>
          <a:chExt cx="0" cy="0"/>
        </a:xfrm>
      </p:grpSpPr>
      <p:sp>
        <p:nvSpPr>
          <p:cNvPr id="26" name="Rounded Rectangle 25">
            <a:extLst>
              <a:ext uri="{FF2B5EF4-FFF2-40B4-BE49-F238E27FC236}">
                <a16:creationId xmlns:a16="http://schemas.microsoft.com/office/drawing/2014/main" id="{65E9C364-55ED-811B-32DD-57E406DD23CF}"/>
              </a:ext>
            </a:extLst>
          </p:cNvPr>
          <p:cNvSpPr/>
          <p:nvPr userDrawn="1"/>
        </p:nvSpPr>
        <p:spPr bwMode="gray">
          <a:xfrm>
            <a:off x="450574" y="2232860"/>
            <a:ext cx="3508152" cy="3939340"/>
          </a:xfrm>
          <a:prstGeom prst="roundRect">
            <a:avLst>
              <a:gd name="adj" fmla="val 5471"/>
            </a:avLst>
          </a:prstGeom>
          <a:noFill/>
          <a:ln w="25400">
            <a:solidFill>
              <a:schemeClr val="accent5"/>
            </a:solidFill>
            <a:round/>
            <a:headEnd/>
            <a:tailEnd/>
          </a:ln>
        </p:spPr>
        <p:txBody>
          <a:bodyPr wrap="square" lIns="182880" tIns="3017520" rtlCol="0" anchor="t" anchorCtr="0"/>
          <a:lstStyle/>
          <a:p>
            <a:pPr marL="228600" lvl="1" indent="-228600">
              <a:lnSpc>
                <a:spcPct val="90000"/>
              </a:lnSpc>
              <a:spcBef>
                <a:spcPts val="600"/>
              </a:spcBef>
              <a:buClr>
                <a:schemeClr val="accent6"/>
              </a:buClr>
              <a:buFont typeface="Arial" panose="020B0604020202020204" pitchFamily="34" charset="0"/>
              <a:buChar char="•"/>
            </a:pPr>
            <a:endParaRPr lang="en-US" sz="1600">
              <a:solidFill>
                <a:srgbClr val="000000"/>
              </a:solidFill>
            </a:endParaRPr>
          </a:p>
        </p:txBody>
      </p:sp>
      <p:sp>
        <p:nvSpPr>
          <p:cNvPr id="35" name="Rounded Rectangle 34">
            <a:extLst>
              <a:ext uri="{FF2B5EF4-FFF2-40B4-BE49-F238E27FC236}">
                <a16:creationId xmlns:a16="http://schemas.microsoft.com/office/drawing/2014/main" id="{929E2789-E850-3563-FD39-792C9CF0896E}"/>
              </a:ext>
            </a:extLst>
          </p:cNvPr>
          <p:cNvSpPr/>
          <p:nvPr userDrawn="1"/>
        </p:nvSpPr>
        <p:spPr bwMode="gray">
          <a:xfrm>
            <a:off x="4341924" y="2232860"/>
            <a:ext cx="3508152" cy="3939340"/>
          </a:xfrm>
          <a:prstGeom prst="roundRect">
            <a:avLst>
              <a:gd name="adj" fmla="val 5471"/>
            </a:avLst>
          </a:prstGeom>
          <a:noFill/>
          <a:ln w="25400">
            <a:solidFill>
              <a:schemeClr val="accent5"/>
            </a:solidFill>
            <a:round/>
            <a:headEnd/>
            <a:tailEnd/>
          </a:ln>
        </p:spPr>
        <p:txBody>
          <a:bodyPr wrap="square" lIns="182880" tIns="3017520" rtlCol="0" anchor="t" anchorCtr="0"/>
          <a:lstStyle/>
          <a:p>
            <a:pPr marL="228600" lvl="1" indent="-228600">
              <a:lnSpc>
                <a:spcPct val="90000"/>
              </a:lnSpc>
              <a:spcBef>
                <a:spcPts val="600"/>
              </a:spcBef>
              <a:buClr>
                <a:schemeClr val="accent6"/>
              </a:buClr>
              <a:buFont typeface="Arial" panose="020B0604020202020204" pitchFamily="34" charset="0"/>
              <a:buChar char="•"/>
            </a:pPr>
            <a:endParaRPr lang="en-US" sz="1600">
              <a:solidFill>
                <a:srgbClr val="000000"/>
              </a:solidFill>
            </a:endParaRPr>
          </a:p>
        </p:txBody>
      </p:sp>
      <p:sp>
        <p:nvSpPr>
          <p:cNvPr id="36" name="Rounded Rectangle 35">
            <a:extLst>
              <a:ext uri="{FF2B5EF4-FFF2-40B4-BE49-F238E27FC236}">
                <a16:creationId xmlns:a16="http://schemas.microsoft.com/office/drawing/2014/main" id="{43FF28D9-2762-BE80-CA35-2619EEE1A7FB}"/>
              </a:ext>
            </a:extLst>
          </p:cNvPr>
          <p:cNvSpPr/>
          <p:nvPr userDrawn="1"/>
        </p:nvSpPr>
        <p:spPr bwMode="gray">
          <a:xfrm>
            <a:off x="8233274" y="2232860"/>
            <a:ext cx="3508152" cy="3939340"/>
          </a:xfrm>
          <a:prstGeom prst="roundRect">
            <a:avLst>
              <a:gd name="adj" fmla="val 5471"/>
            </a:avLst>
          </a:prstGeom>
          <a:noFill/>
          <a:ln w="25400">
            <a:solidFill>
              <a:schemeClr val="accent5"/>
            </a:solidFill>
            <a:round/>
            <a:headEnd/>
            <a:tailEnd/>
          </a:ln>
        </p:spPr>
        <p:txBody>
          <a:bodyPr wrap="square" lIns="182880" tIns="3017520" rtlCol="0" anchor="t" anchorCtr="0"/>
          <a:lstStyle/>
          <a:p>
            <a:pPr marL="228600" lvl="1" indent="-228600">
              <a:lnSpc>
                <a:spcPct val="90000"/>
              </a:lnSpc>
              <a:spcBef>
                <a:spcPts val="600"/>
              </a:spcBef>
              <a:buClr>
                <a:schemeClr val="accent6"/>
              </a:buClr>
              <a:buFont typeface="Arial" panose="020B0604020202020204" pitchFamily="34" charset="0"/>
              <a:buChar char="•"/>
            </a:pPr>
            <a:endParaRPr lang="en-US" sz="1600">
              <a:solidFill>
                <a:srgbClr val="000000"/>
              </a:solidFill>
            </a:endParaRPr>
          </a:p>
        </p:txBody>
      </p:sp>
      <p:sp>
        <p:nvSpPr>
          <p:cNvPr id="27" name="Shape 268">
            <a:extLst>
              <a:ext uri="{FF2B5EF4-FFF2-40B4-BE49-F238E27FC236}">
                <a16:creationId xmlns:a16="http://schemas.microsoft.com/office/drawing/2014/main" id="{ECABEBA4-E7A2-BCAF-0DD8-DFB7C07C3F23}"/>
              </a:ext>
            </a:extLst>
          </p:cNvPr>
          <p:cNvSpPr txBox="1">
            <a:spLocks/>
          </p:cNvSpPr>
          <p:nvPr userDrawn="1"/>
        </p:nvSpPr>
        <p:spPr bwMode="gray">
          <a:xfrm>
            <a:off x="450574" y="1562100"/>
            <a:ext cx="11290852" cy="553139"/>
          </a:xfrm>
          <a:prstGeom prst="roundRect">
            <a:avLst>
              <a:gd name="adj" fmla="val 27108"/>
            </a:avLst>
          </a:prstGeom>
          <a:solidFill>
            <a:schemeClr val="accent6"/>
          </a:solidFill>
          <a:ln w="25400">
            <a:solidFill>
              <a:schemeClr val="accent6"/>
            </a:solidFill>
            <a:miter lim="400000"/>
          </a:ln>
          <a:extLst>
            <a:ext uri="{C572A759-6A51-4108-AA02-DFA0A04FC94B}">
              <ma14:wrappingTextBoxFlag xmlns="" xmlns:ma14="http://schemas.microsoft.com/office/mac/drawingml/2011/main" val="1"/>
            </a:ext>
          </a:extLst>
        </p:spPr>
        <p:txBody>
          <a:bodyPr lIns="60880" tIns="45720" rIns="60880" bIns="0" anchor="ctr" anchorCtr="0">
            <a:noAutofit/>
          </a:bodyPr>
          <a:lstStyle>
            <a:lvl1pPr marL="469890" marR="0" indent="-46989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1pPr>
            <a:lvl2pPr marL="1282088" marR="0" indent="-562439"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2pPr>
            <a:lvl3pPr marL="2086417" marR="0" indent="-600554"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3pPr>
            <a:lvl4pPr marL="2939553" marR="0" indent="-717110"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4pPr>
            <a:lvl5pPr marL="3640577" marR="0" indent="-778915" algn="l" defTabSz="1828754" rtl="0" latinLnBrk="0">
              <a:lnSpc>
                <a:spcPct val="100000"/>
              </a:lnSpc>
              <a:spcBef>
                <a:spcPts val="1800"/>
              </a:spcBef>
              <a:spcAft>
                <a:spcPts val="0"/>
              </a:spcAft>
              <a:buClr>
                <a:srgbClr val="FF0000"/>
              </a:buClr>
              <a:buSzPct val="100000"/>
              <a:buFont typeface="Wingdings"/>
              <a:buChar char="▪"/>
              <a:tabLst/>
              <a:defRPr sz="5600" b="0" i="0" u="none" strike="noStrike" cap="none" spc="0" baseline="0">
                <a:ln>
                  <a:noFill/>
                </a:ln>
                <a:solidFill>
                  <a:srgbClr val="000000"/>
                </a:solidFill>
                <a:uFillTx/>
                <a:latin typeface="Arial"/>
                <a:ea typeface="Arial"/>
                <a:cs typeface="Arial"/>
                <a:sym typeface="Arial"/>
              </a:defRPr>
            </a:lvl5pPr>
            <a:lvl6pPr marL="381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6pPr>
            <a:lvl7pPr marL="444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7pPr>
            <a:lvl8pPr marL="5080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8pPr>
            <a:lvl9pPr marL="5715000" marR="0" indent="-635000" algn="l" defTabSz="825500" rtl="0" latinLnBrk="0">
              <a:lnSpc>
                <a:spcPct val="100000"/>
              </a:lnSpc>
              <a:spcBef>
                <a:spcPts val="5900"/>
              </a:spcBef>
              <a:spcAft>
                <a:spcPts val="0"/>
              </a:spcAft>
              <a:buClrTx/>
              <a:buSzPct val="75000"/>
              <a:buFontTx/>
              <a:buChar char="•"/>
              <a:tabLst/>
              <a:defRPr sz="5200" b="0" i="0" u="none" strike="noStrike" cap="none" spc="0" baseline="0">
                <a:ln>
                  <a:noFill/>
                </a:ln>
                <a:solidFill>
                  <a:srgbClr val="000000"/>
                </a:solidFill>
                <a:uFillTx/>
                <a:latin typeface="Helvetica Light"/>
                <a:ea typeface="Helvetica Light"/>
                <a:cs typeface="Helvetica Light"/>
                <a:sym typeface="Helvetica Light"/>
              </a:defRPr>
            </a:lvl9pPr>
          </a:lstStyle>
          <a:p>
            <a:pPr marL="0" indent="0" algn="ctr" defTabSz="259723">
              <a:lnSpc>
                <a:spcPts val="2400"/>
              </a:lnSpc>
              <a:spcBef>
                <a:spcPts val="300"/>
              </a:spcBef>
              <a:spcAft>
                <a:spcPts val="300"/>
              </a:spcAft>
              <a:buNone/>
              <a:tabLst>
                <a:tab pos="1341569" algn="l"/>
              </a:tabLst>
              <a:defRPr sz="4956"/>
            </a:pPr>
            <a:endParaRPr lang="en-US" sz="2400" b="1" cap="all">
              <a:solidFill>
                <a:schemeClr val="bg1"/>
              </a:solidFill>
              <a:latin typeface="+mn-lt"/>
              <a:ea typeface="BentonSans Medium"/>
              <a:sym typeface="BentonSans Medium"/>
            </a:endParaRPr>
          </a:p>
        </p:txBody>
      </p:sp>
      <p:sp>
        <p:nvSpPr>
          <p:cNvPr id="3" name="Content Placeholder 2">
            <a:extLst>
              <a:ext uri="{FF2B5EF4-FFF2-40B4-BE49-F238E27FC236}">
                <a16:creationId xmlns:a16="http://schemas.microsoft.com/office/drawing/2014/main" id="{9D2EAC86-63D0-4674-A708-65D026C9552F}"/>
              </a:ext>
            </a:extLst>
          </p:cNvPr>
          <p:cNvSpPr>
            <a:spLocks noGrp="1"/>
          </p:cNvSpPr>
          <p:nvPr>
            <p:ph idx="1"/>
          </p:nvPr>
        </p:nvSpPr>
        <p:spPr>
          <a:xfrm>
            <a:off x="544286" y="2348564"/>
            <a:ext cx="3323872" cy="3707679"/>
          </a:xfrm>
          <a:prstGeom prst="rect">
            <a:avLst/>
          </a:prstGeom>
        </p:spPr>
        <p:txBody>
          <a:bodyPr lIns="91440" tIns="182880" rIns="45720"/>
          <a:lstStyle>
            <a:lvl1pPr marL="233363" indent="-223838">
              <a:spcBef>
                <a:spcPts val="600"/>
              </a:spcBef>
              <a:buClrTx/>
              <a:buFont typeface="Arial" panose="020B0604020202020204" pitchFamily="34" charset="0"/>
              <a:buChar char="•"/>
              <a:tabLst/>
              <a:defRPr sz="1600"/>
            </a:lvl1pPr>
            <a:lvl2pPr>
              <a:buClrTx/>
              <a:defRPr sz="1400"/>
            </a:lvl2pPr>
            <a:lvl3pPr>
              <a:buClrTx/>
              <a:defRPr sz="1200"/>
            </a:lvl3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F20AF647-F3CA-4756-92D9-ECC2426C8BEE}"/>
              </a:ext>
            </a:extLst>
          </p:cNvPr>
          <p:cNvSpPr>
            <a:spLocks noGrp="1"/>
          </p:cNvSpPr>
          <p:nvPr>
            <p:ph idx="12"/>
          </p:nvPr>
        </p:nvSpPr>
        <p:spPr>
          <a:xfrm>
            <a:off x="4438918" y="2348564"/>
            <a:ext cx="3323872" cy="3707679"/>
          </a:xfrm>
          <a:prstGeom prst="rect">
            <a:avLst/>
          </a:prstGeom>
        </p:spPr>
        <p:txBody>
          <a:bodyPr lIns="91440" tIns="182880" rIns="45720"/>
          <a:lstStyle>
            <a:lvl1pPr marL="233363" indent="-233363">
              <a:spcBef>
                <a:spcPts val="600"/>
              </a:spcBef>
              <a:buClrTx/>
              <a:buFont typeface="Arial" panose="020B0604020202020204" pitchFamily="34" charset="0"/>
              <a:buChar char="•"/>
              <a:tabLst/>
              <a:defRPr sz="1600"/>
            </a:lvl1pPr>
            <a:lvl2pPr>
              <a:buClrTx/>
              <a:defRPr sz="1400"/>
            </a:lvl2pPr>
            <a:lvl3pPr>
              <a:buClrTx/>
              <a:defRPr sz="1200"/>
            </a:lvl3pPr>
          </a:lstStyle>
          <a:p>
            <a:pPr lvl="0"/>
            <a:r>
              <a:rPr lang="en-US"/>
              <a:t>Click to edit Master text styles</a:t>
            </a:r>
          </a:p>
          <a:p>
            <a:pPr lvl="1"/>
            <a:r>
              <a:rPr lang="en-US"/>
              <a:t>Second level</a:t>
            </a:r>
          </a:p>
          <a:p>
            <a:pPr lvl="2"/>
            <a:r>
              <a:rPr lang="en-US"/>
              <a:t>Third level</a:t>
            </a:r>
          </a:p>
        </p:txBody>
      </p:sp>
      <p:sp>
        <p:nvSpPr>
          <p:cNvPr id="11" name="Content Placeholder 2">
            <a:extLst>
              <a:ext uri="{FF2B5EF4-FFF2-40B4-BE49-F238E27FC236}">
                <a16:creationId xmlns:a16="http://schemas.microsoft.com/office/drawing/2014/main" id="{FBE300D3-B0EC-408C-8C13-48CD8BF2ED8D}"/>
              </a:ext>
            </a:extLst>
          </p:cNvPr>
          <p:cNvSpPr>
            <a:spLocks noGrp="1"/>
          </p:cNvSpPr>
          <p:nvPr>
            <p:ph idx="17"/>
          </p:nvPr>
        </p:nvSpPr>
        <p:spPr>
          <a:xfrm>
            <a:off x="8323842" y="2348564"/>
            <a:ext cx="3323872" cy="3707679"/>
          </a:xfrm>
          <a:prstGeom prst="rect">
            <a:avLst/>
          </a:prstGeom>
        </p:spPr>
        <p:txBody>
          <a:bodyPr lIns="91440" tIns="182880" rIns="45720"/>
          <a:lstStyle>
            <a:lvl1pPr marL="233363" indent="-233363">
              <a:spcBef>
                <a:spcPts val="600"/>
              </a:spcBef>
              <a:buClrTx/>
              <a:buFont typeface="Arial" panose="020B0604020202020204" pitchFamily="34" charset="0"/>
              <a:buChar char="•"/>
              <a:tabLst/>
              <a:defRPr sz="1600"/>
            </a:lvl1pPr>
            <a:lvl2pPr>
              <a:buClrTx/>
              <a:defRPr sz="1400"/>
            </a:lvl2pPr>
            <a:lvl3pPr>
              <a:buClrTx/>
              <a:defRPr sz="1200"/>
            </a:lvl3pPr>
          </a:lstStyle>
          <a:p>
            <a:pPr lvl="0"/>
            <a:r>
              <a:rPr lang="en-US"/>
              <a:t>Click to edit Master text styles</a:t>
            </a:r>
          </a:p>
          <a:p>
            <a:pPr lvl="1"/>
            <a:r>
              <a:rPr lang="en-US"/>
              <a:t>Second level</a:t>
            </a:r>
          </a:p>
          <a:p>
            <a:pPr lvl="2"/>
            <a:r>
              <a:rPr lang="en-US"/>
              <a:t>Third level</a:t>
            </a:r>
          </a:p>
        </p:txBody>
      </p:sp>
      <p:sp>
        <p:nvSpPr>
          <p:cNvPr id="14" name="Title 8">
            <a:extLst>
              <a:ext uri="{FF2B5EF4-FFF2-40B4-BE49-F238E27FC236}">
                <a16:creationId xmlns:a16="http://schemas.microsoft.com/office/drawing/2014/main" id="{AA45F714-D99D-0C4B-A8D6-B25AF44C1B6C}"/>
              </a:ext>
            </a:extLst>
          </p:cNvPr>
          <p:cNvSpPr>
            <a:spLocks noGrp="1"/>
          </p:cNvSpPr>
          <p:nvPr>
            <p:ph type="title"/>
          </p:nvPr>
        </p:nvSpPr>
        <p:spPr>
          <a:xfrm>
            <a:off x="353010" y="264872"/>
            <a:ext cx="11496089" cy="454220"/>
          </a:xfrm>
          <a:prstGeom prst="rect">
            <a:avLst/>
          </a:prstGeom>
        </p:spPr>
        <p:txBody>
          <a:bodyPr/>
          <a:lstStyle>
            <a:lvl1pPr>
              <a:defRPr sz="2800" b="1"/>
            </a:lvl1pPr>
          </a:lstStyle>
          <a:p>
            <a:r>
              <a:rPr lang="en-US"/>
              <a:t>Click to edit Master title style</a:t>
            </a:r>
          </a:p>
        </p:txBody>
      </p:sp>
      <p:sp>
        <p:nvSpPr>
          <p:cNvPr id="32" name="Text Placeholder 31">
            <a:extLst>
              <a:ext uri="{FF2B5EF4-FFF2-40B4-BE49-F238E27FC236}">
                <a16:creationId xmlns:a16="http://schemas.microsoft.com/office/drawing/2014/main" id="{26C0D331-8648-89FC-A91D-53ADA78D0A58}"/>
              </a:ext>
            </a:extLst>
          </p:cNvPr>
          <p:cNvSpPr>
            <a:spLocks noGrp="1"/>
          </p:cNvSpPr>
          <p:nvPr>
            <p:ph type="body" sz="quarter" idx="18" hasCustomPrompt="1"/>
          </p:nvPr>
        </p:nvSpPr>
        <p:spPr>
          <a:xfrm>
            <a:off x="450574" y="1643271"/>
            <a:ext cx="3511296" cy="390798"/>
          </a:xfrm>
          <a:prstGeom prst="rect">
            <a:avLst/>
          </a:prstGeom>
        </p:spPr>
        <p:txBody>
          <a:bodyPr anchor="ctr"/>
          <a:lstStyle>
            <a:lvl1pPr marL="0" indent="0" algn="ctr">
              <a:buNone/>
              <a:defRPr sz="1800" b="1">
                <a:solidFill>
                  <a:schemeClr val="bg1"/>
                </a:solidFill>
              </a:defRPr>
            </a:lvl1pPr>
          </a:lstStyle>
          <a:p>
            <a:pPr lvl="0"/>
            <a:r>
              <a:rPr lang="en-US"/>
              <a:t>Heading</a:t>
            </a:r>
          </a:p>
        </p:txBody>
      </p:sp>
      <p:sp>
        <p:nvSpPr>
          <p:cNvPr id="33" name="Text Placeholder 31">
            <a:extLst>
              <a:ext uri="{FF2B5EF4-FFF2-40B4-BE49-F238E27FC236}">
                <a16:creationId xmlns:a16="http://schemas.microsoft.com/office/drawing/2014/main" id="{E592DA43-0374-0D96-4D50-BD16E5513FDC}"/>
              </a:ext>
            </a:extLst>
          </p:cNvPr>
          <p:cNvSpPr>
            <a:spLocks noGrp="1"/>
          </p:cNvSpPr>
          <p:nvPr>
            <p:ph type="body" sz="quarter" idx="19" hasCustomPrompt="1"/>
          </p:nvPr>
        </p:nvSpPr>
        <p:spPr>
          <a:xfrm>
            <a:off x="4340352" y="1643271"/>
            <a:ext cx="3511296" cy="390798"/>
          </a:xfrm>
          <a:prstGeom prst="rect">
            <a:avLst/>
          </a:prstGeom>
        </p:spPr>
        <p:txBody>
          <a:bodyPr anchor="ctr"/>
          <a:lstStyle>
            <a:lvl1pPr marL="0" indent="0" algn="ctr">
              <a:buNone/>
              <a:defRPr sz="1800" b="1">
                <a:solidFill>
                  <a:schemeClr val="bg1"/>
                </a:solidFill>
              </a:defRPr>
            </a:lvl1pPr>
          </a:lstStyle>
          <a:p>
            <a:pPr lvl="0"/>
            <a:r>
              <a:rPr lang="en-US"/>
              <a:t>Heading</a:t>
            </a:r>
          </a:p>
        </p:txBody>
      </p:sp>
      <p:sp>
        <p:nvSpPr>
          <p:cNvPr id="34" name="Text Placeholder 31">
            <a:extLst>
              <a:ext uri="{FF2B5EF4-FFF2-40B4-BE49-F238E27FC236}">
                <a16:creationId xmlns:a16="http://schemas.microsoft.com/office/drawing/2014/main" id="{FB5743A2-E96E-24CA-6286-9A94B4C2168D}"/>
              </a:ext>
            </a:extLst>
          </p:cNvPr>
          <p:cNvSpPr>
            <a:spLocks noGrp="1"/>
          </p:cNvSpPr>
          <p:nvPr>
            <p:ph type="body" sz="quarter" idx="20" hasCustomPrompt="1"/>
          </p:nvPr>
        </p:nvSpPr>
        <p:spPr>
          <a:xfrm>
            <a:off x="8230130" y="1643271"/>
            <a:ext cx="3511296" cy="390798"/>
          </a:xfrm>
          <a:prstGeom prst="rect">
            <a:avLst/>
          </a:prstGeom>
        </p:spPr>
        <p:txBody>
          <a:bodyPr anchor="ctr"/>
          <a:lstStyle>
            <a:lvl1pPr marL="0" indent="0" algn="ctr">
              <a:buNone/>
              <a:defRPr sz="1800" b="1">
                <a:solidFill>
                  <a:schemeClr val="bg1"/>
                </a:solidFill>
              </a:defRPr>
            </a:lvl1pPr>
          </a:lstStyle>
          <a:p>
            <a:pPr lvl="0"/>
            <a:r>
              <a:rPr lang="en-US"/>
              <a:t>Heading</a:t>
            </a:r>
          </a:p>
        </p:txBody>
      </p:sp>
      <p:cxnSp>
        <p:nvCxnSpPr>
          <p:cNvPr id="28" name="Straight Connector 27">
            <a:extLst>
              <a:ext uri="{FF2B5EF4-FFF2-40B4-BE49-F238E27FC236}">
                <a16:creationId xmlns:a16="http://schemas.microsoft.com/office/drawing/2014/main" id="{5BA12B01-775F-5A32-EB20-4F68DC275759}"/>
              </a:ext>
            </a:extLst>
          </p:cNvPr>
          <p:cNvCxnSpPr>
            <a:cxnSpLocks/>
          </p:cNvCxnSpPr>
          <p:nvPr userDrawn="1"/>
        </p:nvCxnSpPr>
        <p:spPr>
          <a:xfrm flipV="1">
            <a:off x="4150325" y="1631714"/>
            <a:ext cx="0" cy="41391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BA3E3C9-6ED3-9E22-11ED-9B8E188A4152}"/>
              </a:ext>
            </a:extLst>
          </p:cNvPr>
          <p:cNvCxnSpPr>
            <a:cxnSpLocks/>
          </p:cNvCxnSpPr>
          <p:nvPr userDrawn="1"/>
        </p:nvCxnSpPr>
        <p:spPr>
          <a:xfrm flipV="1">
            <a:off x="8041675" y="1631714"/>
            <a:ext cx="0" cy="41391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0" name="Content Placeholder 5">
            <a:extLst>
              <a:ext uri="{FF2B5EF4-FFF2-40B4-BE49-F238E27FC236}">
                <a16:creationId xmlns:a16="http://schemas.microsoft.com/office/drawing/2014/main" id="{32B94A53-B6DE-A02B-D15F-E3157D6B4DF5}"/>
              </a:ext>
            </a:extLst>
          </p:cNvPr>
          <p:cNvSpPr>
            <a:spLocks noGrp="1"/>
          </p:cNvSpPr>
          <p:nvPr>
            <p:ph sz="quarter" idx="11"/>
          </p:nvPr>
        </p:nvSpPr>
        <p:spPr>
          <a:xfrm>
            <a:off x="353011" y="714413"/>
            <a:ext cx="11325225" cy="328417"/>
          </a:xfrm>
          <a:prstGeom prst="rect">
            <a:avLst/>
          </a:prstGeom>
        </p:spPr>
        <p:txBody>
          <a:bodyPr/>
          <a:lstStyle>
            <a:lvl1pPr marL="0" indent="0">
              <a:spcBef>
                <a:spcPts val="0"/>
              </a:spcBef>
              <a:buNone/>
              <a:defRPr sz="1800">
                <a:solidFill>
                  <a:srgbClr val="7F7F7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p:txBody>
      </p:sp>
    </p:spTree>
    <p:extLst>
      <p:ext uri="{BB962C8B-B14F-4D97-AF65-F5344CB8AC3E}">
        <p14:creationId xmlns:p14="http://schemas.microsoft.com/office/powerpoint/2010/main" val="32564363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our Cards">
    <p:bg>
      <p:bgRef idx="1001">
        <a:schemeClr val="bg2"/>
      </p:bgRef>
    </p:bg>
    <p:spTree>
      <p:nvGrpSpPr>
        <p:cNvPr id="1" name=""/>
        <p:cNvGrpSpPr/>
        <p:nvPr/>
      </p:nvGrpSpPr>
      <p:grpSpPr>
        <a:xfrm>
          <a:off x="0" y="0"/>
          <a:ext cx="0" cy="0"/>
          <a:chOff x="0" y="0"/>
          <a:chExt cx="0" cy="0"/>
        </a:xfrm>
      </p:grpSpPr>
      <p:grpSp>
        <p:nvGrpSpPr>
          <p:cNvPr id="76" name="Group 75">
            <a:extLst>
              <a:ext uri="{FF2B5EF4-FFF2-40B4-BE49-F238E27FC236}">
                <a16:creationId xmlns:a16="http://schemas.microsoft.com/office/drawing/2014/main" id="{E66194F2-668B-68CD-FD21-E126ABC4C28C}"/>
              </a:ext>
            </a:extLst>
          </p:cNvPr>
          <p:cNvGrpSpPr/>
          <p:nvPr userDrawn="1"/>
        </p:nvGrpSpPr>
        <p:grpSpPr>
          <a:xfrm>
            <a:off x="0" y="1236925"/>
            <a:ext cx="12192000" cy="4480577"/>
            <a:chOff x="0" y="1236925"/>
            <a:chExt cx="12192000" cy="4480577"/>
          </a:xfrm>
        </p:grpSpPr>
        <p:sp>
          <p:nvSpPr>
            <p:cNvPr id="2" name="Rectangle 1">
              <a:extLst>
                <a:ext uri="{FF2B5EF4-FFF2-40B4-BE49-F238E27FC236}">
                  <a16:creationId xmlns:a16="http://schemas.microsoft.com/office/drawing/2014/main" id="{E67BCFA8-FB95-3E26-FDA5-6BBB8C73ED60}"/>
                </a:ext>
              </a:extLst>
            </p:cNvPr>
            <p:cNvSpPr/>
            <p:nvPr userDrawn="1"/>
          </p:nvSpPr>
          <p:spPr>
            <a:xfrm>
              <a:off x="0" y="2219194"/>
              <a:ext cx="12192000" cy="251603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9" name="Group 68">
              <a:extLst>
                <a:ext uri="{FF2B5EF4-FFF2-40B4-BE49-F238E27FC236}">
                  <a16:creationId xmlns:a16="http://schemas.microsoft.com/office/drawing/2014/main" id="{DB4931BC-E7A7-2494-A7C8-4215D1C0406C}"/>
                </a:ext>
              </a:extLst>
            </p:cNvPr>
            <p:cNvGrpSpPr/>
            <p:nvPr userDrawn="1"/>
          </p:nvGrpSpPr>
          <p:grpSpPr>
            <a:xfrm>
              <a:off x="670545" y="1236925"/>
              <a:ext cx="2441448" cy="4480577"/>
              <a:chOff x="662228" y="1236925"/>
              <a:chExt cx="2441448" cy="4480577"/>
            </a:xfrm>
          </p:grpSpPr>
          <p:sp>
            <p:nvSpPr>
              <p:cNvPr id="20" name="Rounded Rectangle 19">
                <a:extLst>
                  <a:ext uri="{FF2B5EF4-FFF2-40B4-BE49-F238E27FC236}">
                    <a16:creationId xmlns:a16="http://schemas.microsoft.com/office/drawing/2014/main" id="{B6D06EDB-B0AF-0710-3E7B-535272AA156C}"/>
                  </a:ext>
                </a:extLst>
              </p:cNvPr>
              <p:cNvSpPr/>
              <p:nvPr userDrawn="1"/>
            </p:nvSpPr>
            <p:spPr>
              <a:xfrm>
                <a:off x="662228" y="1236925"/>
                <a:ext cx="2441448" cy="4184374"/>
              </a:xfrm>
              <a:prstGeom prst="roundRect">
                <a:avLst>
                  <a:gd name="adj" fmla="val 8117"/>
                </a:avLst>
              </a:prstGeom>
              <a:solidFill>
                <a:schemeClr val="accent6"/>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a:extLst>
                  <a:ext uri="{FF2B5EF4-FFF2-40B4-BE49-F238E27FC236}">
                    <a16:creationId xmlns:a16="http://schemas.microsoft.com/office/drawing/2014/main" id="{E6559C5B-5B11-F2C6-CAB6-EC03037B0B8C}"/>
                  </a:ext>
                </a:extLst>
              </p:cNvPr>
              <p:cNvSpPr/>
              <p:nvPr userDrawn="1"/>
            </p:nvSpPr>
            <p:spPr>
              <a:xfrm>
                <a:off x="662368" y="2387976"/>
                <a:ext cx="2441168" cy="3329526"/>
              </a:xfrm>
              <a:prstGeom prst="roundRect">
                <a:avLst>
                  <a:gd name="adj" fmla="val 8117"/>
                </a:avLst>
              </a:prstGeom>
              <a:solidFill>
                <a:schemeClr val="bg1"/>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ound Diagonal Corner Rectangle 36">
                <a:extLst>
                  <a:ext uri="{FF2B5EF4-FFF2-40B4-BE49-F238E27FC236}">
                    <a16:creationId xmlns:a16="http://schemas.microsoft.com/office/drawing/2014/main" id="{917E3D9C-6582-925B-0060-BBB5CC94770A}"/>
                  </a:ext>
                </a:extLst>
              </p:cNvPr>
              <p:cNvSpPr/>
              <p:nvPr userDrawn="1"/>
            </p:nvSpPr>
            <p:spPr>
              <a:xfrm>
                <a:off x="2001336" y="5465710"/>
                <a:ext cx="1102200" cy="251792"/>
              </a:xfrm>
              <a:prstGeom prst="round2DiagRect">
                <a:avLst>
                  <a:gd name="adj1" fmla="val 50000"/>
                  <a:gd name="adj2" fmla="val 0"/>
                </a:avLst>
              </a:prstGeom>
              <a:solidFill>
                <a:schemeClr val="accent6"/>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2" name="Group 71">
              <a:extLst>
                <a:ext uri="{FF2B5EF4-FFF2-40B4-BE49-F238E27FC236}">
                  <a16:creationId xmlns:a16="http://schemas.microsoft.com/office/drawing/2014/main" id="{B335D970-72BE-AA0F-1560-0201D07414A9}"/>
                </a:ext>
              </a:extLst>
            </p:cNvPr>
            <p:cNvGrpSpPr/>
            <p:nvPr userDrawn="1"/>
          </p:nvGrpSpPr>
          <p:grpSpPr>
            <a:xfrm>
              <a:off x="9080008" y="1236925"/>
              <a:ext cx="2441448" cy="4480577"/>
              <a:chOff x="9071691" y="1236925"/>
              <a:chExt cx="2441308" cy="4480577"/>
            </a:xfrm>
          </p:grpSpPr>
          <p:sp>
            <p:nvSpPr>
              <p:cNvPr id="9" name="Rounded Rectangle 8">
                <a:extLst>
                  <a:ext uri="{FF2B5EF4-FFF2-40B4-BE49-F238E27FC236}">
                    <a16:creationId xmlns:a16="http://schemas.microsoft.com/office/drawing/2014/main" id="{25F70DCC-B2D6-DFD7-DB1D-D7E9609BC55F}"/>
                  </a:ext>
                </a:extLst>
              </p:cNvPr>
              <p:cNvSpPr/>
              <p:nvPr userDrawn="1"/>
            </p:nvSpPr>
            <p:spPr>
              <a:xfrm>
                <a:off x="9071691" y="1236925"/>
                <a:ext cx="2441168" cy="4184374"/>
              </a:xfrm>
              <a:prstGeom prst="roundRect">
                <a:avLst>
                  <a:gd name="adj" fmla="val 8117"/>
                </a:avLst>
              </a:prstGeom>
              <a:solidFill>
                <a:schemeClr val="accent4"/>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ounded Rectangle 37">
                <a:extLst>
                  <a:ext uri="{FF2B5EF4-FFF2-40B4-BE49-F238E27FC236}">
                    <a16:creationId xmlns:a16="http://schemas.microsoft.com/office/drawing/2014/main" id="{F7CFEF70-0000-8DEE-78E0-3B6A2C77BBE2}"/>
                  </a:ext>
                </a:extLst>
              </p:cNvPr>
              <p:cNvSpPr/>
              <p:nvPr userDrawn="1"/>
            </p:nvSpPr>
            <p:spPr>
              <a:xfrm>
                <a:off x="9071691" y="2387976"/>
                <a:ext cx="2441168" cy="3329526"/>
              </a:xfrm>
              <a:prstGeom prst="roundRect">
                <a:avLst>
                  <a:gd name="adj" fmla="val 8117"/>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ound Diagonal Corner Rectangle 39">
                <a:extLst>
                  <a:ext uri="{FF2B5EF4-FFF2-40B4-BE49-F238E27FC236}">
                    <a16:creationId xmlns:a16="http://schemas.microsoft.com/office/drawing/2014/main" id="{093E5948-023A-C62B-E85D-FEFF3FA82361}"/>
                  </a:ext>
                </a:extLst>
              </p:cNvPr>
              <p:cNvSpPr/>
              <p:nvPr userDrawn="1"/>
            </p:nvSpPr>
            <p:spPr>
              <a:xfrm>
                <a:off x="10410799" y="5465710"/>
                <a:ext cx="1102200" cy="251792"/>
              </a:xfrm>
              <a:prstGeom prst="round2DiagRect">
                <a:avLst>
                  <a:gd name="adj1" fmla="val 50000"/>
                  <a:gd name="adj2" fmla="val 0"/>
                </a:avLst>
              </a:prstGeom>
              <a:solidFill>
                <a:schemeClr val="accent4"/>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 name="Group 69">
              <a:extLst>
                <a:ext uri="{FF2B5EF4-FFF2-40B4-BE49-F238E27FC236}">
                  <a16:creationId xmlns:a16="http://schemas.microsoft.com/office/drawing/2014/main" id="{700F3F85-3C89-D383-C9C7-030C3B58B46E}"/>
                </a:ext>
              </a:extLst>
            </p:cNvPr>
            <p:cNvGrpSpPr/>
            <p:nvPr userDrawn="1"/>
          </p:nvGrpSpPr>
          <p:grpSpPr>
            <a:xfrm>
              <a:off x="3473699" y="1236925"/>
              <a:ext cx="2441448" cy="4480577"/>
              <a:chOff x="3464859" y="1236925"/>
              <a:chExt cx="2441308" cy="4480577"/>
            </a:xfrm>
          </p:grpSpPr>
          <p:sp>
            <p:nvSpPr>
              <p:cNvPr id="4" name="Rounded Rectangle 3">
                <a:extLst>
                  <a:ext uri="{FF2B5EF4-FFF2-40B4-BE49-F238E27FC236}">
                    <a16:creationId xmlns:a16="http://schemas.microsoft.com/office/drawing/2014/main" id="{AE73BEB7-41E5-5C5B-DD0D-ADD247AFE168}"/>
                  </a:ext>
                </a:extLst>
              </p:cNvPr>
              <p:cNvSpPr/>
              <p:nvPr userDrawn="1"/>
            </p:nvSpPr>
            <p:spPr>
              <a:xfrm>
                <a:off x="3464859" y="1236925"/>
                <a:ext cx="2441168" cy="4184374"/>
              </a:xfrm>
              <a:prstGeom prst="roundRect">
                <a:avLst>
                  <a:gd name="adj" fmla="val 8117"/>
                </a:avLst>
              </a:prstGeom>
              <a:solidFill>
                <a:schemeClr val="accent3"/>
              </a:solidFill>
              <a:ln w="2857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ounded Rectangle 40">
                <a:extLst>
                  <a:ext uri="{FF2B5EF4-FFF2-40B4-BE49-F238E27FC236}">
                    <a16:creationId xmlns:a16="http://schemas.microsoft.com/office/drawing/2014/main" id="{0FF7DFBB-23DA-D541-1623-9F650C0C662D}"/>
                  </a:ext>
                </a:extLst>
              </p:cNvPr>
              <p:cNvSpPr/>
              <p:nvPr userDrawn="1"/>
            </p:nvSpPr>
            <p:spPr>
              <a:xfrm>
                <a:off x="3464859" y="2387976"/>
                <a:ext cx="2441168" cy="3329526"/>
              </a:xfrm>
              <a:prstGeom prst="roundRect">
                <a:avLst>
                  <a:gd name="adj" fmla="val 8117"/>
                </a:avLst>
              </a:prstGeom>
              <a:solidFill>
                <a:schemeClr val="bg1"/>
              </a:solidFill>
              <a:ln w="2857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ound Diagonal Corner Rectangle 42">
                <a:extLst>
                  <a:ext uri="{FF2B5EF4-FFF2-40B4-BE49-F238E27FC236}">
                    <a16:creationId xmlns:a16="http://schemas.microsoft.com/office/drawing/2014/main" id="{AB1DBD2C-9335-780A-D8BC-0F340F150A84}"/>
                  </a:ext>
                </a:extLst>
              </p:cNvPr>
              <p:cNvSpPr/>
              <p:nvPr userDrawn="1"/>
            </p:nvSpPr>
            <p:spPr>
              <a:xfrm>
                <a:off x="4803967" y="5465710"/>
                <a:ext cx="1102200" cy="251792"/>
              </a:xfrm>
              <a:prstGeom prst="round2DiagRect">
                <a:avLst>
                  <a:gd name="adj1" fmla="val 50000"/>
                  <a:gd name="adj2" fmla="val 0"/>
                </a:avLst>
              </a:prstGeom>
              <a:solidFill>
                <a:schemeClr val="accent3"/>
              </a:solidFill>
              <a:ln w="2857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grpSp>
        <p:grpSp>
          <p:nvGrpSpPr>
            <p:cNvPr id="71" name="Group 70">
              <a:extLst>
                <a:ext uri="{FF2B5EF4-FFF2-40B4-BE49-F238E27FC236}">
                  <a16:creationId xmlns:a16="http://schemas.microsoft.com/office/drawing/2014/main" id="{2CF92DCB-5B76-D863-55F5-A350663EDADF}"/>
                </a:ext>
              </a:extLst>
            </p:cNvPr>
            <p:cNvGrpSpPr/>
            <p:nvPr userDrawn="1"/>
          </p:nvGrpSpPr>
          <p:grpSpPr>
            <a:xfrm>
              <a:off x="6276853" y="1252782"/>
              <a:ext cx="2441448" cy="4464720"/>
              <a:chOff x="6278545" y="1252782"/>
              <a:chExt cx="2441308" cy="4464720"/>
            </a:xfrm>
          </p:grpSpPr>
          <p:sp>
            <p:nvSpPr>
              <p:cNvPr id="49" name="Rounded Rectangle 48">
                <a:extLst>
                  <a:ext uri="{FF2B5EF4-FFF2-40B4-BE49-F238E27FC236}">
                    <a16:creationId xmlns:a16="http://schemas.microsoft.com/office/drawing/2014/main" id="{E17E11EE-F28B-4E65-119F-8479BE611238}"/>
                  </a:ext>
                </a:extLst>
              </p:cNvPr>
              <p:cNvSpPr/>
              <p:nvPr userDrawn="1"/>
            </p:nvSpPr>
            <p:spPr>
              <a:xfrm>
                <a:off x="6278545" y="1252782"/>
                <a:ext cx="2441168" cy="4184374"/>
              </a:xfrm>
              <a:prstGeom prst="roundRect">
                <a:avLst>
                  <a:gd name="adj" fmla="val 8117"/>
                </a:avLst>
              </a:prstGeom>
              <a:solidFill>
                <a:schemeClr val="accent2"/>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ounded Rectangle 50">
                <a:extLst>
                  <a:ext uri="{FF2B5EF4-FFF2-40B4-BE49-F238E27FC236}">
                    <a16:creationId xmlns:a16="http://schemas.microsoft.com/office/drawing/2014/main" id="{CC545473-0F9B-91F2-A80A-A0A726CA14B0}"/>
                  </a:ext>
                </a:extLst>
              </p:cNvPr>
              <p:cNvSpPr/>
              <p:nvPr userDrawn="1"/>
            </p:nvSpPr>
            <p:spPr>
              <a:xfrm>
                <a:off x="6278545" y="2387976"/>
                <a:ext cx="2441168" cy="3329526"/>
              </a:xfrm>
              <a:prstGeom prst="roundRect">
                <a:avLst>
                  <a:gd name="adj" fmla="val 8117"/>
                </a:avLst>
              </a:prstGeom>
              <a:solidFill>
                <a:schemeClr val="bg1"/>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ound Diagonal Corner Rectangle 52">
                <a:extLst>
                  <a:ext uri="{FF2B5EF4-FFF2-40B4-BE49-F238E27FC236}">
                    <a16:creationId xmlns:a16="http://schemas.microsoft.com/office/drawing/2014/main" id="{E7380E6D-4575-2DB7-912A-966809465F91}"/>
                  </a:ext>
                </a:extLst>
              </p:cNvPr>
              <p:cNvSpPr/>
              <p:nvPr userDrawn="1"/>
            </p:nvSpPr>
            <p:spPr>
              <a:xfrm>
                <a:off x="7617653" y="5465710"/>
                <a:ext cx="1102200" cy="251792"/>
              </a:xfrm>
              <a:prstGeom prst="round2DiagRect">
                <a:avLst>
                  <a:gd name="adj1" fmla="val 50000"/>
                  <a:gd name="adj2" fmla="val 0"/>
                </a:avLst>
              </a:prstGeom>
              <a:solidFill>
                <a:schemeClr val="accent2"/>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grpSp>
      </p:grpSp>
      <p:sp>
        <p:nvSpPr>
          <p:cNvPr id="12" name="Content Placeholder 2">
            <a:extLst>
              <a:ext uri="{FF2B5EF4-FFF2-40B4-BE49-F238E27FC236}">
                <a16:creationId xmlns:a16="http://schemas.microsoft.com/office/drawing/2014/main" id="{322B412C-8C27-4193-853F-EE939C1F07A7}"/>
              </a:ext>
            </a:extLst>
          </p:cNvPr>
          <p:cNvSpPr>
            <a:spLocks noGrp="1"/>
          </p:cNvSpPr>
          <p:nvPr>
            <p:ph idx="14"/>
          </p:nvPr>
        </p:nvSpPr>
        <p:spPr>
          <a:xfrm>
            <a:off x="9137086" y="2982214"/>
            <a:ext cx="2327292" cy="2327318"/>
          </a:xfrm>
          <a:prstGeom prst="rect">
            <a:avLst/>
          </a:prstGeom>
        </p:spPr>
        <p:txBody>
          <a:bodyPr lIns="91440" tIns="182880" rIns="45720"/>
          <a:lstStyle>
            <a:lvl1pPr marL="233363" indent="-233363">
              <a:spcBef>
                <a:spcPts val="600"/>
              </a:spcBef>
              <a:buClr>
                <a:schemeClr val="accent4"/>
              </a:buClr>
              <a:buFont typeface="Arial" panose="020B0604020202020204" pitchFamily="34" charset="0"/>
              <a:buChar char="•"/>
              <a:tabLst/>
              <a:defRPr sz="16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3" name="Content Placeholder 2">
            <a:extLst>
              <a:ext uri="{FF2B5EF4-FFF2-40B4-BE49-F238E27FC236}">
                <a16:creationId xmlns:a16="http://schemas.microsoft.com/office/drawing/2014/main" id="{9D2EAC86-63D0-4674-A708-65D026C9552F}"/>
              </a:ext>
            </a:extLst>
          </p:cNvPr>
          <p:cNvSpPr>
            <a:spLocks noGrp="1"/>
          </p:cNvSpPr>
          <p:nvPr>
            <p:ph idx="1"/>
          </p:nvPr>
        </p:nvSpPr>
        <p:spPr>
          <a:xfrm>
            <a:off x="725409" y="2982214"/>
            <a:ext cx="2331720" cy="2327318"/>
          </a:xfrm>
          <a:prstGeom prst="rect">
            <a:avLst/>
          </a:prstGeom>
        </p:spPr>
        <p:txBody>
          <a:bodyPr lIns="91440" tIns="182880" rIns="45720"/>
          <a:lstStyle>
            <a:lvl1pPr marL="233363" indent="-223838">
              <a:spcBef>
                <a:spcPts val="600"/>
              </a:spcBef>
              <a:buClr>
                <a:schemeClr val="accent6"/>
              </a:buClr>
              <a:buFont typeface="Arial" panose="020B0604020202020204" pitchFamily="34" charset="0"/>
              <a:buChar char="•"/>
              <a:tabLst/>
              <a:defRPr sz="16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F20AF647-F3CA-4756-92D9-ECC2426C8BEE}"/>
              </a:ext>
            </a:extLst>
          </p:cNvPr>
          <p:cNvSpPr>
            <a:spLocks noGrp="1"/>
          </p:cNvSpPr>
          <p:nvPr>
            <p:ph idx="12"/>
          </p:nvPr>
        </p:nvSpPr>
        <p:spPr>
          <a:xfrm>
            <a:off x="3530777" y="2982214"/>
            <a:ext cx="2327292" cy="2327318"/>
          </a:xfrm>
          <a:prstGeom prst="rect">
            <a:avLst/>
          </a:prstGeom>
        </p:spPr>
        <p:txBody>
          <a:bodyPr lIns="91440" tIns="182880" rIns="45720"/>
          <a:lstStyle>
            <a:lvl1pPr marL="233363" indent="-233363">
              <a:spcBef>
                <a:spcPts val="600"/>
              </a:spcBef>
              <a:buClr>
                <a:schemeClr val="accent3"/>
              </a:buClr>
              <a:buFont typeface="Arial" panose="020B0604020202020204" pitchFamily="34" charset="0"/>
              <a:buChar char="•"/>
              <a:tabLst/>
              <a:defRPr sz="16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11" name="Content Placeholder 2">
            <a:extLst>
              <a:ext uri="{FF2B5EF4-FFF2-40B4-BE49-F238E27FC236}">
                <a16:creationId xmlns:a16="http://schemas.microsoft.com/office/drawing/2014/main" id="{FBE300D3-B0EC-408C-8C13-48CD8BF2ED8D}"/>
              </a:ext>
            </a:extLst>
          </p:cNvPr>
          <p:cNvSpPr>
            <a:spLocks noGrp="1"/>
          </p:cNvSpPr>
          <p:nvPr>
            <p:ph idx="17"/>
          </p:nvPr>
        </p:nvSpPr>
        <p:spPr>
          <a:xfrm>
            <a:off x="6333931" y="2982214"/>
            <a:ext cx="2327292" cy="2327318"/>
          </a:xfrm>
          <a:prstGeom prst="rect">
            <a:avLst/>
          </a:prstGeom>
        </p:spPr>
        <p:txBody>
          <a:bodyPr lIns="91440" tIns="182880" rIns="45720"/>
          <a:lstStyle>
            <a:lvl1pPr marL="233363" indent="-233363">
              <a:spcBef>
                <a:spcPts val="600"/>
              </a:spcBef>
              <a:buClr>
                <a:schemeClr val="accent2"/>
              </a:buClr>
              <a:buFont typeface="Arial" panose="020B0604020202020204" pitchFamily="34" charset="0"/>
              <a:buChar char="•"/>
              <a:tabLst/>
              <a:defRPr sz="16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14" name="Title 8">
            <a:extLst>
              <a:ext uri="{FF2B5EF4-FFF2-40B4-BE49-F238E27FC236}">
                <a16:creationId xmlns:a16="http://schemas.microsoft.com/office/drawing/2014/main" id="{AA45F714-D99D-0C4B-A8D6-B25AF44C1B6C}"/>
              </a:ext>
            </a:extLst>
          </p:cNvPr>
          <p:cNvSpPr>
            <a:spLocks noGrp="1"/>
          </p:cNvSpPr>
          <p:nvPr>
            <p:ph type="title"/>
          </p:nvPr>
        </p:nvSpPr>
        <p:spPr>
          <a:xfrm>
            <a:off x="353010" y="264872"/>
            <a:ext cx="11496089" cy="454220"/>
          </a:xfrm>
          <a:prstGeom prst="rect">
            <a:avLst/>
          </a:prstGeom>
        </p:spPr>
        <p:txBody>
          <a:bodyPr/>
          <a:lstStyle>
            <a:lvl1pPr>
              <a:defRPr sz="2800" b="1"/>
            </a:lvl1pPr>
          </a:lstStyle>
          <a:p>
            <a:r>
              <a:rPr lang="en-US"/>
              <a:t>Click to edit Master title style</a:t>
            </a:r>
          </a:p>
        </p:txBody>
      </p:sp>
      <p:sp>
        <p:nvSpPr>
          <p:cNvPr id="32" name="Text Placeholder 31">
            <a:extLst>
              <a:ext uri="{FF2B5EF4-FFF2-40B4-BE49-F238E27FC236}">
                <a16:creationId xmlns:a16="http://schemas.microsoft.com/office/drawing/2014/main" id="{26C0D331-8648-89FC-A91D-53ADA78D0A58}"/>
              </a:ext>
            </a:extLst>
          </p:cNvPr>
          <p:cNvSpPr>
            <a:spLocks noGrp="1"/>
          </p:cNvSpPr>
          <p:nvPr>
            <p:ph type="body" sz="quarter" idx="18" hasCustomPrompt="1"/>
          </p:nvPr>
        </p:nvSpPr>
        <p:spPr>
          <a:xfrm>
            <a:off x="725409" y="2519970"/>
            <a:ext cx="2331720" cy="390798"/>
          </a:xfrm>
          <a:prstGeom prst="rect">
            <a:avLst/>
          </a:prstGeom>
        </p:spPr>
        <p:txBody>
          <a:bodyPr anchor="ctr"/>
          <a:lstStyle>
            <a:lvl1pPr marL="0" indent="0" algn="ctr">
              <a:buNone/>
              <a:defRPr sz="1400" b="1" cap="all" baseline="0">
                <a:solidFill>
                  <a:schemeClr val="accent6"/>
                </a:solidFill>
              </a:defRPr>
            </a:lvl1pPr>
          </a:lstStyle>
          <a:p>
            <a:pPr lvl="0"/>
            <a:r>
              <a:rPr lang="en-US"/>
              <a:t>Heading</a:t>
            </a:r>
          </a:p>
        </p:txBody>
      </p:sp>
      <p:sp>
        <p:nvSpPr>
          <p:cNvPr id="33" name="Text Placeholder 31">
            <a:extLst>
              <a:ext uri="{FF2B5EF4-FFF2-40B4-BE49-F238E27FC236}">
                <a16:creationId xmlns:a16="http://schemas.microsoft.com/office/drawing/2014/main" id="{E592DA43-0374-0D96-4D50-BD16E5513FDC}"/>
              </a:ext>
            </a:extLst>
          </p:cNvPr>
          <p:cNvSpPr>
            <a:spLocks noGrp="1"/>
          </p:cNvSpPr>
          <p:nvPr>
            <p:ph type="body" sz="quarter" idx="19" hasCustomPrompt="1"/>
          </p:nvPr>
        </p:nvSpPr>
        <p:spPr>
          <a:xfrm>
            <a:off x="3528563" y="2519970"/>
            <a:ext cx="2331720" cy="390798"/>
          </a:xfrm>
          <a:prstGeom prst="rect">
            <a:avLst/>
          </a:prstGeom>
        </p:spPr>
        <p:txBody>
          <a:bodyPr anchor="ctr"/>
          <a:lstStyle>
            <a:lvl1pPr marL="0" indent="0" algn="ctr">
              <a:buNone/>
              <a:defRPr sz="1400" b="1" cap="all" baseline="0">
                <a:solidFill>
                  <a:schemeClr val="accent3"/>
                </a:solidFill>
              </a:defRPr>
            </a:lvl1pPr>
          </a:lstStyle>
          <a:p>
            <a:pPr lvl="0"/>
            <a:r>
              <a:rPr lang="en-US"/>
              <a:t>Heading</a:t>
            </a:r>
          </a:p>
        </p:txBody>
      </p:sp>
      <p:sp>
        <p:nvSpPr>
          <p:cNvPr id="34" name="Text Placeholder 31">
            <a:extLst>
              <a:ext uri="{FF2B5EF4-FFF2-40B4-BE49-F238E27FC236}">
                <a16:creationId xmlns:a16="http://schemas.microsoft.com/office/drawing/2014/main" id="{FB5743A2-E96E-24CA-6286-9A94B4C2168D}"/>
              </a:ext>
            </a:extLst>
          </p:cNvPr>
          <p:cNvSpPr>
            <a:spLocks noGrp="1"/>
          </p:cNvSpPr>
          <p:nvPr>
            <p:ph type="body" sz="quarter" idx="20" hasCustomPrompt="1"/>
          </p:nvPr>
        </p:nvSpPr>
        <p:spPr>
          <a:xfrm>
            <a:off x="6331717" y="2519970"/>
            <a:ext cx="2331720" cy="390798"/>
          </a:xfrm>
          <a:prstGeom prst="rect">
            <a:avLst/>
          </a:prstGeom>
        </p:spPr>
        <p:txBody>
          <a:bodyPr anchor="ctr"/>
          <a:lstStyle>
            <a:lvl1pPr marL="0" indent="0" algn="ctr">
              <a:buNone/>
              <a:defRPr sz="1400" b="1" cap="all" baseline="0">
                <a:solidFill>
                  <a:schemeClr val="accent2">
                    <a:lumMod val="75000"/>
                  </a:schemeClr>
                </a:solidFill>
              </a:defRPr>
            </a:lvl1pPr>
          </a:lstStyle>
          <a:p>
            <a:pPr lvl="0"/>
            <a:r>
              <a:rPr lang="en-US"/>
              <a:t>Heading</a:t>
            </a:r>
          </a:p>
        </p:txBody>
      </p:sp>
      <p:sp>
        <p:nvSpPr>
          <p:cNvPr id="35" name="Text Placeholder 31">
            <a:extLst>
              <a:ext uri="{FF2B5EF4-FFF2-40B4-BE49-F238E27FC236}">
                <a16:creationId xmlns:a16="http://schemas.microsoft.com/office/drawing/2014/main" id="{0FAB2532-D42D-DA43-409B-880791C1F8F1}"/>
              </a:ext>
            </a:extLst>
          </p:cNvPr>
          <p:cNvSpPr>
            <a:spLocks noGrp="1"/>
          </p:cNvSpPr>
          <p:nvPr>
            <p:ph type="body" sz="quarter" idx="21" hasCustomPrompt="1"/>
          </p:nvPr>
        </p:nvSpPr>
        <p:spPr>
          <a:xfrm>
            <a:off x="9134872" y="2519970"/>
            <a:ext cx="2331720" cy="390798"/>
          </a:xfrm>
          <a:prstGeom prst="rect">
            <a:avLst/>
          </a:prstGeom>
        </p:spPr>
        <p:txBody>
          <a:bodyPr anchor="ctr"/>
          <a:lstStyle>
            <a:lvl1pPr marL="0" indent="0" algn="ctr">
              <a:buNone/>
              <a:defRPr sz="1400" b="1" cap="all" baseline="0">
                <a:solidFill>
                  <a:schemeClr val="accent4"/>
                </a:solidFill>
              </a:defRPr>
            </a:lvl1pPr>
          </a:lstStyle>
          <a:p>
            <a:pPr lvl="0"/>
            <a:r>
              <a:rPr lang="en-US"/>
              <a:t>Heading</a:t>
            </a:r>
          </a:p>
        </p:txBody>
      </p:sp>
    </p:spTree>
    <p:extLst>
      <p:ext uri="{BB962C8B-B14F-4D97-AF65-F5344CB8AC3E}">
        <p14:creationId xmlns:p14="http://schemas.microsoft.com/office/powerpoint/2010/main" val="178596913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our Cards Dark">
    <p:bg>
      <p:bgRef idx="1001">
        <a:schemeClr val="bg2"/>
      </p:bgRef>
    </p:bg>
    <p:spTree>
      <p:nvGrpSpPr>
        <p:cNvPr id="1" name=""/>
        <p:cNvGrpSpPr/>
        <p:nvPr/>
      </p:nvGrpSpPr>
      <p:grpSpPr>
        <a:xfrm>
          <a:off x="0" y="0"/>
          <a:ext cx="0" cy="0"/>
          <a:chOff x="0" y="0"/>
          <a:chExt cx="0" cy="0"/>
        </a:xfrm>
      </p:grpSpPr>
      <p:grpSp>
        <p:nvGrpSpPr>
          <p:cNvPr id="76" name="Group 75">
            <a:extLst>
              <a:ext uri="{FF2B5EF4-FFF2-40B4-BE49-F238E27FC236}">
                <a16:creationId xmlns:a16="http://schemas.microsoft.com/office/drawing/2014/main" id="{E66194F2-668B-68CD-FD21-E126ABC4C28C}"/>
              </a:ext>
            </a:extLst>
          </p:cNvPr>
          <p:cNvGrpSpPr/>
          <p:nvPr userDrawn="1"/>
        </p:nvGrpSpPr>
        <p:grpSpPr>
          <a:xfrm>
            <a:off x="0" y="1236925"/>
            <a:ext cx="12192000" cy="4480577"/>
            <a:chOff x="0" y="1236925"/>
            <a:chExt cx="12192000" cy="4480577"/>
          </a:xfrm>
        </p:grpSpPr>
        <p:sp>
          <p:nvSpPr>
            <p:cNvPr id="2" name="Rectangle 1">
              <a:extLst>
                <a:ext uri="{FF2B5EF4-FFF2-40B4-BE49-F238E27FC236}">
                  <a16:creationId xmlns:a16="http://schemas.microsoft.com/office/drawing/2014/main" id="{E67BCFA8-FB95-3E26-FDA5-6BBB8C73ED60}"/>
                </a:ext>
              </a:extLst>
            </p:cNvPr>
            <p:cNvSpPr/>
            <p:nvPr userDrawn="1"/>
          </p:nvSpPr>
          <p:spPr>
            <a:xfrm>
              <a:off x="0" y="2219194"/>
              <a:ext cx="12192000" cy="251603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9" name="Group 68">
              <a:extLst>
                <a:ext uri="{FF2B5EF4-FFF2-40B4-BE49-F238E27FC236}">
                  <a16:creationId xmlns:a16="http://schemas.microsoft.com/office/drawing/2014/main" id="{DB4931BC-E7A7-2494-A7C8-4215D1C0406C}"/>
                </a:ext>
              </a:extLst>
            </p:cNvPr>
            <p:cNvGrpSpPr/>
            <p:nvPr userDrawn="1"/>
          </p:nvGrpSpPr>
          <p:grpSpPr>
            <a:xfrm>
              <a:off x="670545" y="1236925"/>
              <a:ext cx="2441448" cy="4480577"/>
              <a:chOff x="662228" y="1236925"/>
              <a:chExt cx="2441448" cy="4480577"/>
            </a:xfrm>
          </p:grpSpPr>
          <p:sp>
            <p:nvSpPr>
              <p:cNvPr id="20" name="Rounded Rectangle 19">
                <a:extLst>
                  <a:ext uri="{FF2B5EF4-FFF2-40B4-BE49-F238E27FC236}">
                    <a16:creationId xmlns:a16="http://schemas.microsoft.com/office/drawing/2014/main" id="{B6D06EDB-B0AF-0710-3E7B-535272AA156C}"/>
                  </a:ext>
                </a:extLst>
              </p:cNvPr>
              <p:cNvSpPr/>
              <p:nvPr userDrawn="1"/>
            </p:nvSpPr>
            <p:spPr>
              <a:xfrm>
                <a:off x="662228" y="1236925"/>
                <a:ext cx="2441448" cy="4184374"/>
              </a:xfrm>
              <a:prstGeom prst="roundRect">
                <a:avLst>
                  <a:gd name="adj" fmla="val 8117"/>
                </a:avLst>
              </a:prstGeom>
              <a:solidFill>
                <a:schemeClr val="tx1">
                  <a:lumMod val="85000"/>
                  <a:lumOff val="15000"/>
                </a:schemeClr>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ounded Rectangle 25">
                <a:extLst>
                  <a:ext uri="{FF2B5EF4-FFF2-40B4-BE49-F238E27FC236}">
                    <a16:creationId xmlns:a16="http://schemas.microsoft.com/office/drawing/2014/main" id="{E6559C5B-5B11-F2C6-CAB6-EC03037B0B8C}"/>
                  </a:ext>
                </a:extLst>
              </p:cNvPr>
              <p:cNvSpPr/>
              <p:nvPr userDrawn="1"/>
            </p:nvSpPr>
            <p:spPr>
              <a:xfrm>
                <a:off x="662368" y="2387976"/>
                <a:ext cx="2441168" cy="3329526"/>
              </a:xfrm>
              <a:prstGeom prst="roundRect">
                <a:avLst>
                  <a:gd name="adj" fmla="val 8117"/>
                </a:avLst>
              </a:prstGeom>
              <a:solidFill>
                <a:schemeClr val="bg1"/>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ound Diagonal Corner Rectangle 36">
                <a:extLst>
                  <a:ext uri="{FF2B5EF4-FFF2-40B4-BE49-F238E27FC236}">
                    <a16:creationId xmlns:a16="http://schemas.microsoft.com/office/drawing/2014/main" id="{917E3D9C-6582-925B-0060-BBB5CC94770A}"/>
                  </a:ext>
                </a:extLst>
              </p:cNvPr>
              <p:cNvSpPr/>
              <p:nvPr userDrawn="1"/>
            </p:nvSpPr>
            <p:spPr>
              <a:xfrm>
                <a:off x="2001336" y="5465710"/>
                <a:ext cx="1102200" cy="251792"/>
              </a:xfrm>
              <a:prstGeom prst="round2DiagRect">
                <a:avLst>
                  <a:gd name="adj1" fmla="val 50000"/>
                  <a:gd name="adj2" fmla="val 0"/>
                </a:avLst>
              </a:prstGeom>
              <a:solidFill>
                <a:schemeClr val="accent6"/>
              </a:solid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2" name="Group 71">
              <a:extLst>
                <a:ext uri="{FF2B5EF4-FFF2-40B4-BE49-F238E27FC236}">
                  <a16:creationId xmlns:a16="http://schemas.microsoft.com/office/drawing/2014/main" id="{B335D970-72BE-AA0F-1560-0201D07414A9}"/>
                </a:ext>
              </a:extLst>
            </p:cNvPr>
            <p:cNvGrpSpPr/>
            <p:nvPr userDrawn="1"/>
          </p:nvGrpSpPr>
          <p:grpSpPr>
            <a:xfrm>
              <a:off x="9080008" y="1236925"/>
              <a:ext cx="2441448" cy="4480577"/>
              <a:chOff x="9071691" y="1236925"/>
              <a:chExt cx="2441308" cy="4480577"/>
            </a:xfrm>
          </p:grpSpPr>
          <p:sp>
            <p:nvSpPr>
              <p:cNvPr id="9" name="Rounded Rectangle 8">
                <a:extLst>
                  <a:ext uri="{FF2B5EF4-FFF2-40B4-BE49-F238E27FC236}">
                    <a16:creationId xmlns:a16="http://schemas.microsoft.com/office/drawing/2014/main" id="{25F70DCC-B2D6-DFD7-DB1D-D7E9609BC55F}"/>
                  </a:ext>
                </a:extLst>
              </p:cNvPr>
              <p:cNvSpPr/>
              <p:nvPr userDrawn="1"/>
            </p:nvSpPr>
            <p:spPr>
              <a:xfrm>
                <a:off x="9071691" y="1236925"/>
                <a:ext cx="2441168" cy="4184374"/>
              </a:xfrm>
              <a:prstGeom prst="roundRect">
                <a:avLst>
                  <a:gd name="adj" fmla="val 8117"/>
                </a:avLst>
              </a:prstGeom>
              <a:solidFill>
                <a:schemeClr val="tx1">
                  <a:lumMod val="85000"/>
                  <a:lumOff val="15000"/>
                </a:schemeClr>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ounded Rectangle 37">
                <a:extLst>
                  <a:ext uri="{FF2B5EF4-FFF2-40B4-BE49-F238E27FC236}">
                    <a16:creationId xmlns:a16="http://schemas.microsoft.com/office/drawing/2014/main" id="{F7CFEF70-0000-8DEE-78E0-3B6A2C77BBE2}"/>
                  </a:ext>
                </a:extLst>
              </p:cNvPr>
              <p:cNvSpPr/>
              <p:nvPr userDrawn="1"/>
            </p:nvSpPr>
            <p:spPr>
              <a:xfrm>
                <a:off x="9071691" y="2387976"/>
                <a:ext cx="2441168" cy="3329526"/>
              </a:xfrm>
              <a:prstGeom prst="roundRect">
                <a:avLst>
                  <a:gd name="adj" fmla="val 8117"/>
                </a:avLst>
              </a:prstGeom>
              <a:solidFill>
                <a:schemeClr val="bg1"/>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ound Diagonal Corner Rectangle 39">
                <a:extLst>
                  <a:ext uri="{FF2B5EF4-FFF2-40B4-BE49-F238E27FC236}">
                    <a16:creationId xmlns:a16="http://schemas.microsoft.com/office/drawing/2014/main" id="{093E5948-023A-C62B-E85D-FEFF3FA82361}"/>
                  </a:ext>
                </a:extLst>
              </p:cNvPr>
              <p:cNvSpPr/>
              <p:nvPr userDrawn="1"/>
            </p:nvSpPr>
            <p:spPr>
              <a:xfrm>
                <a:off x="10410799" y="5465710"/>
                <a:ext cx="1102200" cy="251792"/>
              </a:xfrm>
              <a:prstGeom prst="round2DiagRect">
                <a:avLst>
                  <a:gd name="adj1" fmla="val 50000"/>
                  <a:gd name="adj2" fmla="val 0"/>
                </a:avLst>
              </a:prstGeom>
              <a:solidFill>
                <a:schemeClr val="accent4"/>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 name="Group 69">
              <a:extLst>
                <a:ext uri="{FF2B5EF4-FFF2-40B4-BE49-F238E27FC236}">
                  <a16:creationId xmlns:a16="http://schemas.microsoft.com/office/drawing/2014/main" id="{700F3F85-3C89-D383-C9C7-030C3B58B46E}"/>
                </a:ext>
              </a:extLst>
            </p:cNvPr>
            <p:cNvGrpSpPr/>
            <p:nvPr userDrawn="1"/>
          </p:nvGrpSpPr>
          <p:grpSpPr>
            <a:xfrm>
              <a:off x="3473699" y="1236925"/>
              <a:ext cx="2441448" cy="4480577"/>
              <a:chOff x="3464859" y="1236925"/>
              <a:chExt cx="2441308" cy="4480577"/>
            </a:xfrm>
          </p:grpSpPr>
          <p:sp>
            <p:nvSpPr>
              <p:cNvPr id="4" name="Rounded Rectangle 3">
                <a:extLst>
                  <a:ext uri="{FF2B5EF4-FFF2-40B4-BE49-F238E27FC236}">
                    <a16:creationId xmlns:a16="http://schemas.microsoft.com/office/drawing/2014/main" id="{AE73BEB7-41E5-5C5B-DD0D-ADD247AFE168}"/>
                  </a:ext>
                </a:extLst>
              </p:cNvPr>
              <p:cNvSpPr/>
              <p:nvPr userDrawn="1"/>
            </p:nvSpPr>
            <p:spPr>
              <a:xfrm>
                <a:off x="3464859" y="1236925"/>
                <a:ext cx="2441168" cy="4184374"/>
              </a:xfrm>
              <a:prstGeom prst="roundRect">
                <a:avLst>
                  <a:gd name="adj" fmla="val 8117"/>
                </a:avLst>
              </a:prstGeom>
              <a:solidFill>
                <a:schemeClr val="tx1">
                  <a:lumMod val="85000"/>
                  <a:lumOff val="15000"/>
                </a:schemeClr>
              </a:solidFill>
              <a:ln w="2857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ounded Rectangle 40">
                <a:extLst>
                  <a:ext uri="{FF2B5EF4-FFF2-40B4-BE49-F238E27FC236}">
                    <a16:creationId xmlns:a16="http://schemas.microsoft.com/office/drawing/2014/main" id="{0FF7DFBB-23DA-D541-1623-9F650C0C662D}"/>
                  </a:ext>
                </a:extLst>
              </p:cNvPr>
              <p:cNvSpPr/>
              <p:nvPr userDrawn="1"/>
            </p:nvSpPr>
            <p:spPr>
              <a:xfrm>
                <a:off x="3464859" y="2387976"/>
                <a:ext cx="2441168" cy="3329526"/>
              </a:xfrm>
              <a:prstGeom prst="roundRect">
                <a:avLst>
                  <a:gd name="adj" fmla="val 8117"/>
                </a:avLst>
              </a:prstGeom>
              <a:solidFill>
                <a:schemeClr val="bg1"/>
              </a:solidFill>
              <a:ln w="2857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ound Diagonal Corner Rectangle 42">
                <a:extLst>
                  <a:ext uri="{FF2B5EF4-FFF2-40B4-BE49-F238E27FC236}">
                    <a16:creationId xmlns:a16="http://schemas.microsoft.com/office/drawing/2014/main" id="{AB1DBD2C-9335-780A-D8BC-0F340F150A84}"/>
                  </a:ext>
                </a:extLst>
              </p:cNvPr>
              <p:cNvSpPr/>
              <p:nvPr userDrawn="1"/>
            </p:nvSpPr>
            <p:spPr>
              <a:xfrm>
                <a:off x="4803967" y="5465710"/>
                <a:ext cx="1102200" cy="251792"/>
              </a:xfrm>
              <a:prstGeom prst="round2DiagRect">
                <a:avLst>
                  <a:gd name="adj1" fmla="val 50000"/>
                  <a:gd name="adj2" fmla="val 0"/>
                </a:avLst>
              </a:prstGeom>
              <a:solidFill>
                <a:schemeClr val="accent3"/>
              </a:solidFill>
              <a:ln w="28575">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grpSp>
        <p:grpSp>
          <p:nvGrpSpPr>
            <p:cNvPr id="71" name="Group 70">
              <a:extLst>
                <a:ext uri="{FF2B5EF4-FFF2-40B4-BE49-F238E27FC236}">
                  <a16:creationId xmlns:a16="http://schemas.microsoft.com/office/drawing/2014/main" id="{2CF92DCB-5B76-D863-55F5-A350663EDADF}"/>
                </a:ext>
              </a:extLst>
            </p:cNvPr>
            <p:cNvGrpSpPr/>
            <p:nvPr userDrawn="1"/>
          </p:nvGrpSpPr>
          <p:grpSpPr>
            <a:xfrm>
              <a:off x="6276853" y="1252782"/>
              <a:ext cx="2441448" cy="4464720"/>
              <a:chOff x="6278545" y="1252782"/>
              <a:chExt cx="2441308" cy="4464720"/>
            </a:xfrm>
          </p:grpSpPr>
          <p:sp>
            <p:nvSpPr>
              <p:cNvPr id="49" name="Rounded Rectangle 48">
                <a:extLst>
                  <a:ext uri="{FF2B5EF4-FFF2-40B4-BE49-F238E27FC236}">
                    <a16:creationId xmlns:a16="http://schemas.microsoft.com/office/drawing/2014/main" id="{E17E11EE-F28B-4E65-119F-8479BE611238}"/>
                  </a:ext>
                </a:extLst>
              </p:cNvPr>
              <p:cNvSpPr/>
              <p:nvPr userDrawn="1"/>
            </p:nvSpPr>
            <p:spPr>
              <a:xfrm>
                <a:off x="6278545" y="1252782"/>
                <a:ext cx="2441168" cy="4184374"/>
              </a:xfrm>
              <a:prstGeom prst="roundRect">
                <a:avLst>
                  <a:gd name="adj" fmla="val 8117"/>
                </a:avLst>
              </a:prstGeom>
              <a:solidFill>
                <a:schemeClr val="tx1">
                  <a:lumMod val="85000"/>
                  <a:lumOff val="15000"/>
                </a:schemeClr>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ounded Rectangle 50">
                <a:extLst>
                  <a:ext uri="{FF2B5EF4-FFF2-40B4-BE49-F238E27FC236}">
                    <a16:creationId xmlns:a16="http://schemas.microsoft.com/office/drawing/2014/main" id="{CC545473-0F9B-91F2-A80A-A0A726CA14B0}"/>
                  </a:ext>
                </a:extLst>
              </p:cNvPr>
              <p:cNvSpPr/>
              <p:nvPr userDrawn="1"/>
            </p:nvSpPr>
            <p:spPr>
              <a:xfrm>
                <a:off x="6278545" y="2387976"/>
                <a:ext cx="2441168" cy="3329526"/>
              </a:xfrm>
              <a:prstGeom prst="roundRect">
                <a:avLst>
                  <a:gd name="adj" fmla="val 8117"/>
                </a:avLst>
              </a:prstGeom>
              <a:solidFill>
                <a:schemeClr val="bg1"/>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ound Diagonal Corner Rectangle 52">
                <a:extLst>
                  <a:ext uri="{FF2B5EF4-FFF2-40B4-BE49-F238E27FC236}">
                    <a16:creationId xmlns:a16="http://schemas.microsoft.com/office/drawing/2014/main" id="{E7380E6D-4575-2DB7-912A-966809465F91}"/>
                  </a:ext>
                </a:extLst>
              </p:cNvPr>
              <p:cNvSpPr/>
              <p:nvPr userDrawn="1"/>
            </p:nvSpPr>
            <p:spPr>
              <a:xfrm>
                <a:off x="7617653" y="5465710"/>
                <a:ext cx="1102200" cy="251792"/>
              </a:xfrm>
              <a:prstGeom prst="round2DiagRect">
                <a:avLst>
                  <a:gd name="adj1" fmla="val 50000"/>
                  <a:gd name="adj2" fmla="val 0"/>
                </a:avLst>
              </a:prstGeom>
              <a:solidFill>
                <a:schemeClr val="accent2"/>
              </a:solid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grpSp>
      </p:grpSp>
      <p:sp>
        <p:nvSpPr>
          <p:cNvPr id="12" name="Content Placeholder 2">
            <a:extLst>
              <a:ext uri="{FF2B5EF4-FFF2-40B4-BE49-F238E27FC236}">
                <a16:creationId xmlns:a16="http://schemas.microsoft.com/office/drawing/2014/main" id="{322B412C-8C27-4193-853F-EE939C1F07A7}"/>
              </a:ext>
            </a:extLst>
          </p:cNvPr>
          <p:cNvSpPr>
            <a:spLocks noGrp="1"/>
          </p:cNvSpPr>
          <p:nvPr>
            <p:ph idx="14"/>
          </p:nvPr>
        </p:nvSpPr>
        <p:spPr>
          <a:xfrm>
            <a:off x="9137086" y="2982214"/>
            <a:ext cx="2327292" cy="2327318"/>
          </a:xfrm>
          <a:prstGeom prst="rect">
            <a:avLst/>
          </a:prstGeom>
        </p:spPr>
        <p:txBody>
          <a:bodyPr lIns="91440" tIns="182880" rIns="45720"/>
          <a:lstStyle>
            <a:lvl1pPr marL="233363" indent="-233363">
              <a:spcBef>
                <a:spcPts val="600"/>
              </a:spcBef>
              <a:buClr>
                <a:schemeClr val="accent4"/>
              </a:buClr>
              <a:buFont typeface="Arial" panose="020B0604020202020204" pitchFamily="34" charset="0"/>
              <a:buChar char="•"/>
              <a:tabLst/>
              <a:defRPr sz="16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3" name="Content Placeholder 2">
            <a:extLst>
              <a:ext uri="{FF2B5EF4-FFF2-40B4-BE49-F238E27FC236}">
                <a16:creationId xmlns:a16="http://schemas.microsoft.com/office/drawing/2014/main" id="{9D2EAC86-63D0-4674-A708-65D026C9552F}"/>
              </a:ext>
            </a:extLst>
          </p:cNvPr>
          <p:cNvSpPr>
            <a:spLocks noGrp="1"/>
          </p:cNvSpPr>
          <p:nvPr>
            <p:ph idx="1"/>
          </p:nvPr>
        </p:nvSpPr>
        <p:spPr>
          <a:xfrm>
            <a:off x="725409" y="2982214"/>
            <a:ext cx="2331720" cy="2327318"/>
          </a:xfrm>
          <a:prstGeom prst="rect">
            <a:avLst/>
          </a:prstGeom>
        </p:spPr>
        <p:txBody>
          <a:bodyPr lIns="91440" tIns="182880" rIns="45720"/>
          <a:lstStyle>
            <a:lvl1pPr marL="233363" indent="-223838">
              <a:spcBef>
                <a:spcPts val="600"/>
              </a:spcBef>
              <a:buClr>
                <a:schemeClr val="accent6"/>
              </a:buClr>
              <a:buFont typeface="Arial" panose="020B0604020202020204" pitchFamily="34" charset="0"/>
              <a:buChar char="•"/>
              <a:tabLst/>
              <a:defRPr sz="16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F20AF647-F3CA-4756-92D9-ECC2426C8BEE}"/>
              </a:ext>
            </a:extLst>
          </p:cNvPr>
          <p:cNvSpPr>
            <a:spLocks noGrp="1"/>
          </p:cNvSpPr>
          <p:nvPr>
            <p:ph idx="12"/>
          </p:nvPr>
        </p:nvSpPr>
        <p:spPr>
          <a:xfrm>
            <a:off x="3530777" y="2982214"/>
            <a:ext cx="2327292" cy="2327318"/>
          </a:xfrm>
          <a:prstGeom prst="rect">
            <a:avLst/>
          </a:prstGeom>
        </p:spPr>
        <p:txBody>
          <a:bodyPr lIns="91440" tIns="182880" rIns="45720"/>
          <a:lstStyle>
            <a:lvl1pPr marL="233363" indent="-233363">
              <a:spcBef>
                <a:spcPts val="600"/>
              </a:spcBef>
              <a:buClr>
                <a:schemeClr val="accent3"/>
              </a:buClr>
              <a:buFont typeface="Arial" panose="020B0604020202020204" pitchFamily="34" charset="0"/>
              <a:buChar char="•"/>
              <a:tabLst/>
              <a:defRPr sz="16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11" name="Content Placeholder 2">
            <a:extLst>
              <a:ext uri="{FF2B5EF4-FFF2-40B4-BE49-F238E27FC236}">
                <a16:creationId xmlns:a16="http://schemas.microsoft.com/office/drawing/2014/main" id="{FBE300D3-B0EC-408C-8C13-48CD8BF2ED8D}"/>
              </a:ext>
            </a:extLst>
          </p:cNvPr>
          <p:cNvSpPr>
            <a:spLocks noGrp="1"/>
          </p:cNvSpPr>
          <p:nvPr>
            <p:ph idx="17"/>
          </p:nvPr>
        </p:nvSpPr>
        <p:spPr>
          <a:xfrm>
            <a:off x="6333931" y="2982214"/>
            <a:ext cx="2327292" cy="2327318"/>
          </a:xfrm>
          <a:prstGeom prst="rect">
            <a:avLst/>
          </a:prstGeom>
        </p:spPr>
        <p:txBody>
          <a:bodyPr lIns="91440" tIns="182880" rIns="45720"/>
          <a:lstStyle>
            <a:lvl1pPr marL="233363" indent="-233363">
              <a:spcBef>
                <a:spcPts val="600"/>
              </a:spcBef>
              <a:buClr>
                <a:schemeClr val="accent2"/>
              </a:buClr>
              <a:buFont typeface="Arial" panose="020B0604020202020204" pitchFamily="34" charset="0"/>
              <a:buChar char="•"/>
              <a:tabLst/>
              <a:defRPr sz="1600"/>
            </a:lvl1pPr>
            <a:lvl2pPr>
              <a:defRPr sz="1400"/>
            </a:lvl2pPr>
            <a:lvl3pPr>
              <a:defRPr sz="1200"/>
            </a:lvl3pPr>
          </a:lstStyle>
          <a:p>
            <a:pPr lvl="0"/>
            <a:r>
              <a:rPr lang="en-US"/>
              <a:t>Click to edit Master text styles</a:t>
            </a:r>
          </a:p>
          <a:p>
            <a:pPr lvl="1"/>
            <a:r>
              <a:rPr lang="en-US"/>
              <a:t>Second level</a:t>
            </a:r>
          </a:p>
          <a:p>
            <a:pPr lvl="2"/>
            <a:r>
              <a:rPr lang="en-US"/>
              <a:t>Third level</a:t>
            </a:r>
          </a:p>
        </p:txBody>
      </p:sp>
      <p:sp>
        <p:nvSpPr>
          <p:cNvPr id="14" name="Title 8">
            <a:extLst>
              <a:ext uri="{FF2B5EF4-FFF2-40B4-BE49-F238E27FC236}">
                <a16:creationId xmlns:a16="http://schemas.microsoft.com/office/drawing/2014/main" id="{AA45F714-D99D-0C4B-A8D6-B25AF44C1B6C}"/>
              </a:ext>
            </a:extLst>
          </p:cNvPr>
          <p:cNvSpPr>
            <a:spLocks noGrp="1"/>
          </p:cNvSpPr>
          <p:nvPr>
            <p:ph type="title"/>
          </p:nvPr>
        </p:nvSpPr>
        <p:spPr>
          <a:xfrm>
            <a:off x="353010" y="264872"/>
            <a:ext cx="11496089" cy="454220"/>
          </a:xfrm>
          <a:prstGeom prst="rect">
            <a:avLst/>
          </a:prstGeom>
        </p:spPr>
        <p:txBody>
          <a:bodyPr/>
          <a:lstStyle>
            <a:lvl1pPr>
              <a:defRPr sz="2800" b="1"/>
            </a:lvl1pPr>
          </a:lstStyle>
          <a:p>
            <a:r>
              <a:rPr lang="en-US"/>
              <a:t>Click to edit Master title style</a:t>
            </a:r>
          </a:p>
        </p:txBody>
      </p:sp>
      <p:sp>
        <p:nvSpPr>
          <p:cNvPr id="32" name="Text Placeholder 31">
            <a:extLst>
              <a:ext uri="{FF2B5EF4-FFF2-40B4-BE49-F238E27FC236}">
                <a16:creationId xmlns:a16="http://schemas.microsoft.com/office/drawing/2014/main" id="{26C0D331-8648-89FC-A91D-53ADA78D0A58}"/>
              </a:ext>
            </a:extLst>
          </p:cNvPr>
          <p:cNvSpPr>
            <a:spLocks noGrp="1"/>
          </p:cNvSpPr>
          <p:nvPr>
            <p:ph type="body" sz="quarter" idx="18" hasCustomPrompt="1"/>
          </p:nvPr>
        </p:nvSpPr>
        <p:spPr>
          <a:xfrm>
            <a:off x="725409" y="2519970"/>
            <a:ext cx="2331720" cy="390798"/>
          </a:xfrm>
          <a:prstGeom prst="rect">
            <a:avLst/>
          </a:prstGeom>
        </p:spPr>
        <p:txBody>
          <a:bodyPr anchor="ctr"/>
          <a:lstStyle>
            <a:lvl1pPr marL="0" indent="0" algn="ctr">
              <a:buNone/>
              <a:defRPr sz="1400" b="1" cap="all" baseline="0">
                <a:solidFill>
                  <a:schemeClr val="accent6"/>
                </a:solidFill>
              </a:defRPr>
            </a:lvl1pPr>
          </a:lstStyle>
          <a:p>
            <a:pPr lvl="0"/>
            <a:r>
              <a:rPr lang="en-US"/>
              <a:t>Heading</a:t>
            </a:r>
          </a:p>
        </p:txBody>
      </p:sp>
      <p:sp>
        <p:nvSpPr>
          <p:cNvPr id="33" name="Text Placeholder 31">
            <a:extLst>
              <a:ext uri="{FF2B5EF4-FFF2-40B4-BE49-F238E27FC236}">
                <a16:creationId xmlns:a16="http://schemas.microsoft.com/office/drawing/2014/main" id="{E592DA43-0374-0D96-4D50-BD16E5513FDC}"/>
              </a:ext>
            </a:extLst>
          </p:cNvPr>
          <p:cNvSpPr>
            <a:spLocks noGrp="1"/>
          </p:cNvSpPr>
          <p:nvPr>
            <p:ph type="body" sz="quarter" idx="19" hasCustomPrompt="1"/>
          </p:nvPr>
        </p:nvSpPr>
        <p:spPr>
          <a:xfrm>
            <a:off x="3528563" y="2519970"/>
            <a:ext cx="2331720" cy="390798"/>
          </a:xfrm>
          <a:prstGeom prst="rect">
            <a:avLst/>
          </a:prstGeom>
        </p:spPr>
        <p:txBody>
          <a:bodyPr anchor="ctr"/>
          <a:lstStyle>
            <a:lvl1pPr marL="0" indent="0" algn="ctr">
              <a:buNone/>
              <a:defRPr sz="1400" b="1" cap="all" baseline="0">
                <a:solidFill>
                  <a:schemeClr val="accent3"/>
                </a:solidFill>
              </a:defRPr>
            </a:lvl1pPr>
          </a:lstStyle>
          <a:p>
            <a:pPr lvl="0"/>
            <a:r>
              <a:rPr lang="en-US"/>
              <a:t>Heading</a:t>
            </a:r>
          </a:p>
        </p:txBody>
      </p:sp>
      <p:sp>
        <p:nvSpPr>
          <p:cNvPr id="34" name="Text Placeholder 31">
            <a:extLst>
              <a:ext uri="{FF2B5EF4-FFF2-40B4-BE49-F238E27FC236}">
                <a16:creationId xmlns:a16="http://schemas.microsoft.com/office/drawing/2014/main" id="{FB5743A2-E96E-24CA-6286-9A94B4C2168D}"/>
              </a:ext>
            </a:extLst>
          </p:cNvPr>
          <p:cNvSpPr>
            <a:spLocks noGrp="1"/>
          </p:cNvSpPr>
          <p:nvPr>
            <p:ph type="body" sz="quarter" idx="20" hasCustomPrompt="1"/>
          </p:nvPr>
        </p:nvSpPr>
        <p:spPr>
          <a:xfrm>
            <a:off x="6331717" y="2519970"/>
            <a:ext cx="2331720" cy="390798"/>
          </a:xfrm>
          <a:prstGeom prst="rect">
            <a:avLst/>
          </a:prstGeom>
        </p:spPr>
        <p:txBody>
          <a:bodyPr anchor="ctr"/>
          <a:lstStyle>
            <a:lvl1pPr marL="0" indent="0" algn="ctr">
              <a:buNone/>
              <a:defRPr sz="1400" b="1" cap="all" baseline="0">
                <a:solidFill>
                  <a:schemeClr val="accent2">
                    <a:lumMod val="75000"/>
                  </a:schemeClr>
                </a:solidFill>
              </a:defRPr>
            </a:lvl1pPr>
          </a:lstStyle>
          <a:p>
            <a:pPr lvl="0"/>
            <a:r>
              <a:rPr lang="en-US"/>
              <a:t>Heading</a:t>
            </a:r>
          </a:p>
        </p:txBody>
      </p:sp>
      <p:sp>
        <p:nvSpPr>
          <p:cNvPr id="35" name="Text Placeholder 31">
            <a:extLst>
              <a:ext uri="{FF2B5EF4-FFF2-40B4-BE49-F238E27FC236}">
                <a16:creationId xmlns:a16="http://schemas.microsoft.com/office/drawing/2014/main" id="{0FAB2532-D42D-DA43-409B-880791C1F8F1}"/>
              </a:ext>
            </a:extLst>
          </p:cNvPr>
          <p:cNvSpPr>
            <a:spLocks noGrp="1"/>
          </p:cNvSpPr>
          <p:nvPr>
            <p:ph type="body" sz="quarter" idx="21" hasCustomPrompt="1"/>
          </p:nvPr>
        </p:nvSpPr>
        <p:spPr>
          <a:xfrm>
            <a:off x="9134872" y="2519970"/>
            <a:ext cx="2331720" cy="390798"/>
          </a:xfrm>
          <a:prstGeom prst="rect">
            <a:avLst/>
          </a:prstGeom>
        </p:spPr>
        <p:txBody>
          <a:bodyPr anchor="ctr"/>
          <a:lstStyle>
            <a:lvl1pPr marL="0" indent="0" algn="ctr">
              <a:buNone/>
              <a:defRPr sz="1400" b="1" cap="all" baseline="0">
                <a:solidFill>
                  <a:schemeClr val="accent4"/>
                </a:solidFill>
              </a:defRPr>
            </a:lvl1pPr>
          </a:lstStyle>
          <a:p>
            <a:pPr lvl="0"/>
            <a:r>
              <a:rPr lang="en-US"/>
              <a:t>Heading</a:t>
            </a:r>
          </a:p>
        </p:txBody>
      </p:sp>
    </p:spTree>
    <p:extLst>
      <p:ext uri="{BB962C8B-B14F-4D97-AF65-F5344CB8AC3E}">
        <p14:creationId xmlns:p14="http://schemas.microsoft.com/office/powerpoint/2010/main" val="295623563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adrant Cards">
    <p:bg>
      <p:bgRef idx="1001">
        <a:schemeClr val="bg2"/>
      </p:bgRef>
    </p:bg>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11A48302-12E6-9C1B-A55B-1119B8208067}"/>
              </a:ext>
            </a:extLst>
          </p:cNvPr>
          <p:cNvSpPr/>
          <p:nvPr userDrawn="1"/>
        </p:nvSpPr>
        <p:spPr>
          <a:xfrm>
            <a:off x="250814" y="1332224"/>
            <a:ext cx="5787378" cy="2250830"/>
          </a:xfrm>
          <a:prstGeom prst="roundRect">
            <a:avLst>
              <a:gd name="adj" fmla="val 7576"/>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a:extLst>
              <a:ext uri="{FF2B5EF4-FFF2-40B4-BE49-F238E27FC236}">
                <a16:creationId xmlns:a16="http://schemas.microsoft.com/office/drawing/2014/main" id="{91644E17-EA6C-6B3B-A232-3ACAC3CD0014}"/>
              </a:ext>
            </a:extLst>
          </p:cNvPr>
          <p:cNvSpPr/>
          <p:nvPr userDrawn="1"/>
        </p:nvSpPr>
        <p:spPr>
          <a:xfrm>
            <a:off x="6153808" y="1332224"/>
            <a:ext cx="5787378" cy="2250830"/>
          </a:xfrm>
          <a:prstGeom prst="roundRect">
            <a:avLst>
              <a:gd name="adj" fmla="val 7576"/>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a:extLst>
              <a:ext uri="{FF2B5EF4-FFF2-40B4-BE49-F238E27FC236}">
                <a16:creationId xmlns:a16="http://schemas.microsoft.com/office/drawing/2014/main" id="{2558363F-EC28-216F-ABF5-B31BAE4756B8}"/>
              </a:ext>
            </a:extLst>
          </p:cNvPr>
          <p:cNvSpPr/>
          <p:nvPr userDrawn="1"/>
        </p:nvSpPr>
        <p:spPr>
          <a:xfrm>
            <a:off x="250814" y="3679206"/>
            <a:ext cx="5787378" cy="2250830"/>
          </a:xfrm>
          <a:prstGeom prst="roundRect">
            <a:avLst>
              <a:gd name="adj" fmla="val 7576"/>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a:extLst>
              <a:ext uri="{FF2B5EF4-FFF2-40B4-BE49-F238E27FC236}">
                <a16:creationId xmlns:a16="http://schemas.microsoft.com/office/drawing/2014/main" id="{8DAD4314-9E1F-2DD0-4119-70F7FDA249F0}"/>
              </a:ext>
            </a:extLst>
          </p:cNvPr>
          <p:cNvSpPr/>
          <p:nvPr userDrawn="1"/>
        </p:nvSpPr>
        <p:spPr>
          <a:xfrm>
            <a:off x="6153808" y="3679206"/>
            <a:ext cx="5787378" cy="2250830"/>
          </a:xfrm>
          <a:prstGeom prst="roundRect">
            <a:avLst>
              <a:gd name="adj" fmla="val 7576"/>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8">
            <a:extLst>
              <a:ext uri="{FF2B5EF4-FFF2-40B4-BE49-F238E27FC236}">
                <a16:creationId xmlns:a16="http://schemas.microsoft.com/office/drawing/2014/main" id="{AA45F714-D99D-0C4B-A8D6-B25AF44C1B6C}"/>
              </a:ext>
            </a:extLst>
          </p:cNvPr>
          <p:cNvSpPr>
            <a:spLocks noGrp="1"/>
          </p:cNvSpPr>
          <p:nvPr>
            <p:ph type="title"/>
          </p:nvPr>
        </p:nvSpPr>
        <p:spPr>
          <a:xfrm>
            <a:off x="353010" y="264872"/>
            <a:ext cx="11496089" cy="454220"/>
          </a:xfrm>
          <a:prstGeom prst="rect">
            <a:avLst/>
          </a:prstGeom>
        </p:spPr>
        <p:txBody>
          <a:bodyPr/>
          <a:lstStyle>
            <a:lvl1pPr>
              <a:defRPr sz="2800" b="1"/>
            </a:lvl1pPr>
          </a:lstStyle>
          <a:p>
            <a:r>
              <a:rPr lang="en-US"/>
              <a:t>Click to edit Master title style</a:t>
            </a:r>
          </a:p>
        </p:txBody>
      </p:sp>
      <p:sp>
        <p:nvSpPr>
          <p:cNvPr id="12" name="Content Placeholder 2">
            <a:extLst>
              <a:ext uri="{FF2B5EF4-FFF2-40B4-BE49-F238E27FC236}">
                <a16:creationId xmlns:a16="http://schemas.microsoft.com/office/drawing/2014/main" id="{322B412C-8C27-4193-853F-EE939C1F07A7}"/>
              </a:ext>
            </a:extLst>
          </p:cNvPr>
          <p:cNvSpPr>
            <a:spLocks noGrp="1"/>
          </p:cNvSpPr>
          <p:nvPr>
            <p:ph idx="14"/>
          </p:nvPr>
        </p:nvSpPr>
        <p:spPr>
          <a:xfrm>
            <a:off x="6257014" y="4900028"/>
            <a:ext cx="4572000" cy="922721"/>
          </a:xfrm>
          <a:prstGeom prst="rect">
            <a:avLst/>
          </a:prstGeom>
        </p:spPr>
        <p:txBody>
          <a:bodyPr lIns="91440" tIns="45720" rIns="91440" bIns="45720" anchor="t"/>
          <a:lstStyle>
            <a:lvl1pPr marL="228600" indent="-228600" algn="l">
              <a:spcBef>
                <a:spcPts val="600"/>
              </a:spcBef>
              <a:buClrTx/>
              <a:buFont typeface="Arial" panose="020B0604020202020204" pitchFamily="34" charset="0"/>
              <a:buChar char="•"/>
              <a:tabLst/>
              <a:defRPr sz="1400">
                <a:solidFill>
                  <a:schemeClr val="bg1"/>
                </a:solidFill>
              </a:defRPr>
            </a:lvl1pPr>
            <a:lvl2pPr>
              <a:defRPr sz="1200"/>
            </a:lvl2pPr>
            <a:lvl3pPr>
              <a:defRPr sz="1100"/>
            </a:lvl3pPr>
          </a:lstStyle>
          <a:p>
            <a:pPr lvl="0"/>
            <a:r>
              <a:rPr lang="en-US"/>
              <a:t>Click to edit Master text styles</a:t>
            </a:r>
          </a:p>
        </p:txBody>
      </p:sp>
      <p:sp>
        <p:nvSpPr>
          <p:cNvPr id="3" name="Content Placeholder 2">
            <a:extLst>
              <a:ext uri="{FF2B5EF4-FFF2-40B4-BE49-F238E27FC236}">
                <a16:creationId xmlns:a16="http://schemas.microsoft.com/office/drawing/2014/main" id="{9D2EAC86-63D0-4674-A708-65D026C9552F}"/>
              </a:ext>
            </a:extLst>
          </p:cNvPr>
          <p:cNvSpPr>
            <a:spLocks noGrp="1"/>
          </p:cNvSpPr>
          <p:nvPr>
            <p:ph idx="1"/>
          </p:nvPr>
        </p:nvSpPr>
        <p:spPr>
          <a:xfrm>
            <a:off x="358154" y="2550695"/>
            <a:ext cx="4572000" cy="922721"/>
          </a:xfrm>
          <a:prstGeom prst="rect">
            <a:avLst/>
          </a:prstGeom>
        </p:spPr>
        <p:txBody>
          <a:bodyPr lIns="91440" tIns="45720" rIns="91440" bIns="45720" anchor="t"/>
          <a:lstStyle>
            <a:lvl1pPr marL="228600" indent="-219075" algn="l">
              <a:spcBef>
                <a:spcPts val="600"/>
              </a:spcBef>
              <a:buClrTx/>
              <a:buFont typeface="Arial" panose="020B0604020202020204" pitchFamily="34" charset="0"/>
              <a:buChar char="•"/>
              <a:tabLst/>
              <a:defRPr sz="1400">
                <a:solidFill>
                  <a:schemeClr val="bg1"/>
                </a:solidFill>
              </a:defRPr>
            </a:lvl1pPr>
            <a:lvl2pPr>
              <a:defRPr sz="1200"/>
            </a:lvl2pPr>
            <a:lvl3pPr>
              <a:defRPr sz="1100"/>
            </a:lvl3pPr>
          </a:lstStyle>
          <a:p>
            <a:pPr lvl="0"/>
            <a:r>
              <a:rPr lang="en-US"/>
              <a:t>Click to edit Master text styles</a:t>
            </a:r>
          </a:p>
        </p:txBody>
      </p:sp>
      <p:sp>
        <p:nvSpPr>
          <p:cNvPr id="7" name="Content Placeholder 2">
            <a:extLst>
              <a:ext uri="{FF2B5EF4-FFF2-40B4-BE49-F238E27FC236}">
                <a16:creationId xmlns:a16="http://schemas.microsoft.com/office/drawing/2014/main" id="{F20AF647-F3CA-4756-92D9-ECC2426C8BEE}"/>
              </a:ext>
            </a:extLst>
          </p:cNvPr>
          <p:cNvSpPr>
            <a:spLocks noGrp="1"/>
          </p:cNvSpPr>
          <p:nvPr>
            <p:ph idx="12"/>
          </p:nvPr>
        </p:nvSpPr>
        <p:spPr>
          <a:xfrm>
            <a:off x="6257014" y="2550695"/>
            <a:ext cx="4572000" cy="922721"/>
          </a:xfrm>
          <a:prstGeom prst="rect">
            <a:avLst/>
          </a:prstGeom>
        </p:spPr>
        <p:txBody>
          <a:bodyPr lIns="91440" tIns="45720" rIns="91440" bIns="45720" anchor="t"/>
          <a:lstStyle>
            <a:lvl1pPr marL="228600" indent="-228600" algn="l">
              <a:spcBef>
                <a:spcPts val="600"/>
              </a:spcBef>
              <a:buClrTx/>
              <a:buFont typeface="Arial" panose="020B0604020202020204" pitchFamily="34" charset="0"/>
              <a:buChar char="•"/>
              <a:tabLst/>
              <a:defRPr sz="1400">
                <a:solidFill>
                  <a:schemeClr val="bg1"/>
                </a:solidFill>
              </a:defRPr>
            </a:lvl1pPr>
            <a:lvl2pPr>
              <a:defRPr sz="1200"/>
            </a:lvl2pPr>
            <a:lvl3pPr>
              <a:defRPr sz="1100"/>
            </a:lvl3pPr>
          </a:lstStyle>
          <a:p>
            <a:pPr lvl="0"/>
            <a:r>
              <a:rPr lang="en-US"/>
              <a:t>Click to edit Master text styles</a:t>
            </a:r>
          </a:p>
        </p:txBody>
      </p:sp>
      <p:sp>
        <p:nvSpPr>
          <p:cNvPr id="11" name="Content Placeholder 2">
            <a:extLst>
              <a:ext uri="{FF2B5EF4-FFF2-40B4-BE49-F238E27FC236}">
                <a16:creationId xmlns:a16="http://schemas.microsoft.com/office/drawing/2014/main" id="{FBE300D3-B0EC-408C-8C13-48CD8BF2ED8D}"/>
              </a:ext>
            </a:extLst>
          </p:cNvPr>
          <p:cNvSpPr>
            <a:spLocks noGrp="1"/>
          </p:cNvSpPr>
          <p:nvPr>
            <p:ph idx="17"/>
          </p:nvPr>
        </p:nvSpPr>
        <p:spPr>
          <a:xfrm>
            <a:off x="360645" y="4900028"/>
            <a:ext cx="4572000" cy="922721"/>
          </a:xfrm>
          <a:prstGeom prst="rect">
            <a:avLst/>
          </a:prstGeom>
        </p:spPr>
        <p:txBody>
          <a:bodyPr lIns="91440" tIns="45720" rIns="91440" bIns="45720" anchor="t"/>
          <a:lstStyle>
            <a:lvl1pPr marL="228600" indent="-228600" algn="l">
              <a:spcBef>
                <a:spcPts val="600"/>
              </a:spcBef>
              <a:buClrTx/>
              <a:buFont typeface="Arial" panose="020B0604020202020204" pitchFamily="34" charset="0"/>
              <a:buChar char="•"/>
              <a:tabLst/>
              <a:defRPr sz="1400">
                <a:solidFill>
                  <a:schemeClr val="bg1"/>
                </a:solidFill>
              </a:defRPr>
            </a:lvl1pPr>
            <a:lvl2pPr>
              <a:defRPr sz="1200"/>
            </a:lvl2pPr>
            <a:lvl3pPr>
              <a:defRPr sz="1100"/>
            </a:lvl3pPr>
          </a:lstStyle>
          <a:p>
            <a:pPr lvl="0"/>
            <a:r>
              <a:rPr lang="en-US"/>
              <a:t>Click to edit Master text styles</a:t>
            </a:r>
          </a:p>
        </p:txBody>
      </p:sp>
      <p:sp>
        <p:nvSpPr>
          <p:cNvPr id="32" name="Text Placeholder 31">
            <a:extLst>
              <a:ext uri="{FF2B5EF4-FFF2-40B4-BE49-F238E27FC236}">
                <a16:creationId xmlns:a16="http://schemas.microsoft.com/office/drawing/2014/main" id="{26C0D331-8648-89FC-A91D-53ADA78D0A58}"/>
              </a:ext>
            </a:extLst>
          </p:cNvPr>
          <p:cNvSpPr>
            <a:spLocks noGrp="1"/>
          </p:cNvSpPr>
          <p:nvPr>
            <p:ph type="body" sz="quarter" idx="18" hasCustomPrompt="1"/>
          </p:nvPr>
        </p:nvSpPr>
        <p:spPr>
          <a:xfrm>
            <a:off x="358154" y="1961936"/>
            <a:ext cx="2743200" cy="588759"/>
          </a:xfrm>
          <a:prstGeom prst="rect">
            <a:avLst/>
          </a:prstGeom>
        </p:spPr>
        <p:txBody>
          <a:bodyPr anchor="b"/>
          <a:lstStyle>
            <a:lvl1pPr marL="0" indent="0" algn="l">
              <a:buNone/>
              <a:defRPr sz="2800" b="1" cap="all" baseline="0">
                <a:solidFill>
                  <a:schemeClr val="bg1"/>
                </a:solidFill>
              </a:defRPr>
            </a:lvl1pPr>
          </a:lstStyle>
          <a:p>
            <a:pPr lvl="0"/>
            <a:r>
              <a:rPr lang="en-US"/>
              <a:t>Heading</a:t>
            </a:r>
          </a:p>
        </p:txBody>
      </p:sp>
      <p:sp>
        <p:nvSpPr>
          <p:cNvPr id="33" name="Text Placeholder 31">
            <a:extLst>
              <a:ext uri="{FF2B5EF4-FFF2-40B4-BE49-F238E27FC236}">
                <a16:creationId xmlns:a16="http://schemas.microsoft.com/office/drawing/2014/main" id="{E592DA43-0374-0D96-4D50-BD16E5513FDC}"/>
              </a:ext>
            </a:extLst>
          </p:cNvPr>
          <p:cNvSpPr>
            <a:spLocks noGrp="1"/>
          </p:cNvSpPr>
          <p:nvPr>
            <p:ph type="body" sz="quarter" idx="19" hasCustomPrompt="1"/>
          </p:nvPr>
        </p:nvSpPr>
        <p:spPr>
          <a:xfrm>
            <a:off x="6257012" y="1961936"/>
            <a:ext cx="2743200" cy="588759"/>
          </a:xfrm>
          <a:prstGeom prst="rect">
            <a:avLst/>
          </a:prstGeom>
        </p:spPr>
        <p:txBody>
          <a:bodyPr anchor="b"/>
          <a:lstStyle>
            <a:lvl1pPr marL="0" indent="0" algn="l">
              <a:buNone/>
              <a:defRPr sz="2800" b="1" cap="all" baseline="0">
                <a:solidFill>
                  <a:schemeClr val="bg1"/>
                </a:solidFill>
              </a:defRPr>
            </a:lvl1pPr>
          </a:lstStyle>
          <a:p>
            <a:pPr lvl="0"/>
            <a:r>
              <a:rPr lang="en-US"/>
              <a:t>Heading</a:t>
            </a:r>
          </a:p>
        </p:txBody>
      </p:sp>
      <p:sp>
        <p:nvSpPr>
          <p:cNvPr id="34" name="Text Placeholder 31">
            <a:extLst>
              <a:ext uri="{FF2B5EF4-FFF2-40B4-BE49-F238E27FC236}">
                <a16:creationId xmlns:a16="http://schemas.microsoft.com/office/drawing/2014/main" id="{FB5743A2-E96E-24CA-6286-9A94B4C2168D}"/>
              </a:ext>
            </a:extLst>
          </p:cNvPr>
          <p:cNvSpPr>
            <a:spLocks noGrp="1"/>
          </p:cNvSpPr>
          <p:nvPr>
            <p:ph type="body" sz="quarter" idx="20" hasCustomPrompt="1"/>
          </p:nvPr>
        </p:nvSpPr>
        <p:spPr>
          <a:xfrm>
            <a:off x="358154" y="4311269"/>
            <a:ext cx="2743200" cy="588759"/>
          </a:xfrm>
          <a:prstGeom prst="rect">
            <a:avLst/>
          </a:prstGeom>
        </p:spPr>
        <p:txBody>
          <a:bodyPr anchor="b"/>
          <a:lstStyle>
            <a:lvl1pPr marL="0" indent="0" algn="l">
              <a:buNone/>
              <a:defRPr sz="2800" b="1" cap="all" baseline="0">
                <a:solidFill>
                  <a:schemeClr val="bg1"/>
                </a:solidFill>
              </a:defRPr>
            </a:lvl1pPr>
          </a:lstStyle>
          <a:p>
            <a:pPr lvl="0"/>
            <a:r>
              <a:rPr lang="en-US"/>
              <a:t>Heading</a:t>
            </a:r>
          </a:p>
        </p:txBody>
      </p:sp>
      <p:sp>
        <p:nvSpPr>
          <p:cNvPr id="35" name="Text Placeholder 31">
            <a:extLst>
              <a:ext uri="{FF2B5EF4-FFF2-40B4-BE49-F238E27FC236}">
                <a16:creationId xmlns:a16="http://schemas.microsoft.com/office/drawing/2014/main" id="{0FAB2532-D42D-DA43-409B-880791C1F8F1}"/>
              </a:ext>
            </a:extLst>
          </p:cNvPr>
          <p:cNvSpPr>
            <a:spLocks noGrp="1"/>
          </p:cNvSpPr>
          <p:nvPr>
            <p:ph type="body" sz="quarter" idx="21" hasCustomPrompt="1"/>
          </p:nvPr>
        </p:nvSpPr>
        <p:spPr>
          <a:xfrm>
            <a:off x="6257012" y="4311269"/>
            <a:ext cx="2743200" cy="588759"/>
          </a:xfrm>
          <a:prstGeom prst="rect">
            <a:avLst/>
          </a:prstGeom>
        </p:spPr>
        <p:txBody>
          <a:bodyPr anchor="b"/>
          <a:lstStyle>
            <a:lvl1pPr marL="0" indent="0" algn="l">
              <a:buNone/>
              <a:defRPr sz="2800" b="1" cap="all" baseline="0">
                <a:solidFill>
                  <a:schemeClr val="bg1"/>
                </a:solidFill>
              </a:defRPr>
            </a:lvl1pPr>
          </a:lstStyle>
          <a:p>
            <a:pPr lvl="0"/>
            <a:r>
              <a:rPr lang="en-US"/>
              <a:t>Heading</a:t>
            </a:r>
          </a:p>
        </p:txBody>
      </p:sp>
    </p:spTree>
    <p:extLst>
      <p:ext uri="{BB962C8B-B14F-4D97-AF65-F5344CB8AC3E}">
        <p14:creationId xmlns:p14="http://schemas.microsoft.com/office/powerpoint/2010/main" val="29382719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Eight Cards">
    <p:bg>
      <p:bgRef idx="1001">
        <a:schemeClr val="bg2"/>
      </p:bgRef>
    </p:bg>
    <p:spTree>
      <p:nvGrpSpPr>
        <p:cNvPr id="1" name=""/>
        <p:cNvGrpSpPr/>
        <p:nvPr/>
      </p:nvGrpSpPr>
      <p:grpSpPr>
        <a:xfrm>
          <a:off x="0" y="0"/>
          <a:ext cx="0" cy="0"/>
          <a:chOff x="0" y="0"/>
          <a:chExt cx="0" cy="0"/>
        </a:xfrm>
      </p:grpSpPr>
      <p:sp>
        <p:nvSpPr>
          <p:cNvPr id="14" name="Title 8">
            <a:extLst>
              <a:ext uri="{FF2B5EF4-FFF2-40B4-BE49-F238E27FC236}">
                <a16:creationId xmlns:a16="http://schemas.microsoft.com/office/drawing/2014/main" id="{AA45F714-D99D-0C4B-A8D6-B25AF44C1B6C}"/>
              </a:ext>
            </a:extLst>
          </p:cNvPr>
          <p:cNvSpPr>
            <a:spLocks noGrp="1"/>
          </p:cNvSpPr>
          <p:nvPr>
            <p:ph type="title"/>
          </p:nvPr>
        </p:nvSpPr>
        <p:spPr>
          <a:xfrm>
            <a:off x="353010" y="264872"/>
            <a:ext cx="11496089" cy="454220"/>
          </a:xfrm>
          <a:prstGeom prst="rect">
            <a:avLst/>
          </a:prstGeom>
        </p:spPr>
        <p:txBody>
          <a:bodyPr/>
          <a:lstStyle>
            <a:lvl1pPr>
              <a:defRPr sz="2800" b="1"/>
            </a:lvl1pPr>
          </a:lstStyle>
          <a:p>
            <a:r>
              <a:rPr lang="en-US"/>
              <a:t>Click to edit Master title style</a:t>
            </a:r>
          </a:p>
        </p:txBody>
      </p:sp>
      <p:grpSp>
        <p:nvGrpSpPr>
          <p:cNvPr id="66" name="Group 65">
            <a:extLst>
              <a:ext uri="{FF2B5EF4-FFF2-40B4-BE49-F238E27FC236}">
                <a16:creationId xmlns:a16="http://schemas.microsoft.com/office/drawing/2014/main" id="{2564A707-F16D-9722-F9C3-822133A7B370}"/>
              </a:ext>
            </a:extLst>
          </p:cNvPr>
          <p:cNvGrpSpPr/>
          <p:nvPr userDrawn="1"/>
        </p:nvGrpSpPr>
        <p:grpSpPr>
          <a:xfrm>
            <a:off x="250814" y="1332224"/>
            <a:ext cx="11690372" cy="4597812"/>
            <a:chOff x="250814" y="1130094"/>
            <a:chExt cx="11690372" cy="4597812"/>
          </a:xfrm>
        </p:grpSpPr>
        <p:sp>
          <p:nvSpPr>
            <p:cNvPr id="6" name="Rounded Rectangle 5">
              <a:extLst>
                <a:ext uri="{FF2B5EF4-FFF2-40B4-BE49-F238E27FC236}">
                  <a16:creationId xmlns:a16="http://schemas.microsoft.com/office/drawing/2014/main" id="{12E998EB-9535-81C7-72DD-AF5216F9F64B}"/>
                </a:ext>
              </a:extLst>
            </p:cNvPr>
            <p:cNvSpPr/>
            <p:nvPr userDrawn="1"/>
          </p:nvSpPr>
          <p:spPr>
            <a:xfrm>
              <a:off x="250814" y="1130094"/>
              <a:ext cx="2835881" cy="2250830"/>
            </a:xfrm>
            <a:prstGeom prst="roundRect">
              <a:avLst>
                <a:gd name="adj" fmla="val 7576"/>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B9C622A6-E548-2BBB-7489-EFEAFD8D1917}"/>
                </a:ext>
              </a:extLst>
            </p:cNvPr>
            <p:cNvSpPr/>
            <p:nvPr userDrawn="1"/>
          </p:nvSpPr>
          <p:spPr>
            <a:xfrm>
              <a:off x="3202311" y="1130094"/>
              <a:ext cx="2835881" cy="2250830"/>
            </a:xfrm>
            <a:prstGeom prst="roundRect">
              <a:avLst>
                <a:gd name="adj" fmla="val 7576"/>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47FB4B08-7D2D-421C-2BB6-B7623E1B1ADA}"/>
                </a:ext>
              </a:extLst>
            </p:cNvPr>
            <p:cNvSpPr/>
            <p:nvPr userDrawn="1"/>
          </p:nvSpPr>
          <p:spPr>
            <a:xfrm>
              <a:off x="6153808" y="1130094"/>
              <a:ext cx="2835881" cy="2250830"/>
            </a:xfrm>
            <a:prstGeom prst="roundRect">
              <a:avLst>
                <a:gd name="adj" fmla="val 7576"/>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296450F8-2106-A5AC-32D2-769C5E661842}"/>
                </a:ext>
              </a:extLst>
            </p:cNvPr>
            <p:cNvSpPr/>
            <p:nvPr userDrawn="1"/>
          </p:nvSpPr>
          <p:spPr>
            <a:xfrm>
              <a:off x="9105305" y="1130094"/>
              <a:ext cx="2835881" cy="2250830"/>
            </a:xfrm>
            <a:prstGeom prst="roundRect">
              <a:avLst>
                <a:gd name="adj" fmla="val 7576"/>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D7ECC319-1A1F-4CA9-B115-E9D00548BF84}"/>
                </a:ext>
              </a:extLst>
            </p:cNvPr>
            <p:cNvSpPr/>
            <p:nvPr userDrawn="1"/>
          </p:nvSpPr>
          <p:spPr>
            <a:xfrm>
              <a:off x="250814" y="3477076"/>
              <a:ext cx="2835881" cy="2250830"/>
            </a:xfrm>
            <a:prstGeom prst="roundRect">
              <a:avLst>
                <a:gd name="adj" fmla="val 7576"/>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B8A43922-7499-FC8E-2C50-765A4D376C30}"/>
                </a:ext>
              </a:extLst>
            </p:cNvPr>
            <p:cNvSpPr/>
            <p:nvPr userDrawn="1"/>
          </p:nvSpPr>
          <p:spPr>
            <a:xfrm>
              <a:off x="3202311" y="3477076"/>
              <a:ext cx="2835881" cy="2250830"/>
            </a:xfrm>
            <a:prstGeom prst="roundRect">
              <a:avLst>
                <a:gd name="adj" fmla="val 7576"/>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FA98D233-4E95-5E6A-989D-379A36876DC8}"/>
                </a:ext>
              </a:extLst>
            </p:cNvPr>
            <p:cNvSpPr/>
            <p:nvPr userDrawn="1"/>
          </p:nvSpPr>
          <p:spPr>
            <a:xfrm>
              <a:off x="6153808" y="3477076"/>
              <a:ext cx="2835881" cy="2250830"/>
            </a:xfrm>
            <a:prstGeom prst="roundRect">
              <a:avLst>
                <a:gd name="adj" fmla="val 7576"/>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D00F191E-B50B-4DB3-A67E-B89621F07F4D}"/>
                </a:ext>
              </a:extLst>
            </p:cNvPr>
            <p:cNvSpPr/>
            <p:nvPr userDrawn="1"/>
          </p:nvSpPr>
          <p:spPr>
            <a:xfrm>
              <a:off x="9105305" y="3477076"/>
              <a:ext cx="2835881" cy="2250830"/>
            </a:xfrm>
            <a:prstGeom prst="roundRect">
              <a:avLst>
                <a:gd name="adj" fmla="val 7576"/>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Content Placeholder 2">
            <a:extLst>
              <a:ext uri="{FF2B5EF4-FFF2-40B4-BE49-F238E27FC236}">
                <a16:creationId xmlns:a16="http://schemas.microsoft.com/office/drawing/2014/main" id="{322B412C-8C27-4193-853F-EE939C1F07A7}"/>
              </a:ext>
            </a:extLst>
          </p:cNvPr>
          <p:cNvSpPr>
            <a:spLocks noGrp="1"/>
          </p:cNvSpPr>
          <p:nvPr>
            <p:ph idx="14"/>
          </p:nvPr>
        </p:nvSpPr>
        <p:spPr>
          <a:xfrm>
            <a:off x="9215136" y="2884657"/>
            <a:ext cx="2616218" cy="588759"/>
          </a:xfrm>
          <a:prstGeom prst="rect">
            <a:avLst/>
          </a:prstGeom>
        </p:spPr>
        <p:txBody>
          <a:bodyPr lIns="91440" tIns="45720" rIns="91440" bIns="45720" anchor="ctr"/>
          <a:lstStyle>
            <a:lvl1pPr marL="0" indent="0" algn="ctr">
              <a:spcBef>
                <a:spcPts val="600"/>
              </a:spcBef>
              <a:buClrTx/>
              <a:buFont typeface="Arial" panose="020B0604020202020204" pitchFamily="34" charset="0"/>
              <a:buNone/>
              <a:tabLst/>
              <a:defRPr sz="1400">
                <a:solidFill>
                  <a:schemeClr val="bg1"/>
                </a:solidFill>
              </a:defRPr>
            </a:lvl1pPr>
            <a:lvl2pPr>
              <a:defRPr sz="1200"/>
            </a:lvl2pPr>
            <a:lvl3pPr>
              <a:defRPr sz="1100"/>
            </a:lvl3pPr>
          </a:lstStyle>
          <a:p>
            <a:pPr lvl="0"/>
            <a:r>
              <a:rPr lang="en-US"/>
              <a:t>Click to edit Master text styles</a:t>
            </a:r>
          </a:p>
        </p:txBody>
      </p:sp>
      <p:sp>
        <p:nvSpPr>
          <p:cNvPr id="3" name="Content Placeholder 2">
            <a:extLst>
              <a:ext uri="{FF2B5EF4-FFF2-40B4-BE49-F238E27FC236}">
                <a16:creationId xmlns:a16="http://schemas.microsoft.com/office/drawing/2014/main" id="{9D2EAC86-63D0-4674-A708-65D026C9552F}"/>
              </a:ext>
            </a:extLst>
          </p:cNvPr>
          <p:cNvSpPr>
            <a:spLocks noGrp="1"/>
          </p:cNvSpPr>
          <p:nvPr>
            <p:ph idx="1"/>
          </p:nvPr>
        </p:nvSpPr>
        <p:spPr>
          <a:xfrm>
            <a:off x="358156" y="2884657"/>
            <a:ext cx="2621196" cy="588759"/>
          </a:xfrm>
          <a:prstGeom prst="rect">
            <a:avLst/>
          </a:prstGeom>
        </p:spPr>
        <p:txBody>
          <a:bodyPr lIns="91440" tIns="45720" rIns="91440" bIns="45720" anchor="ctr"/>
          <a:lstStyle>
            <a:lvl1pPr marL="9525" indent="0" algn="ctr">
              <a:spcBef>
                <a:spcPts val="600"/>
              </a:spcBef>
              <a:buClrTx/>
              <a:buFont typeface="Arial" panose="020B0604020202020204" pitchFamily="34" charset="0"/>
              <a:buNone/>
              <a:tabLst/>
              <a:defRPr sz="1400">
                <a:solidFill>
                  <a:schemeClr val="bg1"/>
                </a:solidFill>
              </a:defRPr>
            </a:lvl1pPr>
            <a:lvl2pPr>
              <a:defRPr sz="1200"/>
            </a:lvl2pPr>
            <a:lvl3pPr>
              <a:defRPr sz="1100"/>
            </a:lvl3pPr>
          </a:lstStyle>
          <a:p>
            <a:pPr lvl="0"/>
            <a:r>
              <a:rPr lang="en-US"/>
              <a:t>Click to edit Master text styles</a:t>
            </a:r>
          </a:p>
        </p:txBody>
      </p:sp>
      <p:sp>
        <p:nvSpPr>
          <p:cNvPr id="7" name="Content Placeholder 2">
            <a:extLst>
              <a:ext uri="{FF2B5EF4-FFF2-40B4-BE49-F238E27FC236}">
                <a16:creationId xmlns:a16="http://schemas.microsoft.com/office/drawing/2014/main" id="{F20AF647-F3CA-4756-92D9-ECC2426C8BEE}"/>
              </a:ext>
            </a:extLst>
          </p:cNvPr>
          <p:cNvSpPr>
            <a:spLocks noGrp="1"/>
          </p:cNvSpPr>
          <p:nvPr>
            <p:ph idx="12"/>
          </p:nvPr>
        </p:nvSpPr>
        <p:spPr>
          <a:xfrm>
            <a:off x="3312142" y="2884657"/>
            <a:ext cx="2616218" cy="588759"/>
          </a:xfrm>
          <a:prstGeom prst="rect">
            <a:avLst/>
          </a:prstGeom>
        </p:spPr>
        <p:txBody>
          <a:bodyPr lIns="91440" tIns="45720" rIns="91440" bIns="45720" anchor="ctr"/>
          <a:lstStyle>
            <a:lvl1pPr marL="0" indent="0" algn="ctr">
              <a:spcBef>
                <a:spcPts val="600"/>
              </a:spcBef>
              <a:buClrTx/>
              <a:buFont typeface="Arial" panose="020B0604020202020204" pitchFamily="34" charset="0"/>
              <a:buNone/>
              <a:tabLst/>
              <a:defRPr sz="1400">
                <a:solidFill>
                  <a:schemeClr val="bg1"/>
                </a:solidFill>
              </a:defRPr>
            </a:lvl1pPr>
            <a:lvl2pPr>
              <a:defRPr sz="1200"/>
            </a:lvl2pPr>
            <a:lvl3pPr>
              <a:defRPr sz="1100"/>
            </a:lvl3pPr>
          </a:lstStyle>
          <a:p>
            <a:pPr lvl="0"/>
            <a:r>
              <a:rPr lang="en-US"/>
              <a:t>Click to edit Master text styles</a:t>
            </a:r>
          </a:p>
        </p:txBody>
      </p:sp>
      <p:sp>
        <p:nvSpPr>
          <p:cNvPr id="11" name="Content Placeholder 2">
            <a:extLst>
              <a:ext uri="{FF2B5EF4-FFF2-40B4-BE49-F238E27FC236}">
                <a16:creationId xmlns:a16="http://schemas.microsoft.com/office/drawing/2014/main" id="{FBE300D3-B0EC-408C-8C13-48CD8BF2ED8D}"/>
              </a:ext>
            </a:extLst>
          </p:cNvPr>
          <p:cNvSpPr>
            <a:spLocks noGrp="1"/>
          </p:cNvSpPr>
          <p:nvPr>
            <p:ph idx="17"/>
          </p:nvPr>
        </p:nvSpPr>
        <p:spPr>
          <a:xfrm>
            <a:off x="6263639" y="2884657"/>
            <a:ext cx="2616218" cy="588759"/>
          </a:xfrm>
          <a:prstGeom prst="rect">
            <a:avLst/>
          </a:prstGeom>
        </p:spPr>
        <p:txBody>
          <a:bodyPr lIns="91440" tIns="45720" rIns="91440" bIns="45720" anchor="ctr"/>
          <a:lstStyle>
            <a:lvl1pPr marL="0" indent="0" algn="ctr">
              <a:spcBef>
                <a:spcPts val="600"/>
              </a:spcBef>
              <a:buClrTx/>
              <a:buFont typeface="Arial" panose="020B0604020202020204" pitchFamily="34" charset="0"/>
              <a:buNone/>
              <a:tabLst/>
              <a:defRPr sz="1400">
                <a:solidFill>
                  <a:schemeClr val="bg1"/>
                </a:solidFill>
              </a:defRPr>
            </a:lvl1pPr>
            <a:lvl2pPr>
              <a:defRPr sz="1200"/>
            </a:lvl2pPr>
            <a:lvl3pPr>
              <a:defRPr sz="1100"/>
            </a:lvl3pPr>
          </a:lstStyle>
          <a:p>
            <a:pPr lvl="0"/>
            <a:r>
              <a:rPr lang="en-US"/>
              <a:t>Click to edit Master text styles</a:t>
            </a:r>
          </a:p>
        </p:txBody>
      </p:sp>
      <p:sp>
        <p:nvSpPr>
          <p:cNvPr id="32" name="Text Placeholder 31">
            <a:extLst>
              <a:ext uri="{FF2B5EF4-FFF2-40B4-BE49-F238E27FC236}">
                <a16:creationId xmlns:a16="http://schemas.microsoft.com/office/drawing/2014/main" id="{26C0D331-8648-89FC-A91D-53ADA78D0A58}"/>
              </a:ext>
            </a:extLst>
          </p:cNvPr>
          <p:cNvSpPr>
            <a:spLocks noGrp="1"/>
          </p:cNvSpPr>
          <p:nvPr>
            <p:ph type="body" sz="quarter" idx="18" hasCustomPrompt="1"/>
          </p:nvPr>
        </p:nvSpPr>
        <p:spPr>
          <a:xfrm>
            <a:off x="358156" y="1438680"/>
            <a:ext cx="2621196" cy="588759"/>
          </a:xfrm>
          <a:prstGeom prst="rect">
            <a:avLst/>
          </a:prstGeom>
        </p:spPr>
        <p:txBody>
          <a:bodyPr anchor="ctr"/>
          <a:lstStyle>
            <a:lvl1pPr marL="0" indent="0" algn="ctr">
              <a:buNone/>
              <a:defRPr sz="1400" b="1" cap="all" baseline="0">
                <a:solidFill>
                  <a:schemeClr val="bg1"/>
                </a:solidFill>
              </a:defRPr>
            </a:lvl1pPr>
          </a:lstStyle>
          <a:p>
            <a:pPr lvl="0"/>
            <a:r>
              <a:rPr lang="en-US"/>
              <a:t>Heading</a:t>
            </a:r>
          </a:p>
        </p:txBody>
      </p:sp>
      <p:sp>
        <p:nvSpPr>
          <p:cNvPr id="33" name="Text Placeholder 31">
            <a:extLst>
              <a:ext uri="{FF2B5EF4-FFF2-40B4-BE49-F238E27FC236}">
                <a16:creationId xmlns:a16="http://schemas.microsoft.com/office/drawing/2014/main" id="{E592DA43-0374-0D96-4D50-BD16E5513FDC}"/>
              </a:ext>
            </a:extLst>
          </p:cNvPr>
          <p:cNvSpPr>
            <a:spLocks noGrp="1"/>
          </p:cNvSpPr>
          <p:nvPr>
            <p:ph type="body" sz="quarter" idx="19" hasCustomPrompt="1"/>
          </p:nvPr>
        </p:nvSpPr>
        <p:spPr>
          <a:xfrm>
            <a:off x="3309653" y="1438680"/>
            <a:ext cx="2621196" cy="588759"/>
          </a:xfrm>
          <a:prstGeom prst="rect">
            <a:avLst/>
          </a:prstGeom>
        </p:spPr>
        <p:txBody>
          <a:bodyPr anchor="ctr"/>
          <a:lstStyle>
            <a:lvl1pPr marL="0" indent="0" algn="ctr">
              <a:buNone/>
              <a:defRPr sz="1400" b="1" cap="all" baseline="0">
                <a:solidFill>
                  <a:schemeClr val="bg1"/>
                </a:solidFill>
              </a:defRPr>
            </a:lvl1pPr>
          </a:lstStyle>
          <a:p>
            <a:pPr lvl="0"/>
            <a:r>
              <a:rPr lang="en-US"/>
              <a:t>Heading</a:t>
            </a:r>
          </a:p>
        </p:txBody>
      </p:sp>
      <p:sp>
        <p:nvSpPr>
          <p:cNvPr id="34" name="Text Placeholder 31">
            <a:extLst>
              <a:ext uri="{FF2B5EF4-FFF2-40B4-BE49-F238E27FC236}">
                <a16:creationId xmlns:a16="http://schemas.microsoft.com/office/drawing/2014/main" id="{FB5743A2-E96E-24CA-6286-9A94B4C2168D}"/>
              </a:ext>
            </a:extLst>
          </p:cNvPr>
          <p:cNvSpPr>
            <a:spLocks noGrp="1"/>
          </p:cNvSpPr>
          <p:nvPr>
            <p:ph type="body" sz="quarter" idx="20" hasCustomPrompt="1"/>
          </p:nvPr>
        </p:nvSpPr>
        <p:spPr>
          <a:xfrm>
            <a:off x="6261150" y="1438680"/>
            <a:ext cx="2621196" cy="588759"/>
          </a:xfrm>
          <a:prstGeom prst="rect">
            <a:avLst/>
          </a:prstGeom>
        </p:spPr>
        <p:txBody>
          <a:bodyPr anchor="ctr"/>
          <a:lstStyle>
            <a:lvl1pPr marL="0" indent="0" algn="ctr">
              <a:buNone/>
              <a:defRPr sz="1400" b="1" cap="all" baseline="0">
                <a:solidFill>
                  <a:schemeClr val="bg1"/>
                </a:solidFill>
              </a:defRPr>
            </a:lvl1pPr>
          </a:lstStyle>
          <a:p>
            <a:pPr lvl="0"/>
            <a:r>
              <a:rPr lang="en-US"/>
              <a:t>Heading</a:t>
            </a:r>
          </a:p>
        </p:txBody>
      </p:sp>
      <p:sp>
        <p:nvSpPr>
          <p:cNvPr id="35" name="Text Placeholder 31">
            <a:extLst>
              <a:ext uri="{FF2B5EF4-FFF2-40B4-BE49-F238E27FC236}">
                <a16:creationId xmlns:a16="http://schemas.microsoft.com/office/drawing/2014/main" id="{0FAB2532-D42D-DA43-409B-880791C1F8F1}"/>
              </a:ext>
            </a:extLst>
          </p:cNvPr>
          <p:cNvSpPr>
            <a:spLocks noGrp="1"/>
          </p:cNvSpPr>
          <p:nvPr>
            <p:ph type="body" sz="quarter" idx="21" hasCustomPrompt="1"/>
          </p:nvPr>
        </p:nvSpPr>
        <p:spPr>
          <a:xfrm>
            <a:off x="9212647" y="1438680"/>
            <a:ext cx="2621196" cy="588759"/>
          </a:xfrm>
          <a:prstGeom prst="rect">
            <a:avLst/>
          </a:prstGeom>
        </p:spPr>
        <p:txBody>
          <a:bodyPr anchor="ctr"/>
          <a:lstStyle>
            <a:lvl1pPr marL="0" indent="0" algn="ctr">
              <a:buNone/>
              <a:defRPr sz="1400" b="1" cap="all" baseline="0">
                <a:solidFill>
                  <a:schemeClr val="bg1"/>
                </a:solidFill>
              </a:defRPr>
            </a:lvl1pPr>
          </a:lstStyle>
          <a:p>
            <a:pPr lvl="0"/>
            <a:r>
              <a:rPr lang="en-US"/>
              <a:t>Heading</a:t>
            </a:r>
          </a:p>
        </p:txBody>
      </p:sp>
      <p:sp>
        <p:nvSpPr>
          <p:cNvPr id="58" name="Content Placeholder 2">
            <a:extLst>
              <a:ext uri="{FF2B5EF4-FFF2-40B4-BE49-F238E27FC236}">
                <a16:creationId xmlns:a16="http://schemas.microsoft.com/office/drawing/2014/main" id="{F297F8D9-6C17-878B-124A-53F523D4DF35}"/>
              </a:ext>
            </a:extLst>
          </p:cNvPr>
          <p:cNvSpPr>
            <a:spLocks noGrp="1"/>
          </p:cNvSpPr>
          <p:nvPr>
            <p:ph idx="22"/>
          </p:nvPr>
        </p:nvSpPr>
        <p:spPr>
          <a:xfrm>
            <a:off x="9215136" y="5233221"/>
            <a:ext cx="2616218" cy="588759"/>
          </a:xfrm>
          <a:prstGeom prst="rect">
            <a:avLst/>
          </a:prstGeom>
        </p:spPr>
        <p:txBody>
          <a:bodyPr lIns="91440" tIns="45720" rIns="91440" bIns="45720" anchor="ctr"/>
          <a:lstStyle>
            <a:lvl1pPr marL="0" indent="0" algn="ctr">
              <a:spcBef>
                <a:spcPts val="600"/>
              </a:spcBef>
              <a:buClrTx/>
              <a:buFont typeface="Arial" panose="020B0604020202020204" pitchFamily="34" charset="0"/>
              <a:buNone/>
              <a:tabLst/>
              <a:defRPr sz="1400">
                <a:solidFill>
                  <a:schemeClr val="bg1"/>
                </a:solidFill>
              </a:defRPr>
            </a:lvl1pPr>
            <a:lvl2pPr>
              <a:defRPr sz="1200"/>
            </a:lvl2pPr>
            <a:lvl3pPr>
              <a:defRPr sz="1100"/>
            </a:lvl3pPr>
          </a:lstStyle>
          <a:p>
            <a:pPr lvl="0"/>
            <a:r>
              <a:rPr lang="en-US"/>
              <a:t>Click to edit Master text styles</a:t>
            </a:r>
          </a:p>
        </p:txBody>
      </p:sp>
      <p:sp>
        <p:nvSpPr>
          <p:cNvPr id="59" name="Content Placeholder 2">
            <a:extLst>
              <a:ext uri="{FF2B5EF4-FFF2-40B4-BE49-F238E27FC236}">
                <a16:creationId xmlns:a16="http://schemas.microsoft.com/office/drawing/2014/main" id="{95B135D2-4166-5385-3AE6-DF682961B1FA}"/>
              </a:ext>
            </a:extLst>
          </p:cNvPr>
          <p:cNvSpPr>
            <a:spLocks noGrp="1"/>
          </p:cNvSpPr>
          <p:nvPr>
            <p:ph idx="23"/>
          </p:nvPr>
        </p:nvSpPr>
        <p:spPr>
          <a:xfrm>
            <a:off x="358156" y="5233221"/>
            <a:ext cx="2621196" cy="588759"/>
          </a:xfrm>
          <a:prstGeom prst="rect">
            <a:avLst/>
          </a:prstGeom>
        </p:spPr>
        <p:txBody>
          <a:bodyPr lIns="91440" tIns="45720" rIns="91440" bIns="45720" anchor="ctr"/>
          <a:lstStyle>
            <a:lvl1pPr marL="9525" indent="0" algn="ctr">
              <a:spcBef>
                <a:spcPts val="600"/>
              </a:spcBef>
              <a:buClrTx/>
              <a:buFont typeface="Arial" panose="020B0604020202020204" pitchFamily="34" charset="0"/>
              <a:buNone/>
              <a:tabLst/>
              <a:defRPr sz="1400">
                <a:solidFill>
                  <a:schemeClr val="bg1"/>
                </a:solidFill>
              </a:defRPr>
            </a:lvl1pPr>
            <a:lvl2pPr>
              <a:defRPr sz="1200"/>
            </a:lvl2pPr>
            <a:lvl3pPr>
              <a:defRPr sz="1100"/>
            </a:lvl3pPr>
          </a:lstStyle>
          <a:p>
            <a:pPr lvl="0"/>
            <a:r>
              <a:rPr lang="en-US"/>
              <a:t>Click to edit Master text styles</a:t>
            </a:r>
          </a:p>
        </p:txBody>
      </p:sp>
      <p:sp>
        <p:nvSpPr>
          <p:cNvPr id="60" name="Content Placeholder 2">
            <a:extLst>
              <a:ext uri="{FF2B5EF4-FFF2-40B4-BE49-F238E27FC236}">
                <a16:creationId xmlns:a16="http://schemas.microsoft.com/office/drawing/2014/main" id="{0BFCAEBF-B9D7-00FF-54C7-34FBF363154E}"/>
              </a:ext>
            </a:extLst>
          </p:cNvPr>
          <p:cNvSpPr>
            <a:spLocks noGrp="1"/>
          </p:cNvSpPr>
          <p:nvPr>
            <p:ph idx="24"/>
          </p:nvPr>
        </p:nvSpPr>
        <p:spPr>
          <a:xfrm>
            <a:off x="3312142" y="5233221"/>
            <a:ext cx="2616218" cy="588759"/>
          </a:xfrm>
          <a:prstGeom prst="rect">
            <a:avLst/>
          </a:prstGeom>
        </p:spPr>
        <p:txBody>
          <a:bodyPr lIns="91440" tIns="45720" rIns="91440" bIns="45720" anchor="ctr"/>
          <a:lstStyle>
            <a:lvl1pPr marL="0" indent="0" algn="ctr">
              <a:spcBef>
                <a:spcPts val="600"/>
              </a:spcBef>
              <a:buClrTx/>
              <a:buFont typeface="Arial" panose="020B0604020202020204" pitchFamily="34" charset="0"/>
              <a:buNone/>
              <a:tabLst/>
              <a:defRPr sz="1400">
                <a:solidFill>
                  <a:schemeClr val="bg1"/>
                </a:solidFill>
              </a:defRPr>
            </a:lvl1pPr>
            <a:lvl2pPr>
              <a:defRPr sz="1200"/>
            </a:lvl2pPr>
            <a:lvl3pPr>
              <a:defRPr sz="1100"/>
            </a:lvl3pPr>
          </a:lstStyle>
          <a:p>
            <a:pPr lvl="0"/>
            <a:r>
              <a:rPr lang="en-US"/>
              <a:t>Click to edit Master text styles</a:t>
            </a:r>
          </a:p>
        </p:txBody>
      </p:sp>
      <p:sp>
        <p:nvSpPr>
          <p:cNvPr id="61" name="Content Placeholder 2">
            <a:extLst>
              <a:ext uri="{FF2B5EF4-FFF2-40B4-BE49-F238E27FC236}">
                <a16:creationId xmlns:a16="http://schemas.microsoft.com/office/drawing/2014/main" id="{04D23508-872F-B257-DB10-D5A872D42E1C}"/>
              </a:ext>
            </a:extLst>
          </p:cNvPr>
          <p:cNvSpPr>
            <a:spLocks noGrp="1"/>
          </p:cNvSpPr>
          <p:nvPr>
            <p:ph idx="25"/>
          </p:nvPr>
        </p:nvSpPr>
        <p:spPr>
          <a:xfrm>
            <a:off x="6263639" y="5233221"/>
            <a:ext cx="2616218" cy="588759"/>
          </a:xfrm>
          <a:prstGeom prst="rect">
            <a:avLst/>
          </a:prstGeom>
        </p:spPr>
        <p:txBody>
          <a:bodyPr lIns="91440" tIns="45720" rIns="91440" bIns="45720" anchor="ctr"/>
          <a:lstStyle>
            <a:lvl1pPr marL="0" indent="0" algn="ctr">
              <a:spcBef>
                <a:spcPts val="600"/>
              </a:spcBef>
              <a:buClrTx/>
              <a:buFont typeface="Arial" panose="020B0604020202020204" pitchFamily="34" charset="0"/>
              <a:buNone/>
              <a:tabLst/>
              <a:defRPr sz="1400">
                <a:solidFill>
                  <a:schemeClr val="bg1"/>
                </a:solidFill>
              </a:defRPr>
            </a:lvl1pPr>
            <a:lvl2pPr>
              <a:defRPr sz="1200"/>
            </a:lvl2pPr>
            <a:lvl3pPr>
              <a:defRPr sz="1100"/>
            </a:lvl3pPr>
          </a:lstStyle>
          <a:p>
            <a:pPr lvl="0"/>
            <a:r>
              <a:rPr lang="en-US"/>
              <a:t>Click to edit Master text styles</a:t>
            </a:r>
          </a:p>
        </p:txBody>
      </p:sp>
      <p:sp>
        <p:nvSpPr>
          <p:cNvPr id="62" name="Text Placeholder 31">
            <a:extLst>
              <a:ext uri="{FF2B5EF4-FFF2-40B4-BE49-F238E27FC236}">
                <a16:creationId xmlns:a16="http://schemas.microsoft.com/office/drawing/2014/main" id="{C4300C08-5162-EFB6-216B-E414777816DF}"/>
              </a:ext>
            </a:extLst>
          </p:cNvPr>
          <p:cNvSpPr>
            <a:spLocks noGrp="1"/>
          </p:cNvSpPr>
          <p:nvPr>
            <p:ph type="body" sz="quarter" idx="26" hasCustomPrompt="1"/>
          </p:nvPr>
        </p:nvSpPr>
        <p:spPr>
          <a:xfrm>
            <a:off x="358156" y="3787244"/>
            <a:ext cx="2621196" cy="588759"/>
          </a:xfrm>
          <a:prstGeom prst="rect">
            <a:avLst/>
          </a:prstGeom>
        </p:spPr>
        <p:txBody>
          <a:bodyPr anchor="ctr"/>
          <a:lstStyle>
            <a:lvl1pPr marL="0" indent="0" algn="ctr">
              <a:buNone/>
              <a:defRPr sz="1400" b="1" cap="all" baseline="0">
                <a:solidFill>
                  <a:schemeClr val="bg1"/>
                </a:solidFill>
              </a:defRPr>
            </a:lvl1pPr>
          </a:lstStyle>
          <a:p>
            <a:pPr lvl="0"/>
            <a:r>
              <a:rPr lang="en-US"/>
              <a:t>Heading</a:t>
            </a:r>
          </a:p>
        </p:txBody>
      </p:sp>
      <p:sp>
        <p:nvSpPr>
          <p:cNvPr id="63" name="Text Placeholder 31">
            <a:extLst>
              <a:ext uri="{FF2B5EF4-FFF2-40B4-BE49-F238E27FC236}">
                <a16:creationId xmlns:a16="http://schemas.microsoft.com/office/drawing/2014/main" id="{F4DF3C9F-F3E2-09FC-FD54-7D2FEA9DFB0A}"/>
              </a:ext>
            </a:extLst>
          </p:cNvPr>
          <p:cNvSpPr>
            <a:spLocks noGrp="1"/>
          </p:cNvSpPr>
          <p:nvPr>
            <p:ph type="body" sz="quarter" idx="27" hasCustomPrompt="1"/>
          </p:nvPr>
        </p:nvSpPr>
        <p:spPr>
          <a:xfrm>
            <a:off x="3309653" y="3787244"/>
            <a:ext cx="2621196" cy="588759"/>
          </a:xfrm>
          <a:prstGeom prst="rect">
            <a:avLst/>
          </a:prstGeom>
        </p:spPr>
        <p:txBody>
          <a:bodyPr anchor="ctr"/>
          <a:lstStyle>
            <a:lvl1pPr marL="0" indent="0" algn="ctr">
              <a:buNone/>
              <a:defRPr sz="1400" b="1" cap="all" baseline="0">
                <a:solidFill>
                  <a:schemeClr val="bg1"/>
                </a:solidFill>
              </a:defRPr>
            </a:lvl1pPr>
          </a:lstStyle>
          <a:p>
            <a:pPr lvl="0"/>
            <a:r>
              <a:rPr lang="en-US"/>
              <a:t>Heading</a:t>
            </a:r>
          </a:p>
        </p:txBody>
      </p:sp>
      <p:sp>
        <p:nvSpPr>
          <p:cNvPr id="64" name="Text Placeholder 31">
            <a:extLst>
              <a:ext uri="{FF2B5EF4-FFF2-40B4-BE49-F238E27FC236}">
                <a16:creationId xmlns:a16="http://schemas.microsoft.com/office/drawing/2014/main" id="{6EF6F947-C2E2-E3BF-812B-18C8832EE8DB}"/>
              </a:ext>
            </a:extLst>
          </p:cNvPr>
          <p:cNvSpPr>
            <a:spLocks noGrp="1"/>
          </p:cNvSpPr>
          <p:nvPr>
            <p:ph type="body" sz="quarter" idx="28" hasCustomPrompt="1"/>
          </p:nvPr>
        </p:nvSpPr>
        <p:spPr>
          <a:xfrm>
            <a:off x="6261150" y="3787244"/>
            <a:ext cx="2621196" cy="588759"/>
          </a:xfrm>
          <a:prstGeom prst="rect">
            <a:avLst/>
          </a:prstGeom>
        </p:spPr>
        <p:txBody>
          <a:bodyPr anchor="ctr"/>
          <a:lstStyle>
            <a:lvl1pPr marL="0" indent="0" algn="ctr">
              <a:buNone/>
              <a:defRPr sz="1400" b="1" cap="all" baseline="0">
                <a:solidFill>
                  <a:schemeClr val="bg1"/>
                </a:solidFill>
              </a:defRPr>
            </a:lvl1pPr>
          </a:lstStyle>
          <a:p>
            <a:pPr lvl="0"/>
            <a:r>
              <a:rPr lang="en-US"/>
              <a:t>Heading</a:t>
            </a:r>
          </a:p>
        </p:txBody>
      </p:sp>
      <p:sp>
        <p:nvSpPr>
          <p:cNvPr id="65" name="Text Placeholder 31">
            <a:extLst>
              <a:ext uri="{FF2B5EF4-FFF2-40B4-BE49-F238E27FC236}">
                <a16:creationId xmlns:a16="http://schemas.microsoft.com/office/drawing/2014/main" id="{78905E72-0B73-4198-CE66-31324A2FF565}"/>
              </a:ext>
            </a:extLst>
          </p:cNvPr>
          <p:cNvSpPr>
            <a:spLocks noGrp="1"/>
          </p:cNvSpPr>
          <p:nvPr>
            <p:ph type="body" sz="quarter" idx="29" hasCustomPrompt="1"/>
          </p:nvPr>
        </p:nvSpPr>
        <p:spPr>
          <a:xfrm>
            <a:off x="9212647" y="3787244"/>
            <a:ext cx="2621196" cy="588759"/>
          </a:xfrm>
          <a:prstGeom prst="rect">
            <a:avLst/>
          </a:prstGeom>
        </p:spPr>
        <p:txBody>
          <a:bodyPr anchor="ctr"/>
          <a:lstStyle>
            <a:lvl1pPr marL="0" indent="0" algn="ctr">
              <a:buNone/>
              <a:defRPr sz="1400" b="1" cap="all" baseline="0">
                <a:solidFill>
                  <a:schemeClr val="bg1"/>
                </a:solidFill>
              </a:defRPr>
            </a:lvl1pPr>
          </a:lstStyle>
          <a:p>
            <a:pPr lvl="0"/>
            <a:r>
              <a:rPr lang="en-US"/>
              <a:t>Heading</a:t>
            </a:r>
          </a:p>
        </p:txBody>
      </p:sp>
    </p:spTree>
    <p:extLst>
      <p:ext uri="{BB962C8B-B14F-4D97-AF65-F5344CB8AC3E}">
        <p14:creationId xmlns:p14="http://schemas.microsoft.com/office/powerpoint/2010/main" val="66473519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Closing Slide Dark">
    <p:bg>
      <p:bgPr>
        <a:solidFill>
          <a:schemeClr val="tx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26161610-A5AB-94CE-12D7-FD7688B33237}"/>
              </a:ext>
            </a:extLst>
          </p:cNvPr>
          <p:cNvGrpSpPr/>
          <p:nvPr userDrawn="1"/>
        </p:nvGrpSpPr>
        <p:grpSpPr>
          <a:xfrm>
            <a:off x="0" y="-1"/>
            <a:ext cx="11681463" cy="6846994"/>
            <a:chOff x="0" y="-1"/>
            <a:chExt cx="11681463" cy="6846994"/>
          </a:xfrm>
        </p:grpSpPr>
        <p:pic>
          <p:nvPicPr>
            <p:cNvPr id="4" name="Picture 9">
              <a:extLst>
                <a:ext uri="{FF2B5EF4-FFF2-40B4-BE49-F238E27FC236}">
                  <a16:creationId xmlns:a16="http://schemas.microsoft.com/office/drawing/2014/main" id="{11CD8753-11FB-1A29-682B-DF7D4568A08E}"/>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a:stretch/>
          </p:blipFill>
          <p:spPr>
            <a:xfrm>
              <a:off x="5269854" y="-1"/>
              <a:ext cx="6411609" cy="4386871"/>
            </a:xfrm>
            <a:prstGeom prst="rect">
              <a:avLst/>
            </a:prstGeom>
          </p:spPr>
        </p:pic>
        <p:sp>
          <p:nvSpPr>
            <p:cNvPr id="5" name="Rectangle 4">
              <a:extLst>
                <a:ext uri="{FF2B5EF4-FFF2-40B4-BE49-F238E27FC236}">
                  <a16:creationId xmlns:a16="http://schemas.microsoft.com/office/drawing/2014/main" id="{AE7FBB5E-E6A4-6EBD-16CE-C0F5E697AD00}"/>
                </a:ext>
              </a:extLst>
            </p:cNvPr>
            <p:cNvSpPr/>
            <p:nvPr userDrawn="1"/>
          </p:nvSpPr>
          <p:spPr>
            <a:xfrm>
              <a:off x="10184508" y="5401650"/>
              <a:ext cx="1057043" cy="1445343"/>
            </a:xfrm>
            <a:prstGeom prst="rect">
              <a:avLst/>
            </a:prstGeom>
            <a:solidFill>
              <a:schemeClr val="tx2">
                <a:alpha val="1991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a:p>
          </p:txBody>
        </p:sp>
        <p:sp>
          <p:nvSpPr>
            <p:cNvPr id="6" name="Rectangle 5">
              <a:extLst>
                <a:ext uri="{FF2B5EF4-FFF2-40B4-BE49-F238E27FC236}">
                  <a16:creationId xmlns:a16="http://schemas.microsoft.com/office/drawing/2014/main" id="{1601696B-F4E5-495B-BFE4-3B8A636095D8}"/>
                </a:ext>
              </a:extLst>
            </p:cNvPr>
            <p:cNvSpPr/>
            <p:nvPr userDrawn="1"/>
          </p:nvSpPr>
          <p:spPr>
            <a:xfrm>
              <a:off x="11111690" y="4700510"/>
              <a:ext cx="259722" cy="1053721"/>
            </a:xfrm>
            <a:prstGeom prst="rect">
              <a:avLst/>
            </a:prstGeom>
            <a:solidFill>
              <a:schemeClr val="tx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a:p>
          </p:txBody>
        </p:sp>
        <p:sp>
          <p:nvSpPr>
            <p:cNvPr id="14" name="Rectangle 13">
              <a:extLst>
                <a:ext uri="{FF2B5EF4-FFF2-40B4-BE49-F238E27FC236}">
                  <a16:creationId xmlns:a16="http://schemas.microsoft.com/office/drawing/2014/main" id="{74D06D1C-BF39-118D-0038-9EB924369D5E}"/>
                </a:ext>
              </a:extLst>
            </p:cNvPr>
            <p:cNvSpPr/>
            <p:nvPr userDrawn="1"/>
          </p:nvSpPr>
          <p:spPr>
            <a:xfrm>
              <a:off x="8475659" y="1422950"/>
              <a:ext cx="1330036" cy="2143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4">
              <a:extLst>
                <a:ext uri="{FF2B5EF4-FFF2-40B4-BE49-F238E27FC236}">
                  <a16:creationId xmlns:a16="http://schemas.microsoft.com/office/drawing/2014/main" id="{E49225CD-4609-3482-22EB-9947FD3C5AB8}"/>
                </a:ext>
              </a:extLst>
            </p:cNvPr>
            <p:cNvPicPr>
              <a:picLocks noChangeAspect="1"/>
            </p:cNvPicPr>
            <p:nvPr userDrawn="1"/>
          </p:nvPicPr>
          <p:blipFill>
            <a:blip r:embed="rId4">
              <a:extLst>
                <a:ext uri="{96DAC541-7B7A-43D3-8B79-37D633B846F1}">
                  <asvg:svgBlip xmlns:asvg="http://schemas.microsoft.com/office/drawing/2016/SVG/main" r:embed="rId5"/>
                </a:ext>
              </a:extLst>
            </a:blip>
            <a:srcRect l="92" t="4" r="40848" b="66110"/>
            <a:stretch>
              <a:fillRect/>
            </a:stretch>
          </p:blipFill>
          <p:spPr>
            <a:xfrm>
              <a:off x="8041503" y="5017833"/>
              <a:ext cx="2518921" cy="983579"/>
            </a:xfrm>
            <a:custGeom>
              <a:avLst/>
              <a:gdLst>
                <a:gd name="connsiteX0" fmla="*/ 0 w 48005999"/>
                <a:gd name="connsiteY0" fmla="*/ 0 h 18745200"/>
                <a:gd name="connsiteX1" fmla="*/ 48005999 w 48005999"/>
                <a:gd name="connsiteY1" fmla="*/ 0 h 18745200"/>
                <a:gd name="connsiteX2" fmla="*/ 48005999 w 48005999"/>
                <a:gd name="connsiteY2" fmla="*/ 18745200 h 18745200"/>
                <a:gd name="connsiteX3" fmla="*/ 0 w 48005999"/>
                <a:gd name="connsiteY3" fmla="*/ 18745200 h 18745200"/>
              </a:gdLst>
              <a:ahLst/>
              <a:cxnLst>
                <a:cxn ang="0">
                  <a:pos x="connsiteX0" y="connsiteY0"/>
                </a:cxn>
                <a:cxn ang="0">
                  <a:pos x="connsiteX1" y="connsiteY1"/>
                </a:cxn>
                <a:cxn ang="0">
                  <a:pos x="connsiteX2" y="connsiteY2"/>
                </a:cxn>
                <a:cxn ang="0">
                  <a:pos x="connsiteX3" y="connsiteY3"/>
                </a:cxn>
              </a:cxnLst>
              <a:rect l="l" t="t" r="r" b="b"/>
              <a:pathLst>
                <a:path w="48005999" h="18745200">
                  <a:moveTo>
                    <a:pt x="0" y="0"/>
                  </a:moveTo>
                  <a:lnTo>
                    <a:pt x="48005999" y="0"/>
                  </a:lnTo>
                  <a:lnTo>
                    <a:pt x="48005999" y="18745200"/>
                  </a:lnTo>
                  <a:lnTo>
                    <a:pt x="0" y="18745200"/>
                  </a:lnTo>
                  <a:close/>
                </a:path>
              </a:pathLst>
            </a:custGeom>
          </p:spPr>
        </p:pic>
        <p:sp>
          <p:nvSpPr>
            <p:cNvPr id="16" name="Rectangle 15">
              <a:extLst>
                <a:ext uri="{FF2B5EF4-FFF2-40B4-BE49-F238E27FC236}">
                  <a16:creationId xmlns:a16="http://schemas.microsoft.com/office/drawing/2014/main" id="{BCFB354A-858A-BDF5-F3D5-5F1F68489C38}"/>
                </a:ext>
              </a:extLst>
            </p:cNvPr>
            <p:cNvSpPr/>
            <p:nvPr userDrawn="1"/>
          </p:nvSpPr>
          <p:spPr>
            <a:xfrm>
              <a:off x="0" y="501387"/>
              <a:ext cx="1330036" cy="2143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9228253-585F-8175-B54A-6FB2DDC39299}"/>
                </a:ext>
              </a:extLst>
            </p:cNvPr>
            <p:cNvSpPr/>
            <p:nvPr userDrawn="1"/>
          </p:nvSpPr>
          <p:spPr>
            <a:xfrm>
              <a:off x="1918243" y="6139133"/>
              <a:ext cx="1330036" cy="2143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aphic 10">
            <a:extLst>
              <a:ext uri="{FF2B5EF4-FFF2-40B4-BE49-F238E27FC236}">
                <a16:creationId xmlns:a16="http://schemas.microsoft.com/office/drawing/2014/main" id="{60ADD1B8-5570-FBF7-01C7-5290AEA93BA9}"/>
              </a:ext>
            </a:extLst>
          </p:cNvPr>
          <p:cNvGrpSpPr/>
          <p:nvPr userDrawn="1"/>
        </p:nvGrpSpPr>
        <p:grpSpPr>
          <a:xfrm>
            <a:off x="4039009" y="3207886"/>
            <a:ext cx="4113983" cy="459309"/>
            <a:chOff x="708891" y="4649173"/>
            <a:chExt cx="11357397" cy="1268009"/>
          </a:xfrm>
        </p:grpSpPr>
        <p:sp>
          <p:nvSpPr>
            <p:cNvPr id="19" name="Freeform 18">
              <a:extLst>
                <a:ext uri="{FF2B5EF4-FFF2-40B4-BE49-F238E27FC236}">
                  <a16:creationId xmlns:a16="http://schemas.microsoft.com/office/drawing/2014/main" id="{909CFE62-B31B-BCAD-5E24-ED51F5D963B5}"/>
                </a:ext>
              </a:extLst>
            </p:cNvPr>
            <p:cNvSpPr/>
            <p:nvPr/>
          </p:nvSpPr>
          <p:spPr>
            <a:xfrm>
              <a:off x="708891" y="4649173"/>
              <a:ext cx="11357397" cy="1268008"/>
            </a:xfrm>
            <a:custGeom>
              <a:avLst/>
              <a:gdLst>
                <a:gd name="connsiteX0" fmla="*/ 6512360 w 11357397"/>
                <a:gd name="connsiteY0" fmla="*/ 271549 h 1268008"/>
                <a:gd name="connsiteX1" fmla="*/ 6512360 w 11357397"/>
                <a:gd name="connsiteY1" fmla="*/ 0 h 1268008"/>
                <a:gd name="connsiteX2" fmla="*/ 6824335 w 11357397"/>
                <a:gd name="connsiteY2" fmla="*/ 0 h 1268008"/>
                <a:gd name="connsiteX3" fmla="*/ 6824335 w 11357397"/>
                <a:gd name="connsiteY3" fmla="*/ 1268009 h 1268008"/>
                <a:gd name="connsiteX4" fmla="*/ 6512360 w 11357397"/>
                <a:gd name="connsiteY4" fmla="*/ 1268009 h 1268008"/>
                <a:gd name="connsiteX5" fmla="*/ 5136748 w 11357397"/>
                <a:gd name="connsiteY5" fmla="*/ 272484 h 1268008"/>
                <a:gd name="connsiteX6" fmla="*/ 5466631 w 11357397"/>
                <a:gd name="connsiteY6" fmla="*/ 272484 h 1268008"/>
                <a:gd name="connsiteX7" fmla="*/ 5466631 w 11357397"/>
                <a:gd name="connsiteY7" fmla="*/ 1268009 h 1268008"/>
                <a:gd name="connsiteX8" fmla="*/ 5778606 w 11357397"/>
                <a:gd name="connsiteY8" fmla="*/ 1268009 h 1268008"/>
                <a:gd name="connsiteX9" fmla="*/ 5778606 w 11357397"/>
                <a:gd name="connsiteY9" fmla="*/ 272484 h 1268008"/>
                <a:gd name="connsiteX10" fmla="*/ 6344119 w 11357397"/>
                <a:gd name="connsiteY10" fmla="*/ 272484 h 1268008"/>
                <a:gd name="connsiteX11" fmla="*/ 6344119 w 11357397"/>
                <a:gd name="connsiteY11" fmla="*/ 0 h 1268008"/>
                <a:gd name="connsiteX12" fmla="*/ 5136748 w 11357397"/>
                <a:gd name="connsiteY12" fmla="*/ 0 h 1268008"/>
                <a:gd name="connsiteX13" fmla="*/ 10149083 w 11357397"/>
                <a:gd name="connsiteY13" fmla="*/ 0 h 1268008"/>
                <a:gd name="connsiteX14" fmla="*/ 10149083 w 11357397"/>
                <a:gd name="connsiteY14" fmla="*/ 272484 h 1268008"/>
                <a:gd name="connsiteX15" fmla="*/ 10478966 w 11357397"/>
                <a:gd name="connsiteY15" fmla="*/ 272484 h 1268008"/>
                <a:gd name="connsiteX16" fmla="*/ 10478966 w 11357397"/>
                <a:gd name="connsiteY16" fmla="*/ 1268009 h 1268008"/>
                <a:gd name="connsiteX17" fmla="*/ 10791883 w 11357397"/>
                <a:gd name="connsiteY17" fmla="*/ 1268009 h 1268008"/>
                <a:gd name="connsiteX18" fmla="*/ 10791883 w 11357397"/>
                <a:gd name="connsiteY18" fmla="*/ 272484 h 1268008"/>
                <a:gd name="connsiteX19" fmla="*/ 11357397 w 11357397"/>
                <a:gd name="connsiteY19" fmla="*/ 272484 h 1268008"/>
                <a:gd name="connsiteX20" fmla="*/ 11357397 w 11357397"/>
                <a:gd name="connsiteY20" fmla="*/ 0 h 1268008"/>
                <a:gd name="connsiteX21" fmla="*/ 0 w 11357397"/>
                <a:gd name="connsiteY21" fmla="*/ 1268009 h 1268008"/>
                <a:gd name="connsiteX22" fmla="*/ 311975 w 11357397"/>
                <a:gd name="connsiteY22" fmla="*/ 1268009 h 1268008"/>
                <a:gd name="connsiteX23" fmla="*/ 311975 w 11357397"/>
                <a:gd name="connsiteY23" fmla="*/ 800626 h 1268008"/>
                <a:gd name="connsiteX24" fmla="*/ 1199360 w 11357397"/>
                <a:gd name="connsiteY24" fmla="*/ 800626 h 1268008"/>
                <a:gd name="connsiteX25" fmla="*/ 1199360 w 11357397"/>
                <a:gd name="connsiteY25" fmla="*/ 526740 h 1268008"/>
                <a:gd name="connsiteX26" fmla="*/ 311975 w 11357397"/>
                <a:gd name="connsiteY26" fmla="*/ 526740 h 1268008"/>
                <a:gd name="connsiteX27" fmla="*/ 311975 w 11357397"/>
                <a:gd name="connsiteY27" fmla="*/ 272484 h 1268008"/>
                <a:gd name="connsiteX28" fmla="*/ 1352049 w 11357397"/>
                <a:gd name="connsiteY28" fmla="*/ 272484 h 1268008"/>
                <a:gd name="connsiteX29" fmla="*/ 1352049 w 11357397"/>
                <a:gd name="connsiteY29" fmla="*/ 0 h 1268008"/>
                <a:gd name="connsiteX30" fmla="*/ 0 w 11357397"/>
                <a:gd name="connsiteY30" fmla="*/ 0 h 1268008"/>
                <a:gd name="connsiteX31" fmla="*/ 8718334 w 11357397"/>
                <a:gd name="connsiteY31" fmla="*/ 1268009 h 1268008"/>
                <a:gd name="connsiteX32" fmla="*/ 9994038 w 11357397"/>
                <a:gd name="connsiteY32" fmla="*/ 1268009 h 1268008"/>
                <a:gd name="connsiteX33" fmla="*/ 9994038 w 11357397"/>
                <a:gd name="connsiteY33" fmla="*/ 995992 h 1268008"/>
                <a:gd name="connsiteX34" fmla="*/ 9030780 w 11357397"/>
                <a:gd name="connsiteY34" fmla="*/ 995992 h 1268008"/>
                <a:gd name="connsiteX35" fmla="*/ 9030780 w 11357397"/>
                <a:gd name="connsiteY35" fmla="*/ 770247 h 1268008"/>
                <a:gd name="connsiteX36" fmla="*/ 9807419 w 11357397"/>
                <a:gd name="connsiteY36" fmla="*/ 770247 h 1268008"/>
                <a:gd name="connsiteX37" fmla="*/ 9807419 w 11357397"/>
                <a:gd name="connsiteY37" fmla="*/ 497762 h 1268008"/>
                <a:gd name="connsiteX38" fmla="*/ 9030780 w 11357397"/>
                <a:gd name="connsiteY38" fmla="*/ 497762 h 1268008"/>
                <a:gd name="connsiteX39" fmla="*/ 9030780 w 11357397"/>
                <a:gd name="connsiteY39" fmla="*/ 272484 h 1268008"/>
                <a:gd name="connsiteX40" fmla="*/ 9977544 w 11357397"/>
                <a:gd name="connsiteY40" fmla="*/ 272484 h 1268008"/>
                <a:gd name="connsiteX41" fmla="*/ 9977544 w 11357397"/>
                <a:gd name="connsiteY41" fmla="*/ 0 h 1268008"/>
                <a:gd name="connsiteX42" fmla="*/ 8718334 w 11357397"/>
                <a:gd name="connsiteY42" fmla="*/ 0 h 1268008"/>
                <a:gd name="connsiteX43" fmla="*/ 8116062 w 11357397"/>
                <a:gd name="connsiteY43" fmla="*/ 0 h 1268008"/>
                <a:gd name="connsiteX44" fmla="*/ 7065620 w 11357397"/>
                <a:gd name="connsiteY44" fmla="*/ 0 h 1268008"/>
                <a:gd name="connsiteX45" fmla="*/ 7065620 w 11357397"/>
                <a:gd name="connsiteY45" fmla="*/ 1268009 h 1268008"/>
                <a:gd name="connsiteX46" fmla="*/ 7378067 w 11357397"/>
                <a:gd name="connsiteY46" fmla="*/ 1268009 h 1268008"/>
                <a:gd name="connsiteX47" fmla="*/ 7378067 w 11357397"/>
                <a:gd name="connsiteY47" fmla="*/ 272484 h 1268008"/>
                <a:gd name="connsiteX48" fmla="*/ 8078832 w 11357397"/>
                <a:gd name="connsiteY48" fmla="*/ 272484 h 1268008"/>
                <a:gd name="connsiteX49" fmla="*/ 8165073 w 11357397"/>
                <a:gd name="connsiteY49" fmla="*/ 358482 h 1268008"/>
                <a:gd name="connsiteX50" fmla="*/ 8165073 w 11357397"/>
                <a:gd name="connsiteY50" fmla="*/ 1268009 h 1268008"/>
                <a:gd name="connsiteX51" fmla="*/ 8477519 w 11357397"/>
                <a:gd name="connsiteY51" fmla="*/ 1268009 h 1268008"/>
                <a:gd name="connsiteX52" fmla="*/ 8477519 w 11357397"/>
                <a:gd name="connsiteY52" fmla="*/ 358482 h 1268008"/>
                <a:gd name="connsiteX53" fmla="*/ 8116062 w 11357397"/>
                <a:gd name="connsiteY53" fmla="*/ 0 h 1268008"/>
                <a:gd name="connsiteX54" fmla="*/ 4686694 w 11357397"/>
                <a:gd name="connsiteY54" fmla="*/ 341657 h 1268008"/>
                <a:gd name="connsiteX55" fmla="*/ 4618361 w 11357397"/>
                <a:gd name="connsiteY55" fmla="*/ 271549 h 1268008"/>
                <a:gd name="connsiteX56" fmla="*/ 3899216 w 11357397"/>
                <a:gd name="connsiteY56" fmla="*/ 271549 h 1268008"/>
                <a:gd name="connsiteX57" fmla="*/ 3899216 w 11357397"/>
                <a:gd name="connsiteY57" fmla="*/ 525805 h 1268008"/>
                <a:gd name="connsiteX58" fmla="*/ 4618361 w 11357397"/>
                <a:gd name="connsiteY58" fmla="*/ 525805 h 1268008"/>
                <a:gd name="connsiteX59" fmla="*/ 4689050 w 11357397"/>
                <a:gd name="connsiteY59" fmla="*/ 455698 h 1268008"/>
                <a:gd name="connsiteX60" fmla="*/ 4654648 w 11357397"/>
                <a:gd name="connsiteY60" fmla="*/ 0 h 1268008"/>
                <a:gd name="connsiteX61" fmla="*/ 4998669 w 11357397"/>
                <a:gd name="connsiteY61" fmla="*/ 341189 h 1268008"/>
                <a:gd name="connsiteX62" fmla="*/ 4998669 w 11357397"/>
                <a:gd name="connsiteY62" fmla="*/ 341657 h 1268008"/>
                <a:gd name="connsiteX63" fmla="*/ 4998669 w 11357397"/>
                <a:gd name="connsiteY63" fmla="*/ 456633 h 1268008"/>
                <a:gd name="connsiteX64" fmla="*/ 4888865 w 11357397"/>
                <a:gd name="connsiteY64" fmla="*/ 706683 h 1268008"/>
                <a:gd name="connsiteX65" fmla="*/ 4983117 w 11357397"/>
                <a:gd name="connsiteY65" fmla="*/ 864658 h 1268008"/>
                <a:gd name="connsiteX66" fmla="*/ 4983117 w 11357397"/>
                <a:gd name="connsiteY66" fmla="*/ 1268009 h 1268008"/>
                <a:gd name="connsiteX67" fmla="*/ 4669728 w 11357397"/>
                <a:gd name="connsiteY67" fmla="*/ 1268009 h 1268008"/>
                <a:gd name="connsiteX68" fmla="*/ 4669728 w 11357397"/>
                <a:gd name="connsiteY68" fmla="*/ 868397 h 1268008"/>
                <a:gd name="connsiteX69" fmla="*/ 4601867 w 11357397"/>
                <a:gd name="connsiteY69" fmla="*/ 798289 h 1268008"/>
                <a:gd name="connsiteX70" fmla="*/ 3899216 w 11357397"/>
                <a:gd name="connsiteY70" fmla="*/ 798289 h 1268008"/>
                <a:gd name="connsiteX71" fmla="*/ 3899216 w 11357397"/>
                <a:gd name="connsiteY71" fmla="*/ 1265672 h 1268008"/>
                <a:gd name="connsiteX72" fmla="*/ 3586770 w 11357397"/>
                <a:gd name="connsiteY72" fmla="*/ 1265672 h 1268008"/>
                <a:gd name="connsiteX73" fmla="*/ 3586770 w 11357397"/>
                <a:gd name="connsiteY73" fmla="*/ 0 h 1268008"/>
                <a:gd name="connsiteX74" fmla="*/ 4654648 w 11357397"/>
                <a:gd name="connsiteY74" fmla="*/ 0 h 1268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1357397" h="1268008">
                  <a:moveTo>
                    <a:pt x="6512360" y="271549"/>
                  </a:moveTo>
                  <a:lnTo>
                    <a:pt x="6512360" y="0"/>
                  </a:lnTo>
                  <a:lnTo>
                    <a:pt x="6824335" y="0"/>
                  </a:lnTo>
                  <a:lnTo>
                    <a:pt x="6824335" y="1268009"/>
                  </a:lnTo>
                  <a:lnTo>
                    <a:pt x="6512360" y="1268009"/>
                  </a:lnTo>
                  <a:close/>
                  <a:moveTo>
                    <a:pt x="5136748" y="272484"/>
                  </a:moveTo>
                  <a:lnTo>
                    <a:pt x="5466631" y="272484"/>
                  </a:lnTo>
                  <a:lnTo>
                    <a:pt x="5466631" y="1268009"/>
                  </a:lnTo>
                  <a:lnTo>
                    <a:pt x="5778606" y="1268009"/>
                  </a:lnTo>
                  <a:lnTo>
                    <a:pt x="5778606" y="272484"/>
                  </a:lnTo>
                  <a:lnTo>
                    <a:pt x="6344119" y="272484"/>
                  </a:lnTo>
                  <a:lnTo>
                    <a:pt x="6344119" y="0"/>
                  </a:lnTo>
                  <a:lnTo>
                    <a:pt x="5136748" y="0"/>
                  </a:lnTo>
                  <a:close/>
                  <a:moveTo>
                    <a:pt x="10149083" y="0"/>
                  </a:moveTo>
                  <a:lnTo>
                    <a:pt x="10149083" y="272484"/>
                  </a:lnTo>
                  <a:lnTo>
                    <a:pt x="10478966" y="272484"/>
                  </a:lnTo>
                  <a:lnTo>
                    <a:pt x="10478966" y="1268009"/>
                  </a:lnTo>
                  <a:lnTo>
                    <a:pt x="10791883" y="1268009"/>
                  </a:lnTo>
                  <a:lnTo>
                    <a:pt x="10791883" y="272484"/>
                  </a:lnTo>
                  <a:lnTo>
                    <a:pt x="11357397" y="272484"/>
                  </a:lnTo>
                  <a:lnTo>
                    <a:pt x="11357397" y="0"/>
                  </a:lnTo>
                  <a:close/>
                  <a:moveTo>
                    <a:pt x="0" y="1268009"/>
                  </a:moveTo>
                  <a:lnTo>
                    <a:pt x="311975" y="1268009"/>
                  </a:lnTo>
                  <a:lnTo>
                    <a:pt x="311975" y="800626"/>
                  </a:lnTo>
                  <a:lnTo>
                    <a:pt x="1199360" y="800626"/>
                  </a:lnTo>
                  <a:lnTo>
                    <a:pt x="1199360" y="526740"/>
                  </a:lnTo>
                  <a:lnTo>
                    <a:pt x="311975" y="526740"/>
                  </a:lnTo>
                  <a:lnTo>
                    <a:pt x="311975" y="272484"/>
                  </a:lnTo>
                  <a:lnTo>
                    <a:pt x="1352049" y="272484"/>
                  </a:lnTo>
                  <a:lnTo>
                    <a:pt x="1352049" y="0"/>
                  </a:lnTo>
                  <a:lnTo>
                    <a:pt x="0" y="0"/>
                  </a:lnTo>
                  <a:close/>
                  <a:moveTo>
                    <a:pt x="8718334" y="1268009"/>
                  </a:moveTo>
                  <a:lnTo>
                    <a:pt x="9994038" y="1268009"/>
                  </a:lnTo>
                  <a:lnTo>
                    <a:pt x="9994038" y="995992"/>
                  </a:lnTo>
                  <a:lnTo>
                    <a:pt x="9030780" y="995992"/>
                  </a:lnTo>
                  <a:lnTo>
                    <a:pt x="9030780" y="770247"/>
                  </a:lnTo>
                  <a:lnTo>
                    <a:pt x="9807419" y="770247"/>
                  </a:lnTo>
                  <a:lnTo>
                    <a:pt x="9807419" y="497762"/>
                  </a:lnTo>
                  <a:lnTo>
                    <a:pt x="9030780" y="497762"/>
                  </a:lnTo>
                  <a:lnTo>
                    <a:pt x="9030780" y="272484"/>
                  </a:lnTo>
                  <a:lnTo>
                    <a:pt x="9977544" y="272484"/>
                  </a:lnTo>
                  <a:lnTo>
                    <a:pt x="9977544" y="0"/>
                  </a:lnTo>
                  <a:lnTo>
                    <a:pt x="8718334" y="0"/>
                  </a:lnTo>
                  <a:close/>
                  <a:moveTo>
                    <a:pt x="8116062" y="0"/>
                  </a:moveTo>
                  <a:lnTo>
                    <a:pt x="7065620" y="0"/>
                  </a:lnTo>
                  <a:lnTo>
                    <a:pt x="7065620" y="1268009"/>
                  </a:lnTo>
                  <a:lnTo>
                    <a:pt x="7378067" y="1268009"/>
                  </a:lnTo>
                  <a:lnTo>
                    <a:pt x="7378067" y="272484"/>
                  </a:lnTo>
                  <a:lnTo>
                    <a:pt x="8078832" y="272484"/>
                  </a:lnTo>
                  <a:cubicBezTo>
                    <a:pt x="8126524" y="272741"/>
                    <a:pt x="8165073" y="311169"/>
                    <a:pt x="8165073" y="358482"/>
                  </a:cubicBezTo>
                  <a:lnTo>
                    <a:pt x="8165073" y="1268009"/>
                  </a:lnTo>
                  <a:lnTo>
                    <a:pt x="8477519" y="1268009"/>
                  </a:lnTo>
                  <a:lnTo>
                    <a:pt x="8477519" y="358482"/>
                  </a:lnTo>
                  <a:cubicBezTo>
                    <a:pt x="8477237" y="160605"/>
                    <a:pt x="8315594" y="257"/>
                    <a:pt x="8116062" y="0"/>
                  </a:cubicBezTo>
                  <a:moveTo>
                    <a:pt x="4686694" y="341657"/>
                  </a:moveTo>
                  <a:cubicBezTo>
                    <a:pt x="4686713" y="303832"/>
                    <a:pt x="4656476" y="272810"/>
                    <a:pt x="4618361" y="271549"/>
                  </a:cubicBezTo>
                  <a:lnTo>
                    <a:pt x="3899216" y="271549"/>
                  </a:lnTo>
                  <a:lnTo>
                    <a:pt x="3899216" y="525805"/>
                  </a:lnTo>
                  <a:lnTo>
                    <a:pt x="4618361" y="525805"/>
                  </a:lnTo>
                  <a:cubicBezTo>
                    <a:pt x="4657400" y="525805"/>
                    <a:pt x="4689050" y="494416"/>
                    <a:pt x="4689050" y="455698"/>
                  </a:cubicBezTo>
                  <a:close/>
                  <a:moveTo>
                    <a:pt x="4654648" y="0"/>
                  </a:moveTo>
                  <a:cubicBezTo>
                    <a:pt x="4844661" y="0"/>
                    <a:pt x="4998669" y="152755"/>
                    <a:pt x="4998669" y="341189"/>
                  </a:cubicBezTo>
                  <a:cubicBezTo>
                    <a:pt x="4998669" y="341345"/>
                    <a:pt x="4998669" y="341501"/>
                    <a:pt x="4998669" y="341657"/>
                  </a:cubicBezTo>
                  <a:lnTo>
                    <a:pt x="4998669" y="456633"/>
                  </a:lnTo>
                  <a:cubicBezTo>
                    <a:pt x="4998810" y="551521"/>
                    <a:pt x="4959035" y="642165"/>
                    <a:pt x="4888865" y="706683"/>
                  </a:cubicBezTo>
                  <a:cubicBezTo>
                    <a:pt x="4946689" y="738666"/>
                    <a:pt x="4982693" y="799009"/>
                    <a:pt x="4983117" y="864658"/>
                  </a:cubicBezTo>
                  <a:lnTo>
                    <a:pt x="4983117" y="1268009"/>
                  </a:lnTo>
                  <a:lnTo>
                    <a:pt x="4669728" y="1268009"/>
                  </a:lnTo>
                  <a:lnTo>
                    <a:pt x="4669728" y="868397"/>
                  </a:lnTo>
                  <a:cubicBezTo>
                    <a:pt x="4669757" y="830749"/>
                    <a:pt x="4639799" y="799794"/>
                    <a:pt x="4601867" y="798289"/>
                  </a:cubicBezTo>
                  <a:lnTo>
                    <a:pt x="3899216" y="798289"/>
                  </a:lnTo>
                  <a:lnTo>
                    <a:pt x="3899216" y="1265672"/>
                  </a:lnTo>
                  <a:lnTo>
                    <a:pt x="3586770" y="1265672"/>
                  </a:lnTo>
                  <a:lnTo>
                    <a:pt x="3586770" y="0"/>
                  </a:lnTo>
                  <a:lnTo>
                    <a:pt x="4654648" y="0"/>
                  </a:lnTo>
                </a:path>
              </a:pathLst>
            </a:custGeom>
            <a:solidFill>
              <a:schemeClr val="bg1"/>
            </a:solidFill>
            <a:ln w="47111"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DC8A190F-B2BD-6DE9-551C-755BEA239984}"/>
                </a:ext>
              </a:extLst>
            </p:cNvPr>
            <p:cNvSpPr/>
            <p:nvPr/>
          </p:nvSpPr>
          <p:spPr>
            <a:xfrm>
              <a:off x="2221168" y="4649173"/>
              <a:ext cx="1833677" cy="1268009"/>
            </a:xfrm>
            <a:custGeom>
              <a:avLst/>
              <a:gdLst>
                <a:gd name="connsiteX0" fmla="*/ 1833678 w 1833677"/>
                <a:gd name="connsiteY0" fmla="*/ 469720 h 1268009"/>
                <a:gd name="connsiteX1" fmla="*/ 1833678 w 1833677"/>
                <a:gd name="connsiteY1" fmla="*/ 796888 h 1268009"/>
                <a:gd name="connsiteX2" fmla="*/ 1315290 w 1833677"/>
                <a:gd name="connsiteY2" fmla="*/ 796888 h 1268009"/>
                <a:gd name="connsiteX3" fmla="*/ 1315290 w 1833677"/>
                <a:gd name="connsiteY3" fmla="*/ 469720 h 1268009"/>
                <a:gd name="connsiteX4" fmla="*/ 1833678 w 1833677"/>
                <a:gd name="connsiteY4" fmla="*/ 469720 h 1268009"/>
                <a:gd name="connsiteX5" fmla="*/ 659295 w 1833677"/>
                <a:gd name="connsiteY5" fmla="*/ 1268009 h 1268009"/>
                <a:gd name="connsiteX6" fmla="*/ 1173912 w 1833677"/>
                <a:gd name="connsiteY6" fmla="*/ 1268009 h 1268009"/>
                <a:gd name="connsiteX7" fmla="*/ 1173912 w 1833677"/>
                <a:gd name="connsiteY7" fmla="*/ 940842 h 1268009"/>
                <a:gd name="connsiteX8" fmla="*/ 655524 w 1833677"/>
                <a:gd name="connsiteY8" fmla="*/ 940842 h 1268009"/>
                <a:gd name="connsiteX9" fmla="*/ 1833678 w 1833677"/>
                <a:gd name="connsiteY9" fmla="*/ 275756 h 1268009"/>
                <a:gd name="connsiteX10" fmla="*/ 1555633 w 1833677"/>
                <a:gd name="connsiteY10" fmla="*/ 0 h 1268009"/>
                <a:gd name="connsiteX11" fmla="*/ 1555162 w 1833677"/>
                <a:gd name="connsiteY11" fmla="*/ 0 h 1268009"/>
                <a:gd name="connsiteX12" fmla="*/ 1315290 w 1833677"/>
                <a:gd name="connsiteY12" fmla="*/ 0 h 1268009"/>
                <a:gd name="connsiteX13" fmla="*/ 1315290 w 1833677"/>
                <a:gd name="connsiteY13" fmla="*/ 327168 h 1268009"/>
                <a:gd name="connsiteX14" fmla="*/ 1833678 w 1833677"/>
                <a:gd name="connsiteY14" fmla="*/ 327168 h 1268009"/>
                <a:gd name="connsiteX15" fmla="*/ 659295 w 1833677"/>
                <a:gd name="connsiteY15" fmla="*/ 0 h 1268009"/>
                <a:gd name="connsiteX16" fmla="*/ 659295 w 1833677"/>
                <a:gd name="connsiteY16" fmla="*/ 327168 h 1268009"/>
                <a:gd name="connsiteX17" fmla="*/ 1173912 w 1833677"/>
                <a:gd name="connsiteY17" fmla="*/ 327168 h 1268009"/>
                <a:gd name="connsiteX18" fmla="*/ 1173912 w 1833677"/>
                <a:gd name="connsiteY18" fmla="*/ 0 h 1268009"/>
                <a:gd name="connsiteX19" fmla="*/ 655524 w 1833677"/>
                <a:gd name="connsiteY19" fmla="*/ 0 h 1268009"/>
                <a:gd name="connsiteX20" fmla="*/ 1885 w 1833677"/>
                <a:gd name="connsiteY20" fmla="*/ 469720 h 1268009"/>
                <a:gd name="connsiteX21" fmla="*/ 1885 w 1833677"/>
                <a:gd name="connsiteY21" fmla="*/ 469720 h 1268009"/>
                <a:gd name="connsiteX22" fmla="*/ 1885 w 1833677"/>
                <a:gd name="connsiteY22" fmla="*/ 796888 h 1268009"/>
                <a:gd name="connsiteX23" fmla="*/ 517916 w 1833677"/>
                <a:gd name="connsiteY23" fmla="*/ 796888 h 1268009"/>
                <a:gd name="connsiteX24" fmla="*/ 517916 w 1833677"/>
                <a:gd name="connsiteY24" fmla="*/ 469720 h 1268009"/>
                <a:gd name="connsiteX25" fmla="*/ 1315290 w 1833677"/>
                <a:gd name="connsiteY25" fmla="*/ 1268009 h 1268009"/>
                <a:gd name="connsiteX26" fmla="*/ 1553277 w 1833677"/>
                <a:gd name="connsiteY26" fmla="*/ 1268009 h 1268009"/>
                <a:gd name="connsiteX27" fmla="*/ 1831321 w 1833677"/>
                <a:gd name="connsiteY27" fmla="*/ 992254 h 1268009"/>
                <a:gd name="connsiteX28" fmla="*/ 1831321 w 1833677"/>
                <a:gd name="connsiteY28" fmla="*/ 938972 h 1268009"/>
                <a:gd name="connsiteX29" fmla="*/ 1315290 w 1833677"/>
                <a:gd name="connsiteY29" fmla="*/ 938972 h 1268009"/>
                <a:gd name="connsiteX30" fmla="*/ 0 w 1833677"/>
                <a:gd name="connsiteY30" fmla="*/ 992254 h 1268009"/>
                <a:gd name="connsiteX31" fmla="*/ 278044 w 1833677"/>
                <a:gd name="connsiteY31" fmla="*/ 1268009 h 1268009"/>
                <a:gd name="connsiteX32" fmla="*/ 513675 w 1833677"/>
                <a:gd name="connsiteY32" fmla="*/ 1268009 h 1268009"/>
                <a:gd name="connsiteX33" fmla="*/ 513675 w 1833677"/>
                <a:gd name="connsiteY33" fmla="*/ 940842 h 1268009"/>
                <a:gd name="connsiteX34" fmla="*/ 1885 w 1833677"/>
                <a:gd name="connsiteY34" fmla="*/ 940842 h 1268009"/>
                <a:gd name="connsiteX35" fmla="*/ 0 w 1833677"/>
                <a:gd name="connsiteY35" fmla="*/ 275756 h 1268009"/>
                <a:gd name="connsiteX36" fmla="*/ 0 w 1833677"/>
                <a:gd name="connsiteY36" fmla="*/ 327168 h 1268009"/>
                <a:gd name="connsiteX37" fmla="*/ 517916 w 1833677"/>
                <a:gd name="connsiteY37" fmla="*/ 327168 h 1268009"/>
                <a:gd name="connsiteX38" fmla="*/ 517916 w 1833677"/>
                <a:gd name="connsiteY38" fmla="*/ 0 h 1268009"/>
                <a:gd name="connsiteX39" fmla="*/ 278515 w 1833677"/>
                <a:gd name="connsiteY39" fmla="*/ 0 h 1268009"/>
                <a:gd name="connsiteX40" fmla="*/ 471 w 1833677"/>
                <a:gd name="connsiteY40" fmla="*/ 275756 h 1268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833677" h="1268009">
                  <a:moveTo>
                    <a:pt x="1833678" y="469720"/>
                  </a:moveTo>
                  <a:lnTo>
                    <a:pt x="1833678" y="796888"/>
                  </a:lnTo>
                  <a:lnTo>
                    <a:pt x="1315290" y="796888"/>
                  </a:lnTo>
                  <a:lnTo>
                    <a:pt x="1315290" y="469720"/>
                  </a:lnTo>
                  <a:lnTo>
                    <a:pt x="1833678" y="469720"/>
                  </a:lnTo>
                  <a:close/>
                  <a:moveTo>
                    <a:pt x="659295" y="1268009"/>
                  </a:moveTo>
                  <a:lnTo>
                    <a:pt x="1173912" y="1268009"/>
                  </a:lnTo>
                  <a:lnTo>
                    <a:pt x="1173912" y="940842"/>
                  </a:lnTo>
                  <a:lnTo>
                    <a:pt x="655524" y="940842"/>
                  </a:lnTo>
                  <a:close/>
                  <a:moveTo>
                    <a:pt x="1833678" y="275756"/>
                  </a:moveTo>
                  <a:cubicBezTo>
                    <a:pt x="1833678" y="123460"/>
                    <a:pt x="1709194" y="0"/>
                    <a:pt x="1555633" y="0"/>
                  </a:cubicBezTo>
                  <a:cubicBezTo>
                    <a:pt x="1555478" y="0"/>
                    <a:pt x="1555318" y="0"/>
                    <a:pt x="1555162" y="0"/>
                  </a:cubicBezTo>
                  <a:lnTo>
                    <a:pt x="1315290" y="0"/>
                  </a:lnTo>
                  <a:lnTo>
                    <a:pt x="1315290" y="327168"/>
                  </a:lnTo>
                  <a:lnTo>
                    <a:pt x="1833678" y="327168"/>
                  </a:lnTo>
                  <a:close/>
                  <a:moveTo>
                    <a:pt x="659295" y="0"/>
                  </a:moveTo>
                  <a:lnTo>
                    <a:pt x="659295" y="327168"/>
                  </a:lnTo>
                  <a:lnTo>
                    <a:pt x="1173912" y="327168"/>
                  </a:lnTo>
                  <a:lnTo>
                    <a:pt x="1173912" y="0"/>
                  </a:lnTo>
                  <a:lnTo>
                    <a:pt x="655524" y="0"/>
                  </a:lnTo>
                  <a:close/>
                  <a:moveTo>
                    <a:pt x="1885" y="469720"/>
                  </a:moveTo>
                  <a:lnTo>
                    <a:pt x="1885" y="469720"/>
                  </a:lnTo>
                  <a:lnTo>
                    <a:pt x="1885" y="796888"/>
                  </a:lnTo>
                  <a:lnTo>
                    <a:pt x="517916" y="796888"/>
                  </a:lnTo>
                  <a:lnTo>
                    <a:pt x="517916" y="469720"/>
                  </a:lnTo>
                  <a:close/>
                  <a:moveTo>
                    <a:pt x="1315290" y="1268009"/>
                  </a:moveTo>
                  <a:lnTo>
                    <a:pt x="1553277" y="1268009"/>
                  </a:lnTo>
                  <a:cubicBezTo>
                    <a:pt x="1706838" y="1268009"/>
                    <a:pt x="1831321" y="1144550"/>
                    <a:pt x="1831321" y="992254"/>
                  </a:cubicBezTo>
                  <a:lnTo>
                    <a:pt x="1831321" y="938972"/>
                  </a:lnTo>
                  <a:lnTo>
                    <a:pt x="1315290" y="938972"/>
                  </a:lnTo>
                  <a:close/>
                  <a:moveTo>
                    <a:pt x="0" y="992254"/>
                  </a:moveTo>
                  <a:cubicBezTo>
                    <a:pt x="0" y="1144550"/>
                    <a:pt x="124484" y="1268009"/>
                    <a:pt x="278044" y="1268009"/>
                  </a:cubicBezTo>
                  <a:lnTo>
                    <a:pt x="513675" y="1268009"/>
                  </a:lnTo>
                  <a:lnTo>
                    <a:pt x="513675" y="940842"/>
                  </a:lnTo>
                  <a:lnTo>
                    <a:pt x="1885" y="940842"/>
                  </a:lnTo>
                  <a:close/>
                  <a:moveTo>
                    <a:pt x="0" y="275756"/>
                  </a:moveTo>
                  <a:lnTo>
                    <a:pt x="0" y="327168"/>
                  </a:lnTo>
                  <a:lnTo>
                    <a:pt x="517916" y="327168"/>
                  </a:lnTo>
                  <a:lnTo>
                    <a:pt x="517916" y="0"/>
                  </a:lnTo>
                  <a:lnTo>
                    <a:pt x="278515" y="0"/>
                  </a:lnTo>
                  <a:cubicBezTo>
                    <a:pt x="124955" y="0"/>
                    <a:pt x="471" y="123460"/>
                    <a:pt x="471" y="275756"/>
                  </a:cubicBezTo>
                </a:path>
              </a:pathLst>
            </a:custGeom>
            <a:solidFill>
              <a:srgbClr val="D9291C"/>
            </a:solidFill>
            <a:ln w="47111" cap="flat">
              <a:noFill/>
              <a:prstDash val="solid"/>
              <a:miter/>
            </a:ln>
          </p:spPr>
          <p:txBody>
            <a:bodyPr rtlCol="0" anchor="ctr"/>
            <a:lstStyle/>
            <a:p>
              <a:endParaRPr lang="en-US"/>
            </a:p>
          </p:txBody>
        </p:sp>
      </p:grpSp>
    </p:spTree>
    <p:extLst>
      <p:ext uri="{BB962C8B-B14F-4D97-AF65-F5344CB8AC3E}">
        <p14:creationId xmlns:p14="http://schemas.microsoft.com/office/powerpoint/2010/main" val="2667420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blank" preserve="1">
  <p:cSld name="Closing Slide">
    <p:bg>
      <p:bgRef idx="1001">
        <a:schemeClr val="bg2"/>
      </p:bgRef>
    </p:bg>
    <p:spTree>
      <p:nvGrpSpPr>
        <p:cNvPr id="1" name=""/>
        <p:cNvGrpSpPr/>
        <p:nvPr/>
      </p:nvGrpSpPr>
      <p:grpSpPr>
        <a:xfrm>
          <a:off x="0" y="0"/>
          <a:ext cx="0" cy="0"/>
          <a:chOff x="0" y="0"/>
          <a:chExt cx="0" cy="0"/>
        </a:xfrm>
      </p:grpSpPr>
      <p:pic>
        <p:nvPicPr>
          <p:cNvPr id="7" name="Picture 9">
            <a:extLst>
              <a:ext uri="{FF2B5EF4-FFF2-40B4-BE49-F238E27FC236}">
                <a16:creationId xmlns:a16="http://schemas.microsoft.com/office/drawing/2014/main" id="{B248F975-5B09-7A81-CE16-14ACCDB9C144}"/>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a:stretch/>
        </p:blipFill>
        <p:spPr>
          <a:xfrm>
            <a:off x="5269854" y="-1"/>
            <a:ext cx="6411609" cy="4386871"/>
          </a:xfrm>
          <a:prstGeom prst="rect">
            <a:avLst/>
          </a:prstGeom>
        </p:spPr>
      </p:pic>
      <p:sp>
        <p:nvSpPr>
          <p:cNvPr id="8" name="Rectangle 7">
            <a:extLst>
              <a:ext uri="{FF2B5EF4-FFF2-40B4-BE49-F238E27FC236}">
                <a16:creationId xmlns:a16="http://schemas.microsoft.com/office/drawing/2014/main" id="{3A8232B1-B937-D9EF-6D60-9E8C9D300C01}"/>
              </a:ext>
            </a:extLst>
          </p:cNvPr>
          <p:cNvSpPr/>
          <p:nvPr userDrawn="1"/>
        </p:nvSpPr>
        <p:spPr>
          <a:xfrm>
            <a:off x="10184508" y="5401650"/>
            <a:ext cx="1057043" cy="1445343"/>
          </a:xfrm>
          <a:prstGeom prst="rect">
            <a:avLst/>
          </a:prstGeom>
          <a:solidFill>
            <a:schemeClr val="tx2">
              <a:alpha val="1991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a:p>
        </p:txBody>
      </p:sp>
      <p:sp>
        <p:nvSpPr>
          <p:cNvPr id="9" name="Rectangle 8">
            <a:extLst>
              <a:ext uri="{FF2B5EF4-FFF2-40B4-BE49-F238E27FC236}">
                <a16:creationId xmlns:a16="http://schemas.microsoft.com/office/drawing/2014/main" id="{0788AD91-6740-73D0-B51D-6A42A4EFD1FD}"/>
              </a:ext>
            </a:extLst>
          </p:cNvPr>
          <p:cNvSpPr/>
          <p:nvPr userDrawn="1"/>
        </p:nvSpPr>
        <p:spPr>
          <a:xfrm>
            <a:off x="11111690" y="4700510"/>
            <a:ext cx="259722" cy="1053721"/>
          </a:xfrm>
          <a:prstGeom prst="rect">
            <a:avLst/>
          </a:prstGeom>
          <a:solidFill>
            <a:schemeClr val="tx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a:p>
        </p:txBody>
      </p:sp>
      <p:sp>
        <p:nvSpPr>
          <p:cNvPr id="10" name="Rectangle 9">
            <a:extLst>
              <a:ext uri="{FF2B5EF4-FFF2-40B4-BE49-F238E27FC236}">
                <a16:creationId xmlns:a16="http://schemas.microsoft.com/office/drawing/2014/main" id="{E79C97C9-9ED2-0F3E-2C50-35A5E98043B1}"/>
              </a:ext>
            </a:extLst>
          </p:cNvPr>
          <p:cNvSpPr/>
          <p:nvPr userDrawn="1"/>
        </p:nvSpPr>
        <p:spPr>
          <a:xfrm>
            <a:off x="8475659" y="1422950"/>
            <a:ext cx="1330036" cy="2143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a:extLst>
              <a:ext uri="{FF2B5EF4-FFF2-40B4-BE49-F238E27FC236}">
                <a16:creationId xmlns:a16="http://schemas.microsoft.com/office/drawing/2014/main" id="{51E6DAFC-AB98-C74D-AEAE-9886939620F8}"/>
              </a:ext>
            </a:extLst>
          </p:cNvPr>
          <p:cNvPicPr>
            <a:picLocks noChangeAspect="1"/>
          </p:cNvPicPr>
          <p:nvPr userDrawn="1"/>
        </p:nvPicPr>
        <p:blipFill>
          <a:blip r:embed="rId4">
            <a:extLst>
              <a:ext uri="{96DAC541-7B7A-43D3-8B79-37D633B846F1}">
                <asvg:svgBlip xmlns:asvg="http://schemas.microsoft.com/office/drawing/2016/SVG/main" r:embed="rId5"/>
              </a:ext>
            </a:extLst>
          </a:blip>
          <a:srcRect l="92" t="4" r="40848" b="66110"/>
          <a:stretch>
            <a:fillRect/>
          </a:stretch>
        </p:blipFill>
        <p:spPr>
          <a:xfrm>
            <a:off x="8041503" y="5017833"/>
            <a:ext cx="2518921" cy="983579"/>
          </a:xfrm>
          <a:custGeom>
            <a:avLst/>
            <a:gdLst>
              <a:gd name="connsiteX0" fmla="*/ 0 w 48005999"/>
              <a:gd name="connsiteY0" fmla="*/ 0 h 18745200"/>
              <a:gd name="connsiteX1" fmla="*/ 48005999 w 48005999"/>
              <a:gd name="connsiteY1" fmla="*/ 0 h 18745200"/>
              <a:gd name="connsiteX2" fmla="*/ 48005999 w 48005999"/>
              <a:gd name="connsiteY2" fmla="*/ 18745200 h 18745200"/>
              <a:gd name="connsiteX3" fmla="*/ 0 w 48005999"/>
              <a:gd name="connsiteY3" fmla="*/ 18745200 h 18745200"/>
            </a:gdLst>
            <a:ahLst/>
            <a:cxnLst>
              <a:cxn ang="0">
                <a:pos x="connsiteX0" y="connsiteY0"/>
              </a:cxn>
              <a:cxn ang="0">
                <a:pos x="connsiteX1" y="connsiteY1"/>
              </a:cxn>
              <a:cxn ang="0">
                <a:pos x="connsiteX2" y="connsiteY2"/>
              </a:cxn>
              <a:cxn ang="0">
                <a:pos x="connsiteX3" y="connsiteY3"/>
              </a:cxn>
            </a:cxnLst>
            <a:rect l="l" t="t" r="r" b="b"/>
            <a:pathLst>
              <a:path w="48005999" h="18745200">
                <a:moveTo>
                  <a:pt x="0" y="0"/>
                </a:moveTo>
                <a:lnTo>
                  <a:pt x="48005999" y="0"/>
                </a:lnTo>
                <a:lnTo>
                  <a:pt x="48005999" y="18745200"/>
                </a:lnTo>
                <a:lnTo>
                  <a:pt x="0" y="18745200"/>
                </a:lnTo>
                <a:close/>
              </a:path>
            </a:pathLst>
          </a:custGeom>
        </p:spPr>
      </p:pic>
      <p:sp>
        <p:nvSpPr>
          <p:cNvPr id="12" name="Rectangle 11">
            <a:extLst>
              <a:ext uri="{FF2B5EF4-FFF2-40B4-BE49-F238E27FC236}">
                <a16:creationId xmlns:a16="http://schemas.microsoft.com/office/drawing/2014/main" id="{044111CB-7260-6E63-EC51-117C841DF68E}"/>
              </a:ext>
            </a:extLst>
          </p:cNvPr>
          <p:cNvSpPr/>
          <p:nvPr userDrawn="1"/>
        </p:nvSpPr>
        <p:spPr>
          <a:xfrm>
            <a:off x="0" y="501387"/>
            <a:ext cx="1330036" cy="2143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F5F18E4-DC37-6077-0F25-225E103E6612}"/>
              </a:ext>
            </a:extLst>
          </p:cNvPr>
          <p:cNvSpPr/>
          <p:nvPr userDrawn="1"/>
        </p:nvSpPr>
        <p:spPr>
          <a:xfrm>
            <a:off x="1918243" y="6139133"/>
            <a:ext cx="1330036" cy="2143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aphic 10">
            <a:extLst>
              <a:ext uri="{FF2B5EF4-FFF2-40B4-BE49-F238E27FC236}">
                <a16:creationId xmlns:a16="http://schemas.microsoft.com/office/drawing/2014/main" id="{60ADD1B8-5570-FBF7-01C7-5290AEA93BA9}"/>
              </a:ext>
            </a:extLst>
          </p:cNvPr>
          <p:cNvGrpSpPr/>
          <p:nvPr userDrawn="1"/>
        </p:nvGrpSpPr>
        <p:grpSpPr>
          <a:xfrm>
            <a:off x="4039009" y="3207886"/>
            <a:ext cx="4113983" cy="459309"/>
            <a:chOff x="708891" y="4649173"/>
            <a:chExt cx="11357397" cy="1268009"/>
          </a:xfrm>
        </p:grpSpPr>
        <p:sp>
          <p:nvSpPr>
            <p:cNvPr id="19" name="Freeform 18">
              <a:extLst>
                <a:ext uri="{FF2B5EF4-FFF2-40B4-BE49-F238E27FC236}">
                  <a16:creationId xmlns:a16="http://schemas.microsoft.com/office/drawing/2014/main" id="{909CFE62-B31B-BCAD-5E24-ED51F5D963B5}"/>
                </a:ext>
              </a:extLst>
            </p:cNvPr>
            <p:cNvSpPr/>
            <p:nvPr/>
          </p:nvSpPr>
          <p:spPr>
            <a:xfrm>
              <a:off x="708891" y="4649173"/>
              <a:ext cx="11357397" cy="1268008"/>
            </a:xfrm>
            <a:custGeom>
              <a:avLst/>
              <a:gdLst>
                <a:gd name="connsiteX0" fmla="*/ 6512360 w 11357397"/>
                <a:gd name="connsiteY0" fmla="*/ 271549 h 1268008"/>
                <a:gd name="connsiteX1" fmla="*/ 6512360 w 11357397"/>
                <a:gd name="connsiteY1" fmla="*/ 0 h 1268008"/>
                <a:gd name="connsiteX2" fmla="*/ 6824335 w 11357397"/>
                <a:gd name="connsiteY2" fmla="*/ 0 h 1268008"/>
                <a:gd name="connsiteX3" fmla="*/ 6824335 w 11357397"/>
                <a:gd name="connsiteY3" fmla="*/ 1268009 h 1268008"/>
                <a:gd name="connsiteX4" fmla="*/ 6512360 w 11357397"/>
                <a:gd name="connsiteY4" fmla="*/ 1268009 h 1268008"/>
                <a:gd name="connsiteX5" fmla="*/ 5136748 w 11357397"/>
                <a:gd name="connsiteY5" fmla="*/ 272484 h 1268008"/>
                <a:gd name="connsiteX6" fmla="*/ 5466631 w 11357397"/>
                <a:gd name="connsiteY6" fmla="*/ 272484 h 1268008"/>
                <a:gd name="connsiteX7" fmla="*/ 5466631 w 11357397"/>
                <a:gd name="connsiteY7" fmla="*/ 1268009 h 1268008"/>
                <a:gd name="connsiteX8" fmla="*/ 5778606 w 11357397"/>
                <a:gd name="connsiteY8" fmla="*/ 1268009 h 1268008"/>
                <a:gd name="connsiteX9" fmla="*/ 5778606 w 11357397"/>
                <a:gd name="connsiteY9" fmla="*/ 272484 h 1268008"/>
                <a:gd name="connsiteX10" fmla="*/ 6344119 w 11357397"/>
                <a:gd name="connsiteY10" fmla="*/ 272484 h 1268008"/>
                <a:gd name="connsiteX11" fmla="*/ 6344119 w 11357397"/>
                <a:gd name="connsiteY11" fmla="*/ 0 h 1268008"/>
                <a:gd name="connsiteX12" fmla="*/ 5136748 w 11357397"/>
                <a:gd name="connsiteY12" fmla="*/ 0 h 1268008"/>
                <a:gd name="connsiteX13" fmla="*/ 10149083 w 11357397"/>
                <a:gd name="connsiteY13" fmla="*/ 0 h 1268008"/>
                <a:gd name="connsiteX14" fmla="*/ 10149083 w 11357397"/>
                <a:gd name="connsiteY14" fmla="*/ 272484 h 1268008"/>
                <a:gd name="connsiteX15" fmla="*/ 10478966 w 11357397"/>
                <a:gd name="connsiteY15" fmla="*/ 272484 h 1268008"/>
                <a:gd name="connsiteX16" fmla="*/ 10478966 w 11357397"/>
                <a:gd name="connsiteY16" fmla="*/ 1268009 h 1268008"/>
                <a:gd name="connsiteX17" fmla="*/ 10791883 w 11357397"/>
                <a:gd name="connsiteY17" fmla="*/ 1268009 h 1268008"/>
                <a:gd name="connsiteX18" fmla="*/ 10791883 w 11357397"/>
                <a:gd name="connsiteY18" fmla="*/ 272484 h 1268008"/>
                <a:gd name="connsiteX19" fmla="*/ 11357397 w 11357397"/>
                <a:gd name="connsiteY19" fmla="*/ 272484 h 1268008"/>
                <a:gd name="connsiteX20" fmla="*/ 11357397 w 11357397"/>
                <a:gd name="connsiteY20" fmla="*/ 0 h 1268008"/>
                <a:gd name="connsiteX21" fmla="*/ 0 w 11357397"/>
                <a:gd name="connsiteY21" fmla="*/ 1268009 h 1268008"/>
                <a:gd name="connsiteX22" fmla="*/ 311975 w 11357397"/>
                <a:gd name="connsiteY22" fmla="*/ 1268009 h 1268008"/>
                <a:gd name="connsiteX23" fmla="*/ 311975 w 11357397"/>
                <a:gd name="connsiteY23" fmla="*/ 800626 h 1268008"/>
                <a:gd name="connsiteX24" fmla="*/ 1199360 w 11357397"/>
                <a:gd name="connsiteY24" fmla="*/ 800626 h 1268008"/>
                <a:gd name="connsiteX25" fmla="*/ 1199360 w 11357397"/>
                <a:gd name="connsiteY25" fmla="*/ 526740 h 1268008"/>
                <a:gd name="connsiteX26" fmla="*/ 311975 w 11357397"/>
                <a:gd name="connsiteY26" fmla="*/ 526740 h 1268008"/>
                <a:gd name="connsiteX27" fmla="*/ 311975 w 11357397"/>
                <a:gd name="connsiteY27" fmla="*/ 272484 h 1268008"/>
                <a:gd name="connsiteX28" fmla="*/ 1352049 w 11357397"/>
                <a:gd name="connsiteY28" fmla="*/ 272484 h 1268008"/>
                <a:gd name="connsiteX29" fmla="*/ 1352049 w 11357397"/>
                <a:gd name="connsiteY29" fmla="*/ 0 h 1268008"/>
                <a:gd name="connsiteX30" fmla="*/ 0 w 11357397"/>
                <a:gd name="connsiteY30" fmla="*/ 0 h 1268008"/>
                <a:gd name="connsiteX31" fmla="*/ 8718334 w 11357397"/>
                <a:gd name="connsiteY31" fmla="*/ 1268009 h 1268008"/>
                <a:gd name="connsiteX32" fmla="*/ 9994038 w 11357397"/>
                <a:gd name="connsiteY32" fmla="*/ 1268009 h 1268008"/>
                <a:gd name="connsiteX33" fmla="*/ 9994038 w 11357397"/>
                <a:gd name="connsiteY33" fmla="*/ 995992 h 1268008"/>
                <a:gd name="connsiteX34" fmla="*/ 9030780 w 11357397"/>
                <a:gd name="connsiteY34" fmla="*/ 995992 h 1268008"/>
                <a:gd name="connsiteX35" fmla="*/ 9030780 w 11357397"/>
                <a:gd name="connsiteY35" fmla="*/ 770247 h 1268008"/>
                <a:gd name="connsiteX36" fmla="*/ 9807419 w 11357397"/>
                <a:gd name="connsiteY36" fmla="*/ 770247 h 1268008"/>
                <a:gd name="connsiteX37" fmla="*/ 9807419 w 11357397"/>
                <a:gd name="connsiteY37" fmla="*/ 497762 h 1268008"/>
                <a:gd name="connsiteX38" fmla="*/ 9030780 w 11357397"/>
                <a:gd name="connsiteY38" fmla="*/ 497762 h 1268008"/>
                <a:gd name="connsiteX39" fmla="*/ 9030780 w 11357397"/>
                <a:gd name="connsiteY39" fmla="*/ 272484 h 1268008"/>
                <a:gd name="connsiteX40" fmla="*/ 9977544 w 11357397"/>
                <a:gd name="connsiteY40" fmla="*/ 272484 h 1268008"/>
                <a:gd name="connsiteX41" fmla="*/ 9977544 w 11357397"/>
                <a:gd name="connsiteY41" fmla="*/ 0 h 1268008"/>
                <a:gd name="connsiteX42" fmla="*/ 8718334 w 11357397"/>
                <a:gd name="connsiteY42" fmla="*/ 0 h 1268008"/>
                <a:gd name="connsiteX43" fmla="*/ 8116062 w 11357397"/>
                <a:gd name="connsiteY43" fmla="*/ 0 h 1268008"/>
                <a:gd name="connsiteX44" fmla="*/ 7065620 w 11357397"/>
                <a:gd name="connsiteY44" fmla="*/ 0 h 1268008"/>
                <a:gd name="connsiteX45" fmla="*/ 7065620 w 11357397"/>
                <a:gd name="connsiteY45" fmla="*/ 1268009 h 1268008"/>
                <a:gd name="connsiteX46" fmla="*/ 7378067 w 11357397"/>
                <a:gd name="connsiteY46" fmla="*/ 1268009 h 1268008"/>
                <a:gd name="connsiteX47" fmla="*/ 7378067 w 11357397"/>
                <a:gd name="connsiteY47" fmla="*/ 272484 h 1268008"/>
                <a:gd name="connsiteX48" fmla="*/ 8078832 w 11357397"/>
                <a:gd name="connsiteY48" fmla="*/ 272484 h 1268008"/>
                <a:gd name="connsiteX49" fmla="*/ 8165073 w 11357397"/>
                <a:gd name="connsiteY49" fmla="*/ 358482 h 1268008"/>
                <a:gd name="connsiteX50" fmla="*/ 8165073 w 11357397"/>
                <a:gd name="connsiteY50" fmla="*/ 1268009 h 1268008"/>
                <a:gd name="connsiteX51" fmla="*/ 8477519 w 11357397"/>
                <a:gd name="connsiteY51" fmla="*/ 1268009 h 1268008"/>
                <a:gd name="connsiteX52" fmla="*/ 8477519 w 11357397"/>
                <a:gd name="connsiteY52" fmla="*/ 358482 h 1268008"/>
                <a:gd name="connsiteX53" fmla="*/ 8116062 w 11357397"/>
                <a:gd name="connsiteY53" fmla="*/ 0 h 1268008"/>
                <a:gd name="connsiteX54" fmla="*/ 4686694 w 11357397"/>
                <a:gd name="connsiteY54" fmla="*/ 341657 h 1268008"/>
                <a:gd name="connsiteX55" fmla="*/ 4618361 w 11357397"/>
                <a:gd name="connsiteY55" fmla="*/ 271549 h 1268008"/>
                <a:gd name="connsiteX56" fmla="*/ 3899216 w 11357397"/>
                <a:gd name="connsiteY56" fmla="*/ 271549 h 1268008"/>
                <a:gd name="connsiteX57" fmla="*/ 3899216 w 11357397"/>
                <a:gd name="connsiteY57" fmla="*/ 525805 h 1268008"/>
                <a:gd name="connsiteX58" fmla="*/ 4618361 w 11357397"/>
                <a:gd name="connsiteY58" fmla="*/ 525805 h 1268008"/>
                <a:gd name="connsiteX59" fmla="*/ 4689050 w 11357397"/>
                <a:gd name="connsiteY59" fmla="*/ 455698 h 1268008"/>
                <a:gd name="connsiteX60" fmla="*/ 4654648 w 11357397"/>
                <a:gd name="connsiteY60" fmla="*/ 0 h 1268008"/>
                <a:gd name="connsiteX61" fmla="*/ 4998669 w 11357397"/>
                <a:gd name="connsiteY61" fmla="*/ 341189 h 1268008"/>
                <a:gd name="connsiteX62" fmla="*/ 4998669 w 11357397"/>
                <a:gd name="connsiteY62" fmla="*/ 341657 h 1268008"/>
                <a:gd name="connsiteX63" fmla="*/ 4998669 w 11357397"/>
                <a:gd name="connsiteY63" fmla="*/ 456633 h 1268008"/>
                <a:gd name="connsiteX64" fmla="*/ 4888865 w 11357397"/>
                <a:gd name="connsiteY64" fmla="*/ 706683 h 1268008"/>
                <a:gd name="connsiteX65" fmla="*/ 4983117 w 11357397"/>
                <a:gd name="connsiteY65" fmla="*/ 864658 h 1268008"/>
                <a:gd name="connsiteX66" fmla="*/ 4983117 w 11357397"/>
                <a:gd name="connsiteY66" fmla="*/ 1268009 h 1268008"/>
                <a:gd name="connsiteX67" fmla="*/ 4669728 w 11357397"/>
                <a:gd name="connsiteY67" fmla="*/ 1268009 h 1268008"/>
                <a:gd name="connsiteX68" fmla="*/ 4669728 w 11357397"/>
                <a:gd name="connsiteY68" fmla="*/ 868397 h 1268008"/>
                <a:gd name="connsiteX69" fmla="*/ 4601867 w 11357397"/>
                <a:gd name="connsiteY69" fmla="*/ 798289 h 1268008"/>
                <a:gd name="connsiteX70" fmla="*/ 3899216 w 11357397"/>
                <a:gd name="connsiteY70" fmla="*/ 798289 h 1268008"/>
                <a:gd name="connsiteX71" fmla="*/ 3899216 w 11357397"/>
                <a:gd name="connsiteY71" fmla="*/ 1265672 h 1268008"/>
                <a:gd name="connsiteX72" fmla="*/ 3586770 w 11357397"/>
                <a:gd name="connsiteY72" fmla="*/ 1265672 h 1268008"/>
                <a:gd name="connsiteX73" fmla="*/ 3586770 w 11357397"/>
                <a:gd name="connsiteY73" fmla="*/ 0 h 1268008"/>
                <a:gd name="connsiteX74" fmla="*/ 4654648 w 11357397"/>
                <a:gd name="connsiteY74" fmla="*/ 0 h 1268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1357397" h="1268008">
                  <a:moveTo>
                    <a:pt x="6512360" y="271549"/>
                  </a:moveTo>
                  <a:lnTo>
                    <a:pt x="6512360" y="0"/>
                  </a:lnTo>
                  <a:lnTo>
                    <a:pt x="6824335" y="0"/>
                  </a:lnTo>
                  <a:lnTo>
                    <a:pt x="6824335" y="1268009"/>
                  </a:lnTo>
                  <a:lnTo>
                    <a:pt x="6512360" y="1268009"/>
                  </a:lnTo>
                  <a:close/>
                  <a:moveTo>
                    <a:pt x="5136748" y="272484"/>
                  </a:moveTo>
                  <a:lnTo>
                    <a:pt x="5466631" y="272484"/>
                  </a:lnTo>
                  <a:lnTo>
                    <a:pt x="5466631" y="1268009"/>
                  </a:lnTo>
                  <a:lnTo>
                    <a:pt x="5778606" y="1268009"/>
                  </a:lnTo>
                  <a:lnTo>
                    <a:pt x="5778606" y="272484"/>
                  </a:lnTo>
                  <a:lnTo>
                    <a:pt x="6344119" y="272484"/>
                  </a:lnTo>
                  <a:lnTo>
                    <a:pt x="6344119" y="0"/>
                  </a:lnTo>
                  <a:lnTo>
                    <a:pt x="5136748" y="0"/>
                  </a:lnTo>
                  <a:close/>
                  <a:moveTo>
                    <a:pt x="10149083" y="0"/>
                  </a:moveTo>
                  <a:lnTo>
                    <a:pt x="10149083" y="272484"/>
                  </a:lnTo>
                  <a:lnTo>
                    <a:pt x="10478966" y="272484"/>
                  </a:lnTo>
                  <a:lnTo>
                    <a:pt x="10478966" y="1268009"/>
                  </a:lnTo>
                  <a:lnTo>
                    <a:pt x="10791883" y="1268009"/>
                  </a:lnTo>
                  <a:lnTo>
                    <a:pt x="10791883" y="272484"/>
                  </a:lnTo>
                  <a:lnTo>
                    <a:pt x="11357397" y="272484"/>
                  </a:lnTo>
                  <a:lnTo>
                    <a:pt x="11357397" y="0"/>
                  </a:lnTo>
                  <a:close/>
                  <a:moveTo>
                    <a:pt x="0" y="1268009"/>
                  </a:moveTo>
                  <a:lnTo>
                    <a:pt x="311975" y="1268009"/>
                  </a:lnTo>
                  <a:lnTo>
                    <a:pt x="311975" y="800626"/>
                  </a:lnTo>
                  <a:lnTo>
                    <a:pt x="1199360" y="800626"/>
                  </a:lnTo>
                  <a:lnTo>
                    <a:pt x="1199360" y="526740"/>
                  </a:lnTo>
                  <a:lnTo>
                    <a:pt x="311975" y="526740"/>
                  </a:lnTo>
                  <a:lnTo>
                    <a:pt x="311975" y="272484"/>
                  </a:lnTo>
                  <a:lnTo>
                    <a:pt x="1352049" y="272484"/>
                  </a:lnTo>
                  <a:lnTo>
                    <a:pt x="1352049" y="0"/>
                  </a:lnTo>
                  <a:lnTo>
                    <a:pt x="0" y="0"/>
                  </a:lnTo>
                  <a:close/>
                  <a:moveTo>
                    <a:pt x="8718334" y="1268009"/>
                  </a:moveTo>
                  <a:lnTo>
                    <a:pt x="9994038" y="1268009"/>
                  </a:lnTo>
                  <a:lnTo>
                    <a:pt x="9994038" y="995992"/>
                  </a:lnTo>
                  <a:lnTo>
                    <a:pt x="9030780" y="995992"/>
                  </a:lnTo>
                  <a:lnTo>
                    <a:pt x="9030780" y="770247"/>
                  </a:lnTo>
                  <a:lnTo>
                    <a:pt x="9807419" y="770247"/>
                  </a:lnTo>
                  <a:lnTo>
                    <a:pt x="9807419" y="497762"/>
                  </a:lnTo>
                  <a:lnTo>
                    <a:pt x="9030780" y="497762"/>
                  </a:lnTo>
                  <a:lnTo>
                    <a:pt x="9030780" y="272484"/>
                  </a:lnTo>
                  <a:lnTo>
                    <a:pt x="9977544" y="272484"/>
                  </a:lnTo>
                  <a:lnTo>
                    <a:pt x="9977544" y="0"/>
                  </a:lnTo>
                  <a:lnTo>
                    <a:pt x="8718334" y="0"/>
                  </a:lnTo>
                  <a:close/>
                  <a:moveTo>
                    <a:pt x="8116062" y="0"/>
                  </a:moveTo>
                  <a:lnTo>
                    <a:pt x="7065620" y="0"/>
                  </a:lnTo>
                  <a:lnTo>
                    <a:pt x="7065620" y="1268009"/>
                  </a:lnTo>
                  <a:lnTo>
                    <a:pt x="7378067" y="1268009"/>
                  </a:lnTo>
                  <a:lnTo>
                    <a:pt x="7378067" y="272484"/>
                  </a:lnTo>
                  <a:lnTo>
                    <a:pt x="8078832" y="272484"/>
                  </a:lnTo>
                  <a:cubicBezTo>
                    <a:pt x="8126524" y="272741"/>
                    <a:pt x="8165073" y="311169"/>
                    <a:pt x="8165073" y="358482"/>
                  </a:cubicBezTo>
                  <a:lnTo>
                    <a:pt x="8165073" y="1268009"/>
                  </a:lnTo>
                  <a:lnTo>
                    <a:pt x="8477519" y="1268009"/>
                  </a:lnTo>
                  <a:lnTo>
                    <a:pt x="8477519" y="358482"/>
                  </a:lnTo>
                  <a:cubicBezTo>
                    <a:pt x="8477237" y="160605"/>
                    <a:pt x="8315594" y="257"/>
                    <a:pt x="8116062" y="0"/>
                  </a:cubicBezTo>
                  <a:moveTo>
                    <a:pt x="4686694" y="341657"/>
                  </a:moveTo>
                  <a:cubicBezTo>
                    <a:pt x="4686713" y="303832"/>
                    <a:pt x="4656476" y="272810"/>
                    <a:pt x="4618361" y="271549"/>
                  </a:cubicBezTo>
                  <a:lnTo>
                    <a:pt x="3899216" y="271549"/>
                  </a:lnTo>
                  <a:lnTo>
                    <a:pt x="3899216" y="525805"/>
                  </a:lnTo>
                  <a:lnTo>
                    <a:pt x="4618361" y="525805"/>
                  </a:lnTo>
                  <a:cubicBezTo>
                    <a:pt x="4657400" y="525805"/>
                    <a:pt x="4689050" y="494416"/>
                    <a:pt x="4689050" y="455698"/>
                  </a:cubicBezTo>
                  <a:close/>
                  <a:moveTo>
                    <a:pt x="4654648" y="0"/>
                  </a:moveTo>
                  <a:cubicBezTo>
                    <a:pt x="4844661" y="0"/>
                    <a:pt x="4998669" y="152755"/>
                    <a:pt x="4998669" y="341189"/>
                  </a:cubicBezTo>
                  <a:cubicBezTo>
                    <a:pt x="4998669" y="341345"/>
                    <a:pt x="4998669" y="341501"/>
                    <a:pt x="4998669" y="341657"/>
                  </a:cubicBezTo>
                  <a:lnTo>
                    <a:pt x="4998669" y="456633"/>
                  </a:lnTo>
                  <a:cubicBezTo>
                    <a:pt x="4998810" y="551521"/>
                    <a:pt x="4959035" y="642165"/>
                    <a:pt x="4888865" y="706683"/>
                  </a:cubicBezTo>
                  <a:cubicBezTo>
                    <a:pt x="4946689" y="738666"/>
                    <a:pt x="4982693" y="799009"/>
                    <a:pt x="4983117" y="864658"/>
                  </a:cubicBezTo>
                  <a:lnTo>
                    <a:pt x="4983117" y="1268009"/>
                  </a:lnTo>
                  <a:lnTo>
                    <a:pt x="4669728" y="1268009"/>
                  </a:lnTo>
                  <a:lnTo>
                    <a:pt x="4669728" y="868397"/>
                  </a:lnTo>
                  <a:cubicBezTo>
                    <a:pt x="4669757" y="830749"/>
                    <a:pt x="4639799" y="799794"/>
                    <a:pt x="4601867" y="798289"/>
                  </a:cubicBezTo>
                  <a:lnTo>
                    <a:pt x="3899216" y="798289"/>
                  </a:lnTo>
                  <a:lnTo>
                    <a:pt x="3899216" y="1265672"/>
                  </a:lnTo>
                  <a:lnTo>
                    <a:pt x="3586770" y="1265672"/>
                  </a:lnTo>
                  <a:lnTo>
                    <a:pt x="3586770" y="0"/>
                  </a:lnTo>
                  <a:lnTo>
                    <a:pt x="4654648" y="0"/>
                  </a:lnTo>
                </a:path>
              </a:pathLst>
            </a:custGeom>
            <a:solidFill>
              <a:srgbClr val="000000"/>
            </a:solidFill>
            <a:ln w="47111"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DC8A190F-B2BD-6DE9-551C-755BEA239984}"/>
                </a:ext>
              </a:extLst>
            </p:cNvPr>
            <p:cNvSpPr/>
            <p:nvPr/>
          </p:nvSpPr>
          <p:spPr>
            <a:xfrm>
              <a:off x="2221168" y="4649173"/>
              <a:ext cx="1833677" cy="1268009"/>
            </a:xfrm>
            <a:custGeom>
              <a:avLst/>
              <a:gdLst>
                <a:gd name="connsiteX0" fmla="*/ 1833678 w 1833677"/>
                <a:gd name="connsiteY0" fmla="*/ 469720 h 1268009"/>
                <a:gd name="connsiteX1" fmla="*/ 1833678 w 1833677"/>
                <a:gd name="connsiteY1" fmla="*/ 796888 h 1268009"/>
                <a:gd name="connsiteX2" fmla="*/ 1315290 w 1833677"/>
                <a:gd name="connsiteY2" fmla="*/ 796888 h 1268009"/>
                <a:gd name="connsiteX3" fmla="*/ 1315290 w 1833677"/>
                <a:gd name="connsiteY3" fmla="*/ 469720 h 1268009"/>
                <a:gd name="connsiteX4" fmla="*/ 1833678 w 1833677"/>
                <a:gd name="connsiteY4" fmla="*/ 469720 h 1268009"/>
                <a:gd name="connsiteX5" fmla="*/ 659295 w 1833677"/>
                <a:gd name="connsiteY5" fmla="*/ 1268009 h 1268009"/>
                <a:gd name="connsiteX6" fmla="*/ 1173912 w 1833677"/>
                <a:gd name="connsiteY6" fmla="*/ 1268009 h 1268009"/>
                <a:gd name="connsiteX7" fmla="*/ 1173912 w 1833677"/>
                <a:gd name="connsiteY7" fmla="*/ 940842 h 1268009"/>
                <a:gd name="connsiteX8" fmla="*/ 655524 w 1833677"/>
                <a:gd name="connsiteY8" fmla="*/ 940842 h 1268009"/>
                <a:gd name="connsiteX9" fmla="*/ 1833678 w 1833677"/>
                <a:gd name="connsiteY9" fmla="*/ 275756 h 1268009"/>
                <a:gd name="connsiteX10" fmla="*/ 1555633 w 1833677"/>
                <a:gd name="connsiteY10" fmla="*/ 0 h 1268009"/>
                <a:gd name="connsiteX11" fmla="*/ 1555162 w 1833677"/>
                <a:gd name="connsiteY11" fmla="*/ 0 h 1268009"/>
                <a:gd name="connsiteX12" fmla="*/ 1315290 w 1833677"/>
                <a:gd name="connsiteY12" fmla="*/ 0 h 1268009"/>
                <a:gd name="connsiteX13" fmla="*/ 1315290 w 1833677"/>
                <a:gd name="connsiteY13" fmla="*/ 327168 h 1268009"/>
                <a:gd name="connsiteX14" fmla="*/ 1833678 w 1833677"/>
                <a:gd name="connsiteY14" fmla="*/ 327168 h 1268009"/>
                <a:gd name="connsiteX15" fmla="*/ 659295 w 1833677"/>
                <a:gd name="connsiteY15" fmla="*/ 0 h 1268009"/>
                <a:gd name="connsiteX16" fmla="*/ 659295 w 1833677"/>
                <a:gd name="connsiteY16" fmla="*/ 327168 h 1268009"/>
                <a:gd name="connsiteX17" fmla="*/ 1173912 w 1833677"/>
                <a:gd name="connsiteY17" fmla="*/ 327168 h 1268009"/>
                <a:gd name="connsiteX18" fmla="*/ 1173912 w 1833677"/>
                <a:gd name="connsiteY18" fmla="*/ 0 h 1268009"/>
                <a:gd name="connsiteX19" fmla="*/ 655524 w 1833677"/>
                <a:gd name="connsiteY19" fmla="*/ 0 h 1268009"/>
                <a:gd name="connsiteX20" fmla="*/ 1885 w 1833677"/>
                <a:gd name="connsiteY20" fmla="*/ 469720 h 1268009"/>
                <a:gd name="connsiteX21" fmla="*/ 1885 w 1833677"/>
                <a:gd name="connsiteY21" fmla="*/ 469720 h 1268009"/>
                <a:gd name="connsiteX22" fmla="*/ 1885 w 1833677"/>
                <a:gd name="connsiteY22" fmla="*/ 796888 h 1268009"/>
                <a:gd name="connsiteX23" fmla="*/ 517916 w 1833677"/>
                <a:gd name="connsiteY23" fmla="*/ 796888 h 1268009"/>
                <a:gd name="connsiteX24" fmla="*/ 517916 w 1833677"/>
                <a:gd name="connsiteY24" fmla="*/ 469720 h 1268009"/>
                <a:gd name="connsiteX25" fmla="*/ 1315290 w 1833677"/>
                <a:gd name="connsiteY25" fmla="*/ 1268009 h 1268009"/>
                <a:gd name="connsiteX26" fmla="*/ 1553277 w 1833677"/>
                <a:gd name="connsiteY26" fmla="*/ 1268009 h 1268009"/>
                <a:gd name="connsiteX27" fmla="*/ 1831321 w 1833677"/>
                <a:gd name="connsiteY27" fmla="*/ 992254 h 1268009"/>
                <a:gd name="connsiteX28" fmla="*/ 1831321 w 1833677"/>
                <a:gd name="connsiteY28" fmla="*/ 938972 h 1268009"/>
                <a:gd name="connsiteX29" fmla="*/ 1315290 w 1833677"/>
                <a:gd name="connsiteY29" fmla="*/ 938972 h 1268009"/>
                <a:gd name="connsiteX30" fmla="*/ 0 w 1833677"/>
                <a:gd name="connsiteY30" fmla="*/ 992254 h 1268009"/>
                <a:gd name="connsiteX31" fmla="*/ 278044 w 1833677"/>
                <a:gd name="connsiteY31" fmla="*/ 1268009 h 1268009"/>
                <a:gd name="connsiteX32" fmla="*/ 513675 w 1833677"/>
                <a:gd name="connsiteY32" fmla="*/ 1268009 h 1268009"/>
                <a:gd name="connsiteX33" fmla="*/ 513675 w 1833677"/>
                <a:gd name="connsiteY33" fmla="*/ 940842 h 1268009"/>
                <a:gd name="connsiteX34" fmla="*/ 1885 w 1833677"/>
                <a:gd name="connsiteY34" fmla="*/ 940842 h 1268009"/>
                <a:gd name="connsiteX35" fmla="*/ 0 w 1833677"/>
                <a:gd name="connsiteY35" fmla="*/ 275756 h 1268009"/>
                <a:gd name="connsiteX36" fmla="*/ 0 w 1833677"/>
                <a:gd name="connsiteY36" fmla="*/ 327168 h 1268009"/>
                <a:gd name="connsiteX37" fmla="*/ 517916 w 1833677"/>
                <a:gd name="connsiteY37" fmla="*/ 327168 h 1268009"/>
                <a:gd name="connsiteX38" fmla="*/ 517916 w 1833677"/>
                <a:gd name="connsiteY38" fmla="*/ 0 h 1268009"/>
                <a:gd name="connsiteX39" fmla="*/ 278515 w 1833677"/>
                <a:gd name="connsiteY39" fmla="*/ 0 h 1268009"/>
                <a:gd name="connsiteX40" fmla="*/ 471 w 1833677"/>
                <a:gd name="connsiteY40" fmla="*/ 275756 h 12680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833677" h="1268009">
                  <a:moveTo>
                    <a:pt x="1833678" y="469720"/>
                  </a:moveTo>
                  <a:lnTo>
                    <a:pt x="1833678" y="796888"/>
                  </a:lnTo>
                  <a:lnTo>
                    <a:pt x="1315290" y="796888"/>
                  </a:lnTo>
                  <a:lnTo>
                    <a:pt x="1315290" y="469720"/>
                  </a:lnTo>
                  <a:lnTo>
                    <a:pt x="1833678" y="469720"/>
                  </a:lnTo>
                  <a:close/>
                  <a:moveTo>
                    <a:pt x="659295" y="1268009"/>
                  </a:moveTo>
                  <a:lnTo>
                    <a:pt x="1173912" y="1268009"/>
                  </a:lnTo>
                  <a:lnTo>
                    <a:pt x="1173912" y="940842"/>
                  </a:lnTo>
                  <a:lnTo>
                    <a:pt x="655524" y="940842"/>
                  </a:lnTo>
                  <a:close/>
                  <a:moveTo>
                    <a:pt x="1833678" y="275756"/>
                  </a:moveTo>
                  <a:cubicBezTo>
                    <a:pt x="1833678" y="123460"/>
                    <a:pt x="1709194" y="0"/>
                    <a:pt x="1555633" y="0"/>
                  </a:cubicBezTo>
                  <a:cubicBezTo>
                    <a:pt x="1555478" y="0"/>
                    <a:pt x="1555318" y="0"/>
                    <a:pt x="1555162" y="0"/>
                  </a:cubicBezTo>
                  <a:lnTo>
                    <a:pt x="1315290" y="0"/>
                  </a:lnTo>
                  <a:lnTo>
                    <a:pt x="1315290" y="327168"/>
                  </a:lnTo>
                  <a:lnTo>
                    <a:pt x="1833678" y="327168"/>
                  </a:lnTo>
                  <a:close/>
                  <a:moveTo>
                    <a:pt x="659295" y="0"/>
                  </a:moveTo>
                  <a:lnTo>
                    <a:pt x="659295" y="327168"/>
                  </a:lnTo>
                  <a:lnTo>
                    <a:pt x="1173912" y="327168"/>
                  </a:lnTo>
                  <a:lnTo>
                    <a:pt x="1173912" y="0"/>
                  </a:lnTo>
                  <a:lnTo>
                    <a:pt x="655524" y="0"/>
                  </a:lnTo>
                  <a:close/>
                  <a:moveTo>
                    <a:pt x="1885" y="469720"/>
                  </a:moveTo>
                  <a:lnTo>
                    <a:pt x="1885" y="469720"/>
                  </a:lnTo>
                  <a:lnTo>
                    <a:pt x="1885" y="796888"/>
                  </a:lnTo>
                  <a:lnTo>
                    <a:pt x="517916" y="796888"/>
                  </a:lnTo>
                  <a:lnTo>
                    <a:pt x="517916" y="469720"/>
                  </a:lnTo>
                  <a:close/>
                  <a:moveTo>
                    <a:pt x="1315290" y="1268009"/>
                  </a:moveTo>
                  <a:lnTo>
                    <a:pt x="1553277" y="1268009"/>
                  </a:lnTo>
                  <a:cubicBezTo>
                    <a:pt x="1706838" y="1268009"/>
                    <a:pt x="1831321" y="1144550"/>
                    <a:pt x="1831321" y="992254"/>
                  </a:cubicBezTo>
                  <a:lnTo>
                    <a:pt x="1831321" y="938972"/>
                  </a:lnTo>
                  <a:lnTo>
                    <a:pt x="1315290" y="938972"/>
                  </a:lnTo>
                  <a:close/>
                  <a:moveTo>
                    <a:pt x="0" y="992254"/>
                  </a:moveTo>
                  <a:cubicBezTo>
                    <a:pt x="0" y="1144550"/>
                    <a:pt x="124484" y="1268009"/>
                    <a:pt x="278044" y="1268009"/>
                  </a:cubicBezTo>
                  <a:lnTo>
                    <a:pt x="513675" y="1268009"/>
                  </a:lnTo>
                  <a:lnTo>
                    <a:pt x="513675" y="940842"/>
                  </a:lnTo>
                  <a:lnTo>
                    <a:pt x="1885" y="940842"/>
                  </a:lnTo>
                  <a:close/>
                  <a:moveTo>
                    <a:pt x="0" y="275756"/>
                  </a:moveTo>
                  <a:lnTo>
                    <a:pt x="0" y="327168"/>
                  </a:lnTo>
                  <a:lnTo>
                    <a:pt x="517916" y="327168"/>
                  </a:lnTo>
                  <a:lnTo>
                    <a:pt x="517916" y="0"/>
                  </a:lnTo>
                  <a:lnTo>
                    <a:pt x="278515" y="0"/>
                  </a:lnTo>
                  <a:cubicBezTo>
                    <a:pt x="124955" y="0"/>
                    <a:pt x="471" y="123460"/>
                    <a:pt x="471" y="275756"/>
                  </a:cubicBezTo>
                </a:path>
              </a:pathLst>
            </a:custGeom>
            <a:solidFill>
              <a:srgbClr val="D9291C"/>
            </a:solidFill>
            <a:ln w="47111" cap="flat">
              <a:noFill/>
              <a:prstDash val="solid"/>
              <a:miter/>
            </a:ln>
          </p:spPr>
          <p:txBody>
            <a:bodyPr rtlCol="0" anchor="ctr"/>
            <a:lstStyle/>
            <a:p>
              <a:endParaRPr lang="en-US"/>
            </a:p>
          </p:txBody>
        </p:sp>
      </p:grpSp>
    </p:spTree>
    <p:extLst>
      <p:ext uri="{BB962C8B-B14F-4D97-AF65-F5344CB8AC3E}">
        <p14:creationId xmlns:p14="http://schemas.microsoft.com/office/powerpoint/2010/main" val="4217474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1.pn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26">
            <a:extLst>
              <a:ext uri="{FF2B5EF4-FFF2-40B4-BE49-F238E27FC236}">
                <a16:creationId xmlns:a16="http://schemas.microsoft.com/office/drawing/2014/main" id="{533E0CEE-E19F-2B45-A0DE-8A5266B2D5C9}"/>
              </a:ext>
            </a:extLst>
          </p:cNvPr>
          <p:cNvSpPr>
            <a:spLocks noChangeArrowheads="1"/>
          </p:cNvSpPr>
          <p:nvPr userDrawn="1"/>
        </p:nvSpPr>
        <p:spPr bwMode="black">
          <a:xfrm>
            <a:off x="11667733" y="6407061"/>
            <a:ext cx="468043" cy="276985"/>
          </a:xfrm>
          <a:prstGeom prst="rect">
            <a:avLst/>
          </a:prstGeom>
        </p:spPr>
        <p:txBody>
          <a:bodyPr anchor="ctr"/>
          <a:lstStyle/>
          <a:p>
            <a:pPr lvl="0" algn="ctr"/>
            <a:fld id="{5266C0E3-FCB2-4D10-9980-6DFC0D8FABCB}" type="slidenum">
              <a:rPr lang="en-US" sz="800">
                <a:solidFill>
                  <a:schemeClr val="bg1">
                    <a:lumMod val="50000"/>
                  </a:schemeClr>
                </a:solidFill>
              </a:rPr>
              <a:pPr lvl="0" algn="ctr"/>
              <a:t>‹#›</a:t>
            </a:fld>
            <a:endParaRPr lang="en-US" sz="800">
              <a:solidFill>
                <a:schemeClr val="bg1">
                  <a:lumMod val="50000"/>
                </a:schemeClr>
              </a:solidFill>
            </a:endParaRPr>
          </a:p>
        </p:txBody>
      </p:sp>
      <p:pic>
        <p:nvPicPr>
          <p:cNvPr id="10" name="Picture 9">
            <a:extLst>
              <a:ext uri="{FF2B5EF4-FFF2-40B4-BE49-F238E27FC236}">
                <a16:creationId xmlns:a16="http://schemas.microsoft.com/office/drawing/2014/main" id="{DE2D766E-FD37-A345-B7D6-761DBD33F8F4}"/>
              </a:ext>
            </a:extLst>
          </p:cNvPr>
          <p:cNvPicPr>
            <a:picLocks noChangeAspect="1"/>
          </p:cNvPicPr>
          <p:nvPr userDrawn="1"/>
        </p:nvPicPr>
        <p:blipFill>
          <a:blip r:embed="rId39">
            <a:extLst>
              <a:ext uri="{96DAC541-7B7A-43D3-8B79-37D633B846F1}">
                <asvg:svgBlip xmlns:asvg="http://schemas.microsoft.com/office/drawing/2016/SVG/main" r:embed="rId40"/>
              </a:ext>
            </a:extLst>
          </a:blip>
          <a:srcRect/>
          <a:stretch/>
        </p:blipFill>
        <p:spPr>
          <a:xfrm>
            <a:off x="348582" y="6450377"/>
            <a:ext cx="278208" cy="190352"/>
          </a:xfrm>
          <a:prstGeom prst="rect">
            <a:avLst/>
          </a:prstGeom>
        </p:spPr>
      </p:pic>
      <p:sp>
        <p:nvSpPr>
          <p:cNvPr id="24" name="Footer Placeholder 20">
            <a:extLst>
              <a:ext uri="{FF2B5EF4-FFF2-40B4-BE49-F238E27FC236}">
                <a16:creationId xmlns:a16="http://schemas.microsoft.com/office/drawing/2014/main" id="{5C3C2070-CF6A-7D4B-AD24-BBE5E642D81A}"/>
              </a:ext>
            </a:extLst>
          </p:cNvPr>
          <p:cNvSpPr txBox="1">
            <a:spLocks/>
          </p:cNvSpPr>
          <p:nvPr userDrawn="1"/>
        </p:nvSpPr>
        <p:spPr>
          <a:xfrm>
            <a:off x="9844755" y="6407061"/>
            <a:ext cx="1822977" cy="276985"/>
          </a:xfrm>
          <a:prstGeom prst="rect">
            <a:avLst/>
          </a:prstGeom>
        </p:spPr>
        <p:txBody>
          <a:bodyPr vert="horz" lIns="91440" tIns="45720" rIns="91440" bIns="45720" rtlCol="0" anchor="ctr"/>
          <a:lstStyle>
            <a:defPPr>
              <a:defRPr lang="en-US"/>
            </a:defPPr>
            <a:lvl1pPr marL="0" algn="r" defTabSz="914400" rtl="0" eaLnBrk="1" latinLnBrk="0" hangingPunct="1">
              <a:defRPr sz="10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00"/>
              <a:t>© Fortinet Inc. All Rights Reserved.</a:t>
            </a:r>
          </a:p>
        </p:txBody>
      </p:sp>
    </p:spTree>
    <p:extLst>
      <p:ext uri="{BB962C8B-B14F-4D97-AF65-F5344CB8AC3E}">
        <p14:creationId xmlns:p14="http://schemas.microsoft.com/office/powerpoint/2010/main" val="4069598592"/>
      </p:ext>
    </p:extLst>
  </p:cSld>
  <p:clrMap bg1="lt1" tx1="dk1" bg2="lt2" tx2="dk2" accent1="accent1" accent2="accent2" accent3="accent3" accent4="accent4" accent5="accent5" accent6="accent6" hlink="hlink" folHlink="folHlink"/>
  <p:sldLayoutIdLst>
    <p:sldLayoutId id="2147483680" r:id="rId1"/>
    <p:sldLayoutId id="2147483649" r:id="rId2"/>
    <p:sldLayoutId id="2147483694" r:id="rId3"/>
    <p:sldLayoutId id="2147483679" r:id="rId4"/>
    <p:sldLayoutId id="2147483678" r:id="rId5"/>
    <p:sldLayoutId id="2147483654" r:id="rId6"/>
    <p:sldLayoutId id="2147483664" r:id="rId7"/>
    <p:sldLayoutId id="2147483655" r:id="rId8"/>
    <p:sldLayoutId id="2147483650" r:id="rId9"/>
    <p:sldLayoutId id="2147483667" r:id="rId10"/>
    <p:sldLayoutId id="2147483660" r:id="rId11"/>
    <p:sldLayoutId id="2147483668" r:id="rId12"/>
    <p:sldLayoutId id="2147483652" r:id="rId13"/>
    <p:sldLayoutId id="2147483663" r:id="rId14"/>
    <p:sldLayoutId id="2147483665" r:id="rId15"/>
    <p:sldLayoutId id="2147483666" r:id="rId16"/>
    <p:sldLayoutId id="2147483674" r:id="rId17"/>
    <p:sldLayoutId id="2147483676" r:id="rId18"/>
    <p:sldLayoutId id="2147483675" r:id="rId19"/>
    <p:sldLayoutId id="2147483669" r:id="rId20"/>
    <p:sldLayoutId id="2147483670" r:id="rId21"/>
    <p:sldLayoutId id="2147483671" r:id="rId22"/>
    <p:sldLayoutId id="2147483672" r:id="rId23"/>
    <p:sldLayoutId id="2147483684" r:id="rId24"/>
    <p:sldLayoutId id="2147483683" r:id="rId25"/>
    <p:sldLayoutId id="2147483682" r:id="rId26"/>
    <p:sldLayoutId id="2147483685" r:id="rId27"/>
    <p:sldLayoutId id="2147483686" r:id="rId28"/>
    <p:sldLayoutId id="2147483688" r:id="rId29"/>
    <p:sldLayoutId id="2147483687" r:id="rId30"/>
    <p:sldLayoutId id="2147483692" r:id="rId31"/>
    <p:sldLayoutId id="2147483689" r:id="rId32"/>
    <p:sldLayoutId id="2147483690" r:id="rId33"/>
    <p:sldLayoutId id="2147483693" r:id="rId34"/>
    <p:sldLayoutId id="2147483691" r:id="rId35"/>
    <p:sldLayoutId id="2147483681" r:id="rId36"/>
    <p:sldLayoutId id="2147483673" r:id="rId3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400"/>
        </a:spcBef>
        <a:buFont typeface="Arial" panose="020B0604020202020204" pitchFamily="34" charset="0"/>
        <a:buChar char="•"/>
        <a:defRPr sz="2200" kern="1200">
          <a:solidFill>
            <a:schemeClr val="tx1"/>
          </a:solidFill>
          <a:latin typeface="+mn-lt"/>
          <a:ea typeface="+mn-ea"/>
          <a:cs typeface="+mn-cs"/>
        </a:defRPr>
      </a:lvl1pPr>
      <a:lvl2pPr marL="628650" indent="-228600" algn="l" defTabSz="914400" rtl="0" eaLnBrk="1" latinLnBrk="0" hangingPunct="1">
        <a:lnSpc>
          <a:spcPct val="90000"/>
        </a:lnSpc>
        <a:spcBef>
          <a:spcPts val="900"/>
        </a:spcBef>
        <a:buFont typeface="Arial" panose="020B0604020202020204" pitchFamily="34" charset="0"/>
        <a:buChar char="•"/>
        <a:defRPr sz="1800" kern="1200">
          <a:solidFill>
            <a:schemeClr val="tx1"/>
          </a:solidFill>
          <a:latin typeface="+mn-lt"/>
          <a:ea typeface="+mn-ea"/>
          <a:cs typeface="+mn-cs"/>
        </a:defRPr>
      </a:lvl2pPr>
      <a:lvl3pPr marL="1028700" indent="-228600" algn="l" defTabSz="914400" rtl="0" eaLnBrk="1" latinLnBrk="0" hangingPunct="1">
        <a:lnSpc>
          <a:spcPct val="90000"/>
        </a:lnSpc>
        <a:spcBef>
          <a:spcPts val="6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5ACBF0"/>
          </p15:clr>
        </p15:guide>
        <p15:guide id="2" orient="horz" pos="2208" userDrawn="1">
          <p15:clr>
            <a:srgbClr val="5ACBF0"/>
          </p15:clr>
        </p15:guide>
        <p15:guide id="3" orient="horz" pos="2112" userDrawn="1">
          <p15:clr>
            <a:srgbClr val="5ACBF0"/>
          </p15:clr>
        </p15:guide>
        <p15:guide id="4" orient="horz" pos="888" userDrawn="1">
          <p15:clr>
            <a:srgbClr val="5ACBF0"/>
          </p15:clr>
        </p15:guide>
        <p15:guide id="5" orient="horz" pos="3432" userDrawn="1">
          <p15:clr>
            <a:srgbClr val="5ACBF0"/>
          </p15:clr>
        </p15:guide>
        <p15:guide id="6" orient="horz" pos="3888" userDrawn="1">
          <p15:clr>
            <a:srgbClr val="5ACBF0"/>
          </p15:clr>
        </p15:guide>
        <p15:guide id="7" orient="horz" pos="4104" userDrawn="1">
          <p15:clr>
            <a:srgbClr val="5ACBF0"/>
          </p15:clr>
        </p15:guide>
        <p15:guide id="8" orient="horz" pos="216" userDrawn="1">
          <p15:clr>
            <a:srgbClr val="5ACBF0"/>
          </p15:clr>
        </p15:guide>
        <p15:guide id="9" pos="3792" userDrawn="1">
          <p15:clr>
            <a:srgbClr val="5ACBF0"/>
          </p15:clr>
        </p15:guide>
        <p15:guide id="10" pos="3888" userDrawn="1">
          <p15:clr>
            <a:srgbClr val="5ACBF0"/>
          </p15:clr>
        </p15:guide>
        <p15:guide id="19" pos="7464" userDrawn="1">
          <p15:clr>
            <a:srgbClr val="5ACBF0"/>
          </p15:clr>
        </p15:guide>
        <p15:guide id="20" pos="216" userDrawn="1">
          <p15:clr>
            <a:srgbClr val="5ACBF0"/>
          </p15:clr>
        </p15:guide>
        <p15:guide id="21" orient="horz" pos="3336" userDrawn="1">
          <p15:clr>
            <a:srgbClr val="5ACBF0"/>
          </p15:clr>
        </p15:guide>
        <p15:guide id="22" orient="horz" pos="984" userDrawn="1">
          <p15:clr>
            <a:srgbClr val="5ACBF0"/>
          </p15:clr>
        </p15:guide>
        <p15:guide id="23" pos="2568" userDrawn="1">
          <p15:clr>
            <a:srgbClr val="5ACBF0"/>
          </p15:clr>
        </p15:guide>
        <p15:guide id="24" pos="2664" userDrawn="1">
          <p15:clr>
            <a:srgbClr val="5ACBF0"/>
          </p15:clr>
        </p15:guide>
        <p15:guide id="25" pos="5112" userDrawn="1">
          <p15:clr>
            <a:srgbClr val="5ACBF0"/>
          </p15:clr>
        </p15:guide>
        <p15:guide id="26" pos="5016" userDrawn="1">
          <p15:clr>
            <a:srgbClr val="5ACBF0"/>
          </p15:clr>
        </p15:guide>
        <p15:guide id="27" pos="1440" userDrawn="1">
          <p15:clr>
            <a:srgbClr val="5ACBF0"/>
          </p15:clr>
        </p15:guide>
        <p15:guide id="28" pos="1344" userDrawn="1">
          <p15:clr>
            <a:srgbClr val="5ACBF0"/>
          </p15:clr>
        </p15:guide>
        <p15:guide id="29" pos="6240" userDrawn="1">
          <p15:clr>
            <a:srgbClr val="5ACBF0"/>
          </p15:clr>
        </p15:guide>
        <p15:guide id="30" pos="6336" userDrawn="1">
          <p15:clr>
            <a:srgbClr val="5ACBF0"/>
          </p15:clr>
        </p15:guide>
        <p15:guide id="31" orient="horz" pos="2160"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chart" Target="../charts/chart9.xml"/></Relationships>
</file>

<file path=ppt/slides/_rels/slide20.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2.xml"/><Relationship Id="rId1" Type="http://schemas.openxmlformats.org/officeDocument/2006/relationships/slideLayout" Target="../slideLayouts/slideLayout19.xml"/><Relationship Id="rId5" Type="http://schemas.openxmlformats.org/officeDocument/2006/relationships/chart" Target="../charts/chart12.xml"/><Relationship Id="rId4" Type="http://schemas.openxmlformats.org/officeDocument/2006/relationships/chart" Target="../charts/char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21.xml"/><Relationship Id="rId4" Type="http://schemas.openxmlformats.org/officeDocument/2006/relationships/image" Target="../media/image16.jpeg"/></Relationships>
</file>

<file path=ppt/slides/_rels/slide2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22.xml"/><Relationship Id="rId5" Type="http://schemas.openxmlformats.org/officeDocument/2006/relationships/image" Target="../media/image19.jpeg"/><Relationship Id="rId4" Type="http://schemas.openxmlformats.org/officeDocument/2006/relationships/image" Target="../media/image18.jpeg"/></Relationships>
</file>

<file path=ppt/slides/_rels/slide2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23.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24.xml"/><Relationship Id="rId5" Type="http://schemas.openxmlformats.org/officeDocument/2006/relationships/image" Target="../media/image27.svg"/><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image" Target="../media/image29.svg"/><Relationship Id="rId7" Type="http://schemas.openxmlformats.org/officeDocument/2006/relationships/image" Target="../media/image27.svg"/><Relationship Id="rId2" Type="http://schemas.openxmlformats.org/officeDocument/2006/relationships/image" Target="../media/image28.png"/><Relationship Id="rId1" Type="http://schemas.openxmlformats.org/officeDocument/2006/relationships/slideLayout" Target="../slideLayouts/slideLayout25.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31.svg"/><Relationship Id="rId7" Type="http://schemas.openxmlformats.org/officeDocument/2006/relationships/image" Target="../media/image25.svg"/><Relationship Id="rId2" Type="http://schemas.openxmlformats.org/officeDocument/2006/relationships/image" Target="../media/image30.png"/><Relationship Id="rId1" Type="http://schemas.openxmlformats.org/officeDocument/2006/relationships/slideLayout" Target="../slideLayouts/slideLayout26.xml"/><Relationship Id="rId6" Type="http://schemas.openxmlformats.org/officeDocument/2006/relationships/image" Target="../media/image24.png"/><Relationship Id="rId5" Type="http://schemas.openxmlformats.org/officeDocument/2006/relationships/image" Target="../media/image29.svg"/><Relationship Id="rId4" Type="http://schemas.openxmlformats.org/officeDocument/2006/relationships/image" Target="../media/image28.png"/><Relationship Id="rId9" Type="http://schemas.openxmlformats.org/officeDocument/2006/relationships/image" Target="../media/image27.svg"/></Relationships>
</file>

<file path=ppt/slides/_rels/slide34.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31.svg"/><Relationship Id="rId7" Type="http://schemas.openxmlformats.org/officeDocument/2006/relationships/image" Target="../media/image25.svg"/><Relationship Id="rId2" Type="http://schemas.openxmlformats.org/officeDocument/2006/relationships/image" Target="../media/image30.png"/><Relationship Id="rId1" Type="http://schemas.openxmlformats.org/officeDocument/2006/relationships/slideLayout" Target="../slideLayouts/slideLayout28.xml"/><Relationship Id="rId6" Type="http://schemas.openxmlformats.org/officeDocument/2006/relationships/image" Target="../media/image24.png"/><Relationship Id="rId5" Type="http://schemas.openxmlformats.org/officeDocument/2006/relationships/image" Target="../media/image29.svg"/><Relationship Id="rId4" Type="http://schemas.openxmlformats.org/officeDocument/2006/relationships/image" Target="../media/image28.png"/><Relationship Id="rId9" Type="http://schemas.openxmlformats.org/officeDocument/2006/relationships/image" Target="../media/image27.svg"/></Relationships>
</file>

<file path=ppt/slides/_rels/slide3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25.xml"/><Relationship Id="rId4" Type="http://schemas.openxmlformats.org/officeDocument/2006/relationships/image" Target="../media/image36.jpeg"/></Relationships>
</file>

<file path=ppt/slides/_rels/slide3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26.xml"/><Relationship Id="rId5" Type="http://schemas.openxmlformats.org/officeDocument/2006/relationships/image" Target="../media/image40.jpeg"/><Relationship Id="rId4" Type="http://schemas.openxmlformats.org/officeDocument/2006/relationships/image" Target="../media/image39.jpeg"/></Relationships>
</file>

<file path=ppt/slides/_rels/slide3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27.xml"/><Relationship Id="rId5" Type="http://schemas.openxmlformats.org/officeDocument/2006/relationships/image" Target="../media/image40.jpeg"/><Relationship Id="rId4" Type="http://schemas.openxmlformats.org/officeDocument/2006/relationships/image" Target="../media/image39.jpe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1.xml"/></Relationships>
</file>

<file path=ppt/slides/_rels/slide40.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svg"/><Relationship Id="rId7" Type="http://schemas.openxmlformats.org/officeDocument/2006/relationships/image" Target="../media/image46.svg"/><Relationship Id="rId2" Type="http://schemas.openxmlformats.org/officeDocument/2006/relationships/image" Target="../media/image41.png"/><Relationship Id="rId1" Type="http://schemas.openxmlformats.org/officeDocument/2006/relationships/slideLayout" Target="../slideLayouts/slideLayout32.xml"/><Relationship Id="rId6" Type="http://schemas.openxmlformats.org/officeDocument/2006/relationships/image" Target="../media/image45.png"/><Relationship Id="rId5" Type="http://schemas.openxmlformats.org/officeDocument/2006/relationships/image" Target="../media/image44.svg"/><Relationship Id="rId4" Type="http://schemas.openxmlformats.org/officeDocument/2006/relationships/image" Target="../media/image43.png"/><Relationship Id="rId9" Type="http://schemas.openxmlformats.org/officeDocument/2006/relationships/image" Target="../media/image48.svg"/></Relationships>
</file>

<file path=ppt/slides/_rels/slide41.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svg"/><Relationship Id="rId7" Type="http://schemas.openxmlformats.org/officeDocument/2006/relationships/image" Target="../media/image46.svg"/><Relationship Id="rId2" Type="http://schemas.openxmlformats.org/officeDocument/2006/relationships/image" Target="../media/image41.png"/><Relationship Id="rId1" Type="http://schemas.openxmlformats.org/officeDocument/2006/relationships/slideLayout" Target="../slideLayouts/slideLayout33.xml"/><Relationship Id="rId6" Type="http://schemas.openxmlformats.org/officeDocument/2006/relationships/image" Target="../media/image45.png"/><Relationship Id="rId5" Type="http://schemas.openxmlformats.org/officeDocument/2006/relationships/image" Target="../media/image44.svg"/><Relationship Id="rId4" Type="http://schemas.openxmlformats.org/officeDocument/2006/relationships/image" Target="../media/image43.png"/><Relationship Id="rId9" Type="http://schemas.openxmlformats.org/officeDocument/2006/relationships/image" Target="../media/image48.sv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3.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emf"/><Relationship Id="rId7" Type="http://schemas.openxmlformats.org/officeDocument/2006/relationships/image" Target="../media/image54.png"/><Relationship Id="rId2" Type="http://schemas.openxmlformats.org/officeDocument/2006/relationships/image" Target="../media/image49.emf"/><Relationship Id="rId1" Type="http://schemas.openxmlformats.org/officeDocument/2006/relationships/slideLayout" Target="../slideLayouts/slideLayout35.xml"/><Relationship Id="rId6" Type="http://schemas.openxmlformats.org/officeDocument/2006/relationships/image" Target="../media/image53.emf"/><Relationship Id="rId5" Type="http://schemas.openxmlformats.org/officeDocument/2006/relationships/image" Target="../media/image52.emf"/><Relationship Id="rId4" Type="http://schemas.openxmlformats.org/officeDocument/2006/relationships/image" Target="../media/image51.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30.xml"/><Relationship Id="rId5" Type="http://schemas.openxmlformats.org/officeDocument/2006/relationships/image" Target="../media/image40.jpeg"/><Relationship Id="rId4" Type="http://schemas.openxmlformats.org/officeDocument/2006/relationships/image" Target="../media/image39.jpe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5D74F1-63CB-6336-D52F-6E61A556F142}"/>
              </a:ext>
            </a:extLst>
          </p:cNvPr>
          <p:cNvSpPr>
            <a:spLocks noGrp="1"/>
          </p:cNvSpPr>
          <p:nvPr>
            <p:ph type="title"/>
          </p:nvPr>
        </p:nvSpPr>
        <p:spPr/>
        <p:txBody>
          <a:bodyPr/>
          <a:lstStyle/>
          <a:p>
            <a:r>
              <a:rPr lang="en-US"/>
              <a:t>Updated Color Palette</a:t>
            </a:r>
          </a:p>
        </p:txBody>
      </p:sp>
      <p:grpSp>
        <p:nvGrpSpPr>
          <p:cNvPr id="47" name="Group 46">
            <a:extLst>
              <a:ext uri="{FF2B5EF4-FFF2-40B4-BE49-F238E27FC236}">
                <a16:creationId xmlns:a16="http://schemas.microsoft.com/office/drawing/2014/main" id="{F13760AB-C38A-6012-6A6A-94062A4CAF44}"/>
              </a:ext>
            </a:extLst>
          </p:cNvPr>
          <p:cNvGrpSpPr/>
          <p:nvPr/>
        </p:nvGrpSpPr>
        <p:grpSpPr>
          <a:xfrm>
            <a:off x="953565" y="1575335"/>
            <a:ext cx="6759209" cy="3707331"/>
            <a:chOff x="1901198" y="1575335"/>
            <a:chExt cx="6759209" cy="3707331"/>
          </a:xfrm>
        </p:grpSpPr>
        <p:grpSp>
          <p:nvGrpSpPr>
            <p:cNvPr id="12" name="Group 11">
              <a:extLst>
                <a:ext uri="{FF2B5EF4-FFF2-40B4-BE49-F238E27FC236}">
                  <a16:creationId xmlns:a16="http://schemas.microsoft.com/office/drawing/2014/main" id="{E65220A0-3151-0AF2-C20E-99756631DFFC}"/>
                </a:ext>
              </a:extLst>
            </p:cNvPr>
            <p:cNvGrpSpPr/>
            <p:nvPr/>
          </p:nvGrpSpPr>
          <p:grpSpPr>
            <a:xfrm>
              <a:off x="1901198" y="1575335"/>
              <a:ext cx="1320668" cy="1690752"/>
              <a:chOff x="353011" y="2861011"/>
              <a:chExt cx="1320668" cy="1690752"/>
            </a:xfrm>
          </p:grpSpPr>
          <p:sp>
            <p:nvSpPr>
              <p:cNvPr id="7" name="Rectangle 6">
                <a:extLst>
                  <a:ext uri="{FF2B5EF4-FFF2-40B4-BE49-F238E27FC236}">
                    <a16:creationId xmlns:a16="http://schemas.microsoft.com/office/drawing/2014/main" id="{0EF6C1EA-31CE-C7E6-A14A-62E6AF6E4A66}"/>
                  </a:ext>
                </a:extLst>
              </p:cNvPr>
              <p:cNvSpPr/>
              <p:nvPr/>
            </p:nvSpPr>
            <p:spPr>
              <a:xfrm>
                <a:off x="452425" y="2861011"/>
                <a:ext cx="690575" cy="69057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i="0">
                  <a:solidFill>
                    <a:schemeClr val="bg1"/>
                  </a:solidFill>
                  <a:effectLst/>
                </a:endParaRPr>
              </a:p>
            </p:txBody>
          </p:sp>
          <p:sp>
            <p:nvSpPr>
              <p:cNvPr id="11" name="TextBox 10">
                <a:extLst>
                  <a:ext uri="{FF2B5EF4-FFF2-40B4-BE49-F238E27FC236}">
                    <a16:creationId xmlns:a16="http://schemas.microsoft.com/office/drawing/2014/main" id="{0036311C-F385-36FB-FFAD-70ACF106B3F6}"/>
                  </a:ext>
                </a:extLst>
              </p:cNvPr>
              <p:cNvSpPr txBox="1"/>
              <p:nvPr/>
            </p:nvSpPr>
            <p:spPr>
              <a:xfrm>
                <a:off x="353011" y="3664225"/>
                <a:ext cx="1320668" cy="887538"/>
              </a:xfrm>
              <a:prstGeom prst="rect">
                <a:avLst/>
              </a:prstGeom>
            </p:spPr>
            <p:txBody>
              <a:bodyPr/>
              <a:lstStyle>
                <a:lvl1pPr>
                  <a:lnSpc>
                    <a:spcPct val="90000"/>
                  </a:lnSpc>
                  <a:spcBef>
                    <a:spcPct val="0"/>
                  </a:spcBef>
                  <a:buNone/>
                  <a:defRPr sz="2800" b="0">
                    <a:latin typeface="+mj-lt"/>
                    <a:ea typeface="+mj-ea"/>
                    <a:cs typeface="+mj-cs"/>
                  </a:defRPr>
                </a:lvl1pPr>
              </a:lstStyle>
              <a:p>
                <a:pPr>
                  <a:lnSpc>
                    <a:spcPct val="100000"/>
                  </a:lnSpc>
                  <a:spcBef>
                    <a:spcPts val="300"/>
                  </a:spcBef>
                </a:pPr>
                <a:r>
                  <a:rPr lang="en-US" sz="1000" b="1">
                    <a:latin typeface="Arial Nova" panose="020B0504020202020204" pitchFamily="34" charset="0"/>
                  </a:rPr>
                  <a:t>Secure Red</a:t>
                </a:r>
              </a:p>
              <a:p>
                <a:pPr>
                  <a:lnSpc>
                    <a:spcPct val="100000"/>
                  </a:lnSpc>
                  <a:spcBef>
                    <a:spcPts val="300"/>
                  </a:spcBef>
                </a:pPr>
                <a:r>
                  <a:rPr lang="en-US" sz="800"/>
                  <a:t>RGB: R218 G41 B28</a:t>
                </a:r>
              </a:p>
              <a:p>
                <a:pPr>
                  <a:lnSpc>
                    <a:spcPct val="100000"/>
                  </a:lnSpc>
                  <a:spcBef>
                    <a:spcPts val="300"/>
                  </a:spcBef>
                </a:pPr>
                <a:r>
                  <a:rPr lang="en-US" sz="800"/>
                  <a:t>Hex: DA291C</a:t>
                </a:r>
              </a:p>
              <a:p>
                <a:pPr>
                  <a:lnSpc>
                    <a:spcPct val="100000"/>
                  </a:lnSpc>
                  <a:spcBef>
                    <a:spcPts val="300"/>
                  </a:spcBef>
                </a:pPr>
                <a:r>
                  <a:rPr lang="en-US" sz="800"/>
                  <a:t>CMYK: C0 M95 Y100 K0</a:t>
                </a:r>
              </a:p>
              <a:p>
                <a:pPr>
                  <a:lnSpc>
                    <a:spcPct val="100000"/>
                  </a:lnSpc>
                  <a:spcBef>
                    <a:spcPts val="300"/>
                  </a:spcBef>
                </a:pPr>
                <a:r>
                  <a:rPr lang="en-US" sz="800"/>
                  <a:t>Pantone: PMS 485</a:t>
                </a:r>
              </a:p>
            </p:txBody>
          </p:sp>
        </p:grpSp>
        <p:grpSp>
          <p:nvGrpSpPr>
            <p:cNvPr id="16" name="Group 15">
              <a:extLst>
                <a:ext uri="{FF2B5EF4-FFF2-40B4-BE49-F238E27FC236}">
                  <a16:creationId xmlns:a16="http://schemas.microsoft.com/office/drawing/2014/main" id="{A3BA4900-6E81-DF32-4E19-DD9369A6628D}"/>
                </a:ext>
              </a:extLst>
            </p:cNvPr>
            <p:cNvGrpSpPr/>
            <p:nvPr/>
          </p:nvGrpSpPr>
          <p:grpSpPr>
            <a:xfrm>
              <a:off x="3650854" y="1575335"/>
              <a:ext cx="1320668" cy="1690752"/>
              <a:chOff x="353011" y="2861011"/>
              <a:chExt cx="1320668" cy="1690752"/>
            </a:xfrm>
          </p:grpSpPr>
          <p:sp>
            <p:nvSpPr>
              <p:cNvPr id="17" name="Rectangle 16">
                <a:extLst>
                  <a:ext uri="{FF2B5EF4-FFF2-40B4-BE49-F238E27FC236}">
                    <a16:creationId xmlns:a16="http://schemas.microsoft.com/office/drawing/2014/main" id="{F40000F1-3D4E-CA16-B602-AF4F31752F58}"/>
                  </a:ext>
                </a:extLst>
              </p:cNvPr>
              <p:cNvSpPr/>
              <p:nvPr/>
            </p:nvSpPr>
            <p:spPr>
              <a:xfrm>
                <a:off x="452425" y="2861011"/>
                <a:ext cx="690575" cy="69057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i="0">
                  <a:solidFill>
                    <a:schemeClr val="bg1"/>
                  </a:solidFill>
                  <a:effectLst/>
                </a:endParaRPr>
              </a:p>
            </p:txBody>
          </p:sp>
          <p:sp>
            <p:nvSpPr>
              <p:cNvPr id="18" name="TextBox 17">
                <a:extLst>
                  <a:ext uri="{FF2B5EF4-FFF2-40B4-BE49-F238E27FC236}">
                    <a16:creationId xmlns:a16="http://schemas.microsoft.com/office/drawing/2014/main" id="{F4DE1132-98F3-7045-8030-9C7A56999D9D}"/>
                  </a:ext>
                </a:extLst>
              </p:cNvPr>
              <p:cNvSpPr txBox="1"/>
              <p:nvPr/>
            </p:nvSpPr>
            <p:spPr>
              <a:xfrm>
                <a:off x="353011" y="3664225"/>
                <a:ext cx="1320668" cy="887538"/>
              </a:xfrm>
              <a:prstGeom prst="rect">
                <a:avLst/>
              </a:prstGeom>
            </p:spPr>
            <p:txBody>
              <a:bodyPr/>
              <a:lstStyle>
                <a:lvl1pPr>
                  <a:lnSpc>
                    <a:spcPct val="90000"/>
                  </a:lnSpc>
                  <a:spcBef>
                    <a:spcPct val="0"/>
                  </a:spcBef>
                  <a:buNone/>
                  <a:defRPr sz="2800" b="0">
                    <a:latin typeface="+mj-lt"/>
                    <a:ea typeface="+mj-ea"/>
                    <a:cs typeface="+mj-cs"/>
                  </a:defRPr>
                </a:lvl1pPr>
              </a:lstStyle>
              <a:p>
                <a:pPr>
                  <a:lnSpc>
                    <a:spcPct val="100000"/>
                  </a:lnSpc>
                  <a:spcBef>
                    <a:spcPts val="300"/>
                  </a:spcBef>
                </a:pPr>
                <a:r>
                  <a:rPr lang="en-US" sz="1000" b="1">
                    <a:latin typeface="Arial Nova" panose="020B0504020202020204" pitchFamily="34" charset="0"/>
                  </a:rPr>
                  <a:t>Cloud Blue</a:t>
                </a:r>
              </a:p>
              <a:p>
                <a:pPr>
                  <a:lnSpc>
                    <a:spcPct val="100000"/>
                  </a:lnSpc>
                  <a:spcBef>
                    <a:spcPts val="300"/>
                  </a:spcBef>
                </a:pPr>
                <a:r>
                  <a:rPr lang="en-US" sz="800"/>
                  <a:t>RGB: R48 G127 B226</a:t>
                </a:r>
              </a:p>
              <a:p>
                <a:pPr>
                  <a:lnSpc>
                    <a:spcPct val="100000"/>
                  </a:lnSpc>
                  <a:spcBef>
                    <a:spcPts val="300"/>
                  </a:spcBef>
                </a:pPr>
                <a:r>
                  <a:rPr lang="en-US" sz="800"/>
                  <a:t>Hex: 307FE2</a:t>
                </a:r>
              </a:p>
              <a:p>
                <a:pPr>
                  <a:lnSpc>
                    <a:spcPct val="100000"/>
                  </a:lnSpc>
                  <a:spcBef>
                    <a:spcPts val="300"/>
                  </a:spcBef>
                </a:pPr>
                <a:r>
                  <a:rPr lang="en-US" sz="800"/>
                  <a:t>CMYK: C75 M45 Y0 K0</a:t>
                </a:r>
              </a:p>
              <a:p>
                <a:pPr>
                  <a:lnSpc>
                    <a:spcPct val="100000"/>
                  </a:lnSpc>
                  <a:spcBef>
                    <a:spcPts val="300"/>
                  </a:spcBef>
                </a:pPr>
                <a:r>
                  <a:rPr lang="en-US" sz="800"/>
                  <a:t>Pantone: PMS 2727</a:t>
                </a:r>
              </a:p>
            </p:txBody>
          </p:sp>
        </p:grpSp>
        <p:grpSp>
          <p:nvGrpSpPr>
            <p:cNvPr id="19" name="Group 18">
              <a:extLst>
                <a:ext uri="{FF2B5EF4-FFF2-40B4-BE49-F238E27FC236}">
                  <a16:creationId xmlns:a16="http://schemas.microsoft.com/office/drawing/2014/main" id="{071CEB67-31E1-9EB3-2019-2AC903F5A835}"/>
                </a:ext>
              </a:extLst>
            </p:cNvPr>
            <p:cNvGrpSpPr/>
            <p:nvPr/>
          </p:nvGrpSpPr>
          <p:grpSpPr>
            <a:xfrm>
              <a:off x="5400510" y="1575335"/>
              <a:ext cx="1320668" cy="1690752"/>
              <a:chOff x="353011" y="2861011"/>
              <a:chExt cx="1320668" cy="1690752"/>
            </a:xfrm>
          </p:grpSpPr>
          <p:sp>
            <p:nvSpPr>
              <p:cNvPr id="20" name="Rectangle 19">
                <a:extLst>
                  <a:ext uri="{FF2B5EF4-FFF2-40B4-BE49-F238E27FC236}">
                    <a16:creationId xmlns:a16="http://schemas.microsoft.com/office/drawing/2014/main" id="{220E340F-CE8B-1465-949F-281B5056D69C}"/>
                  </a:ext>
                </a:extLst>
              </p:cNvPr>
              <p:cNvSpPr/>
              <p:nvPr/>
            </p:nvSpPr>
            <p:spPr>
              <a:xfrm>
                <a:off x="452425" y="2861011"/>
                <a:ext cx="690575" cy="69057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i="0">
                  <a:solidFill>
                    <a:schemeClr val="bg1"/>
                  </a:solidFill>
                  <a:effectLst/>
                </a:endParaRPr>
              </a:p>
            </p:txBody>
          </p:sp>
          <p:sp>
            <p:nvSpPr>
              <p:cNvPr id="21" name="TextBox 20">
                <a:extLst>
                  <a:ext uri="{FF2B5EF4-FFF2-40B4-BE49-F238E27FC236}">
                    <a16:creationId xmlns:a16="http://schemas.microsoft.com/office/drawing/2014/main" id="{0BD6C623-AFD2-D65C-DA60-11B928A9697F}"/>
                  </a:ext>
                </a:extLst>
              </p:cNvPr>
              <p:cNvSpPr txBox="1"/>
              <p:nvPr/>
            </p:nvSpPr>
            <p:spPr>
              <a:xfrm>
                <a:off x="353011" y="3664225"/>
                <a:ext cx="1320668" cy="887538"/>
              </a:xfrm>
              <a:prstGeom prst="rect">
                <a:avLst/>
              </a:prstGeom>
            </p:spPr>
            <p:txBody>
              <a:bodyPr/>
              <a:lstStyle>
                <a:lvl1pPr>
                  <a:lnSpc>
                    <a:spcPct val="90000"/>
                  </a:lnSpc>
                  <a:spcBef>
                    <a:spcPct val="0"/>
                  </a:spcBef>
                  <a:buNone/>
                  <a:defRPr sz="2800" b="0">
                    <a:latin typeface="+mj-lt"/>
                    <a:ea typeface="+mj-ea"/>
                    <a:cs typeface="+mj-cs"/>
                  </a:defRPr>
                </a:lvl1pPr>
              </a:lstStyle>
              <a:p>
                <a:pPr>
                  <a:lnSpc>
                    <a:spcPct val="100000"/>
                  </a:lnSpc>
                  <a:spcBef>
                    <a:spcPts val="300"/>
                  </a:spcBef>
                </a:pPr>
                <a:r>
                  <a:rPr lang="en-US" sz="1000" b="1">
                    <a:latin typeface="Arial Nova" panose="020B0504020202020204" pitchFamily="34" charset="0"/>
                  </a:rPr>
                  <a:t>SASE Purple</a:t>
                </a:r>
              </a:p>
              <a:p>
                <a:pPr>
                  <a:lnSpc>
                    <a:spcPct val="100000"/>
                  </a:lnSpc>
                  <a:spcBef>
                    <a:spcPts val="300"/>
                  </a:spcBef>
                </a:pPr>
                <a:r>
                  <a:rPr lang="en-US" sz="800"/>
                  <a:t>RGB: R144 G99 B205</a:t>
                </a:r>
              </a:p>
              <a:p>
                <a:pPr>
                  <a:lnSpc>
                    <a:spcPct val="100000"/>
                  </a:lnSpc>
                  <a:spcBef>
                    <a:spcPts val="300"/>
                  </a:spcBef>
                </a:pPr>
                <a:r>
                  <a:rPr lang="en-US" sz="800"/>
                  <a:t>Hex: 9063CD</a:t>
                </a:r>
              </a:p>
              <a:p>
                <a:pPr>
                  <a:lnSpc>
                    <a:spcPct val="100000"/>
                  </a:lnSpc>
                  <a:spcBef>
                    <a:spcPts val="300"/>
                  </a:spcBef>
                </a:pPr>
                <a:r>
                  <a:rPr lang="en-US" sz="800"/>
                  <a:t>CMYK: C54 M67 Y0 K0</a:t>
                </a:r>
              </a:p>
              <a:p>
                <a:pPr>
                  <a:lnSpc>
                    <a:spcPct val="100000"/>
                  </a:lnSpc>
                  <a:spcBef>
                    <a:spcPts val="300"/>
                  </a:spcBef>
                </a:pPr>
                <a:r>
                  <a:rPr lang="en-US" sz="800"/>
                  <a:t>Pantone: PMS 265</a:t>
                </a:r>
              </a:p>
            </p:txBody>
          </p:sp>
        </p:grpSp>
        <p:grpSp>
          <p:nvGrpSpPr>
            <p:cNvPr id="22" name="Group 21">
              <a:extLst>
                <a:ext uri="{FF2B5EF4-FFF2-40B4-BE49-F238E27FC236}">
                  <a16:creationId xmlns:a16="http://schemas.microsoft.com/office/drawing/2014/main" id="{324E06CA-1FC5-4C5E-1415-A6B2E19CCDDE}"/>
                </a:ext>
              </a:extLst>
            </p:cNvPr>
            <p:cNvGrpSpPr/>
            <p:nvPr/>
          </p:nvGrpSpPr>
          <p:grpSpPr>
            <a:xfrm>
              <a:off x="7150167" y="1575335"/>
              <a:ext cx="1389676" cy="1690752"/>
              <a:chOff x="353011" y="2861011"/>
              <a:chExt cx="1389676" cy="1690752"/>
            </a:xfrm>
          </p:grpSpPr>
          <p:sp>
            <p:nvSpPr>
              <p:cNvPr id="23" name="Rectangle 22">
                <a:extLst>
                  <a:ext uri="{FF2B5EF4-FFF2-40B4-BE49-F238E27FC236}">
                    <a16:creationId xmlns:a16="http://schemas.microsoft.com/office/drawing/2014/main" id="{7612D891-D6F6-3C4F-7CEE-6E3C5C33B002}"/>
                  </a:ext>
                </a:extLst>
              </p:cNvPr>
              <p:cNvSpPr/>
              <p:nvPr/>
            </p:nvSpPr>
            <p:spPr>
              <a:xfrm>
                <a:off x="452425" y="2861011"/>
                <a:ext cx="690575" cy="690575"/>
              </a:xfrm>
              <a:prstGeom prst="rect">
                <a:avLst/>
              </a:prstGeom>
              <a:solidFill>
                <a:srgbClr val="FFB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i="0">
                  <a:solidFill>
                    <a:schemeClr val="bg1"/>
                  </a:solidFill>
                  <a:effectLst/>
                </a:endParaRPr>
              </a:p>
            </p:txBody>
          </p:sp>
          <p:sp>
            <p:nvSpPr>
              <p:cNvPr id="24" name="TextBox 23">
                <a:extLst>
                  <a:ext uri="{FF2B5EF4-FFF2-40B4-BE49-F238E27FC236}">
                    <a16:creationId xmlns:a16="http://schemas.microsoft.com/office/drawing/2014/main" id="{E907E83B-9CA7-DFD7-5D06-7C29DE0C314D}"/>
                  </a:ext>
                </a:extLst>
              </p:cNvPr>
              <p:cNvSpPr txBox="1"/>
              <p:nvPr/>
            </p:nvSpPr>
            <p:spPr>
              <a:xfrm>
                <a:off x="353011" y="3664225"/>
                <a:ext cx="1389676" cy="887538"/>
              </a:xfrm>
              <a:prstGeom prst="rect">
                <a:avLst/>
              </a:prstGeom>
            </p:spPr>
            <p:txBody>
              <a:bodyPr/>
              <a:lstStyle>
                <a:lvl1pPr>
                  <a:lnSpc>
                    <a:spcPct val="90000"/>
                  </a:lnSpc>
                  <a:spcBef>
                    <a:spcPct val="0"/>
                  </a:spcBef>
                  <a:buNone/>
                  <a:defRPr sz="2800" b="0">
                    <a:latin typeface="+mj-lt"/>
                    <a:ea typeface="+mj-ea"/>
                    <a:cs typeface="+mj-cs"/>
                  </a:defRPr>
                </a:lvl1pPr>
              </a:lstStyle>
              <a:p>
                <a:pPr>
                  <a:lnSpc>
                    <a:spcPct val="100000"/>
                  </a:lnSpc>
                  <a:spcBef>
                    <a:spcPts val="300"/>
                  </a:spcBef>
                </a:pPr>
                <a:r>
                  <a:rPr lang="en-US" sz="1000" b="1">
                    <a:latin typeface="Arial Nova" panose="020B0504020202020204" pitchFamily="34" charset="0"/>
                  </a:rPr>
                  <a:t>Connectivity Yellow</a:t>
                </a:r>
              </a:p>
              <a:p>
                <a:pPr>
                  <a:lnSpc>
                    <a:spcPct val="100000"/>
                  </a:lnSpc>
                  <a:spcBef>
                    <a:spcPts val="300"/>
                  </a:spcBef>
                </a:pPr>
                <a:r>
                  <a:rPr lang="en-US" sz="800"/>
                  <a:t>RGB: R255 G185 B0</a:t>
                </a:r>
              </a:p>
              <a:p>
                <a:pPr>
                  <a:lnSpc>
                    <a:spcPct val="100000"/>
                  </a:lnSpc>
                  <a:spcBef>
                    <a:spcPts val="300"/>
                  </a:spcBef>
                </a:pPr>
                <a:r>
                  <a:rPr lang="en-US" sz="800"/>
                  <a:t>Hex: FFB900</a:t>
                </a:r>
              </a:p>
              <a:p>
                <a:pPr>
                  <a:lnSpc>
                    <a:spcPct val="100000"/>
                  </a:lnSpc>
                  <a:spcBef>
                    <a:spcPts val="300"/>
                  </a:spcBef>
                </a:pPr>
                <a:r>
                  <a:rPr lang="en-US" sz="800"/>
                  <a:t>CMYK: C0 M17 Y100 K0</a:t>
                </a:r>
              </a:p>
              <a:p>
                <a:pPr>
                  <a:lnSpc>
                    <a:spcPct val="100000"/>
                  </a:lnSpc>
                  <a:spcBef>
                    <a:spcPts val="300"/>
                  </a:spcBef>
                </a:pPr>
                <a:r>
                  <a:rPr lang="en-US" sz="800"/>
                  <a:t>Pantone: PMS 7548</a:t>
                </a:r>
              </a:p>
            </p:txBody>
          </p:sp>
        </p:grpSp>
        <p:grpSp>
          <p:nvGrpSpPr>
            <p:cNvPr id="29" name="Group 28">
              <a:extLst>
                <a:ext uri="{FF2B5EF4-FFF2-40B4-BE49-F238E27FC236}">
                  <a16:creationId xmlns:a16="http://schemas.microsoft.com/office/drawing/2014/main" id="{78044339-3BF5-7865-9896-55ADD25C9ABE}"/>
                </a:ext>
              </a:extLst>
            </p:cNvPr>
            <p:cNvGrpSpPr/>
            <p:nvPr/>
          </p:nvGrpSpPr>
          <p:grpSpPr>
            <a:xfrm>
              <a:off x="1901198" y="3591914"/>
              <a:ext cx="1320668" cy="1690752"/>
              <a:chOff x="353011" y="2861011"/>
              <a:chExt cx="1320668" cy="1690752"/>
            </a:xfrm>
          </p:grpSpPr>
          <p:sp>
            <p:nvSpPr>
              <p:cNvPr id="30" name="Rectangle 29">
                <a:extLst>
                  <a:ext uri="{FF2B5EF4-FFF2-40B4-BE49-F238E27FC236}">
                    <a16:creationId xmlns:a16="http://schemas.microsoft.com/office/drawing/2014/main" id="{50FE606D-8FB3-D961-5B03-CFFC3EB061AC}"/>
                  </a:ext>
                </a:extLst>
              </p:cNvPr>
              <p:cNvSpPr/>
              <p:nvPr/>
            </p:nvSpPr>
            <p:spPr>
              <a:xfrm>
                <a:off x="452425" y="2861011"/>
                <a:ext cx="690575" cy="69057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i="0">
                  <a:solidFill>
                    <a:schemeClr val="bg1"/>
                  </a:solidFill>
                  <a:effectLst/>
                </a:endParaRPr>
              </a:p>
            </p:txBody>
          </p:sp>
          <p:sp>
            <p:nvSpPr>
              <p:cNvPr id="31" name="TextBox 30">
                <a:extLst>
                  <a:ext uri="{FF2B5EF4-FFF2-40B4-BE49-F238E27FC236}">
                    <a16:creationId xmlns:a16="http://schemas.microsoft.com/office/drawing/2014/main" id="{8DC8AF1F-AFC9-0D9E-A9C2-1B624032E683}"/>
                  </a:ext>
                </a:extLst>
              </p:cNvPr>
              <p:cNvSpPr txBox="1"/>
              <p:nvPr/>
            </p:nvSpPr>
            <p:spPr>
              <a:xfrm>
                <a:off x="353011" y="3664225"/>
                <a:ext cx="1320668" cy="887538"/>
              </a:xfrm>
              <a:prstGeom prst="rect">
                <a:avLst/>
              </a:prstGeom>
            </p:spPr>
            <p:txBody>
              <a:bodyPr/>
              <a:lstStyle>
                <a:lvl1pPr>
                  <a:lnSpc>
                    <a:spcPct val="90000"/>
                  </a:lnSpc>
                  <a:spcBef>
                    <a:spcPct val="0"/>
                  </a:spcBef>
                  <a:buNone/>
                  <a:defRPr sz="2800" b="0">
                    <a:latin typeface="+mj-lt"/>
                    <a:ea typeface="+mj-ea"/>
                    <a:cs typeface="+mj-cs"/>
                  </a:defRPr>
                </a:lvl1pPr>
              </a:lstStyle>
              <a:p>
                <a:pPr fontAlgn="base">
                  <a:lnSpc>
                    <a:spcPct val="100000"/>
                  </a:lnSpc>
                  <a:spcBef>
                    <a:spcPts val="300"/>
                  </a:spcBef>
                </a:pPr>
                <a:r>
                  <a:rPr lang="en-US" sz="1000" b="1">
                    <a:latin typeface="Arial Nova" panose="020B0504020202020204" pitchFamily="34" charset="0"/>
                  </a:rPr>
                  <a:t>SecOps Teal</a:t>
                </a:r>
              </a:p>
              <a:p>
                <a:pPr>
                  <a:lnSpc>
                    <a:spcPct val="100000"/>
                  </a:lnSpc>
                  <a:spcBef>
                    <a:spcPts val="300"/>
                  </a:spcBef>
                </a:pPr>
                <a:r>
                  <a:rPr lang="en-US" sz="800"/>
                  <a:t>RGB: R44 G204 B211</a:t>
                </a:r>
              </a:p>
              <a:p>
                <a:pPr>
                  <a:lnSpc>
                    <a:spcPct val="100000"/>
                  </a:lnSpc>
                  <a:spcBef>
                    <a:spcPts val="300"/>
                  </a:spcBef>
                </a:pPr>
                <a:r>
                  <a:rPr lang="en-US" sz="800"/>
                  <a:t>Hex: 2CCCD3</a:t>
                </a:r>
              </a:p>
              <a:p>
                <a:pPr>
                  <a:lnSpc>
                    <a:spcPct val="100000"/>
                  </a:lnSpc>
                  <a:spcBef>
                    <a:spcPts val="300"/>
                  </a:spcBef>
                </a:pPr>
                <a:r>
                  <a:rPr lang="en-US" sz="800"/>
                  <a:t>CMYK: C60 M0 Y16 K0</a:t>
                </a:r>
              </a:p>
              <a:p>
                <a:pPr>
                  <a:lnSpc>
                    <a:spcPct val="100000"/>
                  </a:lnSpc>
                  <a:spcBef>
                    <a:spcPts val="300"/>
                  </a:spcBef>
                </a:pPr>
                <a:r>
                  <a:rPr lang="en-US" sz="800"/>
                  <a:t>Pantone: PMS 319</a:t>
                </a:r>
              </a:p>
            </p:txBody>
          </p:sp>
        </p:grpSp>
        <p:grpSp>
          <p:nvGrpSpPr>
            <p:cNvPr id="32" name="Group 31">
              <a:extLst>
                <a:ext uri="{FF2B5EF4-FFF2-40B4-BE49-F238E27FC236}">
                  <a16:creationId xmlns:a16="http://schemas.microsoft.com/office/drawing/2014/main" id="{250DB74F-F977-17DC-463E-700CFEA816D4}"/>
                </a:ext>
              </a:extLst>
            </p:cNvPr>
            <p:cNvGrpSpPr/>
            <p:nvPr/>
          </p:nvGrpSpPr>
          <p:grpSpPr>
            <a:xfrm>
              <a:off x="3650854" y="3591914"/>
              <a:ext cx="1320668" cy="1690752"/>
              <a:chOff x="353011" y="2861011"/>
              <a:chExt cx="1320668" cy="1690752"/>
            </a:xfrm>
          </p:grpSpPr>
          <p:sp>
            <p:nvSpPr>
              <p:cNvPr id="33" name="Rectangle 32">
                <a:extLst>
                  <a:ext uri="{FF2B5EF4-FFF2-40B4-BE49-F238E27FC236}">
                    <a16:creationId xmlns:a16="http://schemas.microsoft.com/office/drawing/2014/main" id="{AA4C3E7D-E3E9-B83C-7BE3-5C3993630EE7}"/>
                  </a:ext>
                </a:extLst>
              </p:cNvPr>
              <p:cNvSpPr/>
              <p:nvPr/>
            </p:nvSpPr>
            <p:spPr>
              <a:xfrm>
                <a:off x="452425" y="2861011"/>
                <a:ext cx="690575" cy="69057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i="0">
                  <a:solidFill>
                    <a:schemeClr val="bg1"/>
                  </a:solidFill>
                  <a:effectLst/>
                </a:endParaRPr>
              </a:p>
            </p:txBody>
          </p:sp>
          <p:sp>
            <p:nvSpPr>
              <p:cNvPr id="34" name="TextBox 33">
                <a:extLst>
                  <a:ext uri="{FF2B5EF4-FFF2-40B4-BE49-F238E27FC236}">
                    <a16:creationId xmlns:a16="http://schemas.microsoft.com/office/drawing/2014/main" id="{4D6C2B1D-10E7-3CE5-C9CE-E03F6912B57F}"/>
                  </a:ext>
                </a:extLst>
              </p:cNvPr>
              <p:cNvSpPr txBox="1"/>
              <p:nvPr/>
            </p:nvSpPr>
            <p:spPr>
              <a:xfrm>
                <a:off x="353011" y="3664225"/>
                <a:ext cx="1320668" cy="887538"/>
              </a:xfrm>
              <a:prstGeom prst="rect">
                <a:avLst/>
              </a:prstGeom>
            </p:spPr>
            <p:txBody>
              <a:bodyPr/>
              <a:lstStyle>
                <a:lvl1pPr>
                  <a:lnSpc>
                    <a:spcPct val="90000"/>
                  </a:lnSpc>
                  <a:spcBef>
                    <a:spcPct val="0"/>
                  </a:spcBef>
                  <a:buNone/>
                  <a:defRPr sz="2800" b="0">
                    <a:latin typeface="+mj-lt"/>
                    <a:ea typeface="+mj-ea"/>
                    <a:cs typeface="+mj-cs"/>
                  </a:defRPr>
                </a:lvl1pPr>
              </a:lstStyle>
              <a:p>
                <a:pPr algn="l" fontAlgn="base"/>
                <a:r>
                  <a:rPr lang="en-US" sz="1000" b="1">
                    <a:latin typeface="Arial Nova" panose="020B0504020202020204" pitchFamily="34" charset="0"/>
                  </a:rPr>
                  <a:t>Fabric Silver</a:t>
                </a:r>
              </a:p>
              <a:p>
                <a:pPr>
                  <a:lnSpc>
                    <a:spcPct val="100000"/>
                  </a:lnSpc>
                  <a:spcBef>
                    <a:spcPts val="300"/>
                  </a:spcBef>
                </a:pPr>
                <a:r>
                  <a:rPr lang="en-US" sz="800"/>
                  <a:t>RGB: R162 G178 B200</a:t>
                </a:r>
              </a:p>
              <a:p>
                <a:pPr fontAlgn="base">
                  <a:lnSpc>
                    <a:spcPct val="100000"/>
                  </a:lnSpc>
                  <a:spcBef>
                    <a:spcPts val="300"/>
                  </a:spcBef>
                  <a:spcAft>
                    <a:spcPts val="0"/>
                  </a:spcAft>
                </a:pPr>
                <a:r>
                  <a:rPr lang="en-US" sz="800"/>
                  <a:t>Hex: A2B2C8</a:t>
                </a:r>
              </a:p>
              <a:p>
                <a:pPr fontAlgn="base">
                  <a:lnSpc>
                    <a:spcPct val="100000"/>
                  </a:lnSpc>
                  <a:spcBef>
                    <a:spcPts val="300"/>
                  </a:spcBef>
                  <a:spcAft>
                    <a:spcPts val="0"/>
                  </a:spcAft>
                </a:pPr>
                <a:r>
                  <a:rPr lang="en-US" sz="800"/>
                  <a:t>CMYK: C36 M19 Y3 K0</a:t>
                </a:r>
              </a:p>
              <a:p>
                <a:pPr fontAlgn="base">
                  <a:lnSpc>
                    <a:spcPct val="100000"/>
                  </a:lnSpc>
                  <a:spcBef>
                    <a:spcPts val="300"/>
                  </a:spcBef>
                  <a:spcAft>
                    <a:spcPts val="0"/>
                  </a:spcAft>
                </a:pPr>
                <a:r>
                  <a:rPr lang="en-US" sz="800"/>
                  <a:t>Pantone: PMS 2155</a:t>
                </a:r>
              </a:p>
            </p:txBody>
          </p:sp>
        </p:grpSp>
        <p:grpSp>
          <p:nvGrpSpPr>
            <p:cNvPr id="35" name="Group 34">
              <a:extLst>
                <a:ext uri="{FF2B5EF4-FFF2-40B4-BE49-F238E27FC236}">
                  <a16:creationId xmlns:a16="http://schemas.microsoft.com/office/drawing/2014/main" id="{44067D2A-CAAD-D918-9720-BAEB1303F83A}"/>
                </a:ext>
              </a:extLst>
            </p:cNvPr>
            <p:cNvGrpSpPr/>
            <p:nvPr/>
          </p:nvGrpSpPr>
          <p:grpSpPr>
            <a:xfrm>
              <a:off x="5400510" y="3591914"/>
              <a:ext cx="1320668" cy="1690752"/>
              <a:chOff x="353011" y="2861011"/>
              <a:chExt cx="1320668" cy="1690752"/>
            </a:xfrm>
          </p:grpSpPr>
          <p:sp>
            <p:nvSpPr>
              <p:cNvPr id="36" name="Rectangle 35">
                <a:extLst>
                  <a:ext uri="{FF2B5EF4-FFF2-40B4-BE49-F238E27FC236}">
                    <a16:creationId xmlns:a16="http://schemas.microsoft.com/office/drawing/2014/main" id="{7857A9B8-C2A9-7C97-5274-6C21F8020697}"/>
                  </a:ext>
                </a:extLst>
              </p:cNvPr>
              <p:cNvSpPr/>
              <p:nvPr/>
            </p:nvSpPr>
            <p:spPr>
              <a:xfrm>
                <a:off x="452425" y="2861011"/>
                <a:ext cx="690575" cy="69057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i="0">
                  <a:solidFill>
                    <a:schemeClr val="bg1"/>
                  </a:solidFill>
                  <a:effectLst/>
                </a:endParaRPr>
              </a:p>
            </p:txBody>
          </p:sp>
          <p:sp>
            <p:nvSpPr>
              <p:cNvPr id="37" name="TextBox 36">
                <a:extLst>
                  <a:ext uri="{FF2B5EF4-FFF2-40B4-BE49-F238E27FC236}">
                    <a16:creationId xmlns:a16="http://schemas.microsoft.com/office/drawing/2014/main" id="{F315B431-4728-45B1-3298-3169C9D2C12C}"/>
                  </a:ext>
                </a:extLst>
              </p:cNvPr>
              <p:cNvSpPr txBox="1"/>
              <p:nvPr/>
            </p:nvSpPr>
            <p:spPr>
              <a:xfrm>
                <a:off x="353011" y="3664225"/>
                <a:ext cx="1320668" cy="887538"/>
              </a:xfrm>
              <a:prstGeom prst="rect">
                <a:avLst/>
              </a:prstGeom>
            </p:spPr>
            <p:txBody>
              <a:bodyPr/>
              <a:lstStyle>
                <a:lvl1pPr>
                  <a:lnSpc>
                    <a:spcPct val="90000"/>
                  </a:lnSpc>
                  <a:spcBef>
                    <a:spcPct val="0"/>
                  </a:spcBef>
                  <a:buNone/>
                  <a:defRPr sz="2800" b="0">
                    <a:latin typeface="+mj-lt"/>
                    <a:ea typeface="+mj-ea"/>
                    <a:cs typeface="+mj-cs"/>
                  </a:defRPr>
                </a:lvl1pPr>
              </a:lstStyle>
              <a:p>
                <a:pPr>
                  <a:lnSpc>
                    <a:spcPct val="100000"/>
                  </a:lnSpc>
                  <a:spcBef>
                    <a:spcPts val="300"/>
                  </a:spcBef>
                </a:pPr>
                <a:r>
                  <a:rPr lang="en-US" sz="1000" b="1">
                    <a:latin typeface="Arial Nova" panose="020B0504020202020204" pitchFamily="34" charset="0"/>
                  </a:rPr>
                  <a:t>FortiGuard Green</a:t>
                </a:r>
              </a:p>
              <a:p>
                <a:pPr>
                  <a:lnSpc>
                    <a:spcPct val="100000"/>
                  </a:lnSpc>
                  <a:spcBef>
                    <a:spcPts val="300"/>
                  </a:spcBef>
                </a:pPr>
                <a:r>
                  <a:rPr lang="en-US" sz="800"/>
                  <a:t>RGB: R60 G177 B126</a:t>
                </a:r>
              </a:p>
              <a:p>
                <a:pPr>
                  <a:lnSpc>
                    <a:spcPct val="100000"/>
                  </a:lnSpc>
                  <a:spcBef>
                    <a:spcPts val="300"/>
                  </a:spcBef>
                </a:pPr>
                <a:r>
                  <a:rPr lang="en-US" sz="800"/>
                  <a:t>Hex: 3CB17E</a:t>
                </a:r>
              </a:p>
              <a:p>
                <a:pPr>
                  <a:lnSpc>
                    <a:spcPct val="100000"/>
                  </a:lnSpc>
                  <a:spcBef>
                    <a:spcPts val="300"/>
                  </a:spcBef>
                </a:pPr>
                <a:r>
                  <a:rPr lang="en-US" sz="800"/>
                  <a:t>CMYK: C82 M0 Y67 K11</a:t>
                </a:r>
              </a:p>
              <a:p>
                <a:pPr>
                  <a:lnSpc>
                    <a:spcPct val="100000"/>
                  </a:lnSpc>
                  <a:spcBef>
                    <a:spcPts val="300"/>
                  </a:spcBef>
                </a:pPr>
                <a:r>
                  <a:rPr lang="en-US" sz="800"/>
                  <a:t>Pantone: PMS 7724</a:t>
                </a:r>
              </a:p>
            </p:txBody>
          </p:sp>
        </p:grpSp>
        <p:grpSp>
          <p:nvGrpSpPr>
            <p:cNvPr id="38" name="Group 37">
              <a:extLst>
                <a:ext uri="{FF2B5EF4-FFF2-40B4-BE49-F238E27FC236}">
                  <a16:creationId xmlns:a16="http://schemas.microsoft.com/office/drawing/2014/main" id="{C9EA0054-6DF5-6EA4-A0F5-8E125BDC7239}"/>
                </a:ext>
              </a:extLst>
            </p:cNvPr>
            <p:cNvGrpSpPr/>
            <p:nvPr/>
          </p:nvGrpSpPr>
          <p:grpSpPr>
            <a:xfrm>
              <a:off x="7150167" y="3591914"/>
              <a:ext cx="1510240" cy="1690752"/>
              <a:chOff x="353011" y="2861011"/>
              <a:chExt cx="1510240" cy="1690752"/>
            </a:xfrm>
          </p:grpSpPr>
          <p:sp>
            <p:nvSpPr>
              <p:cNvPr id="39" name="Rectangle 38">
                <a:extLst>
                  <a:ext uri="{FF2B5EF4-FFF2-40B4-BE49-F238E27FC236}">
                    <a16:creationId xmlns:a16="http://schemas.microsoft.com/office/drawing/2014/main" id="{577940F5-FD82-70EE-29CD-E407C860A4B8}"/>
                  </a:ext>
                </a:extLst>
              </p:cNvPr>
              <p:cNvSpPr/>
              <p:nvPr/>
            </p:nvSpPr>
            <p:spPr>
              <a:xfrm>
                <a:off x="452425" y="2861011"/>
                <a:ext cx="690575" cy="690575"/>
              </a:xfrm>
              <a:prstGeom prst="rect">
                <a:avLst/>
              </a:prstGeom>
              <a:solidFill>
                <a:srgbClr val="7578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b="1" i="0">
                  <a:solidFill>
                    <a:schemeClr val="bg1"/>
                  </a:solidFill>
                  <a:effectLst/>
                </a:endParaRPr>
              </a:p>
            </p:txBody>
          </p:sp>
          <p:sp>
            <p:nvSpPr>
              <p:cNvPr id="40" name="TextBox 39">
                <a:extLst>
                  <a:ext uri="{FF2B5EF4-FFF2-40B4-BE49-F238E27FC236}">
                    <a16:creationId xmlns:a16="http://schemas.microsoft.com/office/drawing/2014/main" id="{6A88685C-1E73-83EE-5E0A-E34B19E690FA}"/>
                  </a:ext>
                </a:extLst>
              </p:cNvPr>
              <p:cNvSpPr txBox="1"/>
              <p:nvPr/>
            </p:nvSpPr>
            <p:spPr>
              <a:xfrm>
                <a:off x="353011" y="3664225"/>
                <a:ext cx="1510240" cy="887538"/>
              </a:xfrm>
              <a:prstGeom prst="rect">
                <a:avLst/>
              </a:prstGeom>
            </p:spPr>
            <p:txBody>
              <a:bodyPr/>
              <a:lstStyle>
                <a:lvl1pPr>
                  <a:lnSpc>
                    <a:spcPct val="90000"/>
                  </a:lnSpc>
                  <a:spcBef>
                    <a:spcPct val="0"/>
                  </a:spcBef>
                  <a:buNone/>
                  <a:defRPr sz="2800" b="0">
                    <a:latin typeface="+mj-lt"/>
                    <a:ea typeface="+mj-ea"/>
                    <a:cs typeface="+mj-cs"/>
                  </a:defRPr>
                </a:lvl1pPr>
              </a:lstStyle>
              <a:p>
                <a:pPr fontAlgn="base">
                  <a:lnSpc>
                    <a:spcPct val="100000"/>
                  </a:lnSpc>
                  <a:spcBef>
                    <a:spcPts val="300"/>
                  </a:spcBef>
                </a:pPr>
                <a:r>
                  <a:rPr lang="en-US" sz="1000" b="1">
                    <a:latin typeface="Arial Nova" panose="020B0504020202020204" pitchFamily="34" charset="0"/>
                  </a:rPr>
                  <a:t>OT Grey</a:t>
                </a:r>
              </a:p>
              <a:p>
                <a:pPr>
                  <a:lnSpc>
                    <a:spcPct val="100000"/>
                  </a:lnSpc>
                  <a:spcBef>
                    <a:spcPts val="300"/>
                  </a:spcBef>
                </a:pPr>
                <a:r>
                  <a:rPr lang="en-US" sz="800"/>
                  <a:t>RGB: R117 G120 B123</a:t>
                </a:r>
              </a:p>
              <a:p>
                <a:pPr>
                  <a:lnSpc>
                    <a:spcPct val="100000"/>
                  </a:lnSpc>
                  <a:spcBef>
                    <a:spcPts val="300"/>
                  </a:spcBef>
                </a:pPr>
                <a:r>
                  <a:rPr lang="en-US" sz="800"/>
                  <a:t>Hex: 75787B</a:t>
                </a:r>
              </a:p>
              <a:p>
                <a:pPr>
                  <a:lnSpc>
                    <a:spcPct val="100000"/>
                  </a:lnSpc>
                  <a:spcBef>
                    <a:spcPts val="300"/>
                  </a:spcBef>
                </a:pPr>
                <a:r>
                  <a:rPr lang="en-US" sz="800"/>
                  <a:t>CMYK: C2 M0 Y00 K52</a:t>
                </a:r>
              </a:p>
              <a:p>
                <a:pPr>
                  <a:lnSpc>
                    <a:spcPct val="100000"/>
                  </a:lnSpc>
                  <a:spcBef>
                    <a:spcPts val="300"/>
                  </a:spcBef>
                </a:pPr>
                <a:r>
                  <a:rPr lang="en-US" sz="800"/>
                  <a:t>Pantone: PMS Cool Gray 9</a:t>
                </a:r>
              </a:p>
            </p:txBody>
          </p:sp>
        </p:grpSp>
      </p:grpSp>
      <p:sp>
        <p:nvSpPr>
          <p:cNvPr id="50" name="Content Placeholder 48">
            <a:extLst>
              <a:ext uri="{FF2B5EF4-FFF2-40B4-BE49-F238E27FC236}">
                <a16:creationId xmlns:a16="http://schemas.microsoft.com/office/drawing/2014/main" id="{3758E441-FEEC-A5CF-7CC9-28C9BC2D5A9F}"/>
              </a:ext>
            </a:extLst>
          </p:cNvPr>
          <p:cNvSpPr txBox="1">
            <a:spLocks/>
          </p:cNvSpPr>
          <p:nvPr/>
        </p:nvSpPr>
        <p:spPr>
          <a:xfrm>
            <a:off x="8088025" y="1955480"/>
            <a:ext cx="3332450" cy="1092584"/>
          </a:xfrm>
          <a:prstGeom prst="rect">
            <a:avLst/>
          </a:prstGeom>
        </p:spPr>
        <p:txBody>
          <a:bodyPr anchor="t"/>
          <a:lstStyle>
            <a:lvl1pPr marL="0" indent="0" algn="l" defTabSz="914400" rtl="0" eaLnBrk="1" latinLnBrk="0" hangingPunct="1">
              <a:lnSpc>
                <a:spcPct val="90000"/>
              </a:lnSpc>
              <a:spcBef>
                <a:spcPts val="1400"/>
              </a:spcBef>
              <a:buFont typeface="Arial" panose="020B0604020202020204" pitchFamily="34" charset="0"/>
              <a:buNone/>
              <a:defRPr sz="2000" kern="1200">
                <a:solidFill>
                  <a:schemeClr val="tx1"/>
                </a:solidFill>
                <a:latin typeface="+mn-lt"/>
                <a:ea typeface="+mn-ea"/>
                <a:cs typeface="+mn-cs"/>
              </a:defRPr>
            </a:lvl1pPr>
            <a:lvl2pPr marL="628650" indent="-228600" algn="l" defTabSz="914400" rtl="0" eaLnBrk="1" latinLnBrk="0" hangingPunct="1">
              <a:lnSpc>
                <a:spcPct val="90000"/>
              </a:lnSpc>
              <a:spcBef>
                <a:spcPts val="900"/>
              </a:spcBef>
              <a:buFont typeface="Arial" panose="020B0604020202020204" pitchFamily="34" charset="0"/>
              <a:buChar char="•"/>
              <a:defRPr sz="1800" kern="1200">
                <a:solidFill>
                  <a:schemeClr val="tx1"/>
                </a:solidFill>
                <a:latin typeface="+mn-lt"/>
                <a:ea typeface="+mn-ea"/>
                <a:cs typeface="+mn-cs"/>
              </a:defRPr>
            </a:lvl2pPr>
            <a:lvl3pPr marL="1028700" indent="-228600" algn="l" defTabSz="914400" rtl="0" eaLnBrk="1" latinLnBrk="0" hangingPunct="1">
              <a:lnSpc>
                <a:spcPct val="90000"/>
              </a:lnSpc>
              <a:spcBef>
                <a:spcPts val="6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1600"/>
              <a:t>Connectivity Yellow and OT Grey are new colors added to our palette. Here is how to add </a:t>
            </a:r>
            <a:br>
              <a:rPr lang="en-US" sz="1600"/>
            </a:br>
            <a:r>
              <a:rPr lang="en-US" sz="1600"/>
              <a:t>them to PowerPoint:</a:t>
            </a:r>
          </a:p>
        </p:txBody>
      </p:sp>
      <p:sp>
        <p:nvSpPr>
          <p:cNvPr id="51" name="Rectangle 50">
            <a:extLst>
              <a:ext uri="{FF2B5EF4-FFF2-40B4-BE49-F238E27FC236}">
                <a16:creationId xmlns:a16="http://schemas.microsoft.com/office/drawing/2014/main" id="{89B9954E-6C21-F554-C4AC-DB172B846926}"/>
              </a:ext>
            </a:extLst>
          </p:cNvPr>
          <p:cNvSpPr/>
          <p:nvPr/>
        </p:nvSpPr>
        <p:spPr>
          <a:xfrm>
            <a:off x="6063588" y="1249136"/>
            <a:ext cx="1649186" cy="4278085"/>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Picture 52">
            <a:extLst>
              <a:ext uri="{FF2B5EF4-FFF2-40B4-BE49-F238E27FC236}">
                <a16:creationId xmlns:a16="http://schemas.microsoft.com/office/drawing/2014/main" id="{C821BA69-FC7B-1674-4448-C1CD62A48DCA}"/>
              </a:ext>
            </a:extLst>
          </p:cNvPr>
          <p:cNvPicPr>
            <a:picLocks noChangeAspect="1"/>
          </p:cNvPicPr>
          <p:nvPr/>
        </p:nvPicPr>
        <p:blipFill>
          <a:blip r:embed="rId2"/>
          <a:stretch>
            <a:fillRect/>
          </a:stretch>
        </p:blipFill>
        <p:spPr>
          <a:xfrm>
            <a:off x="9903922" y="3202462"/>
            <a:ext cx="1231070" cy="2197056"/>
          </a:xfrm>
          <a:prstGeom prst="rect">
            <a:avLst/>
          </a:prstGeom>
        </p:spPr>
      </p:pic>
      <p:sp>
        <p:nvSpPr>
          <p:cNvPr id="54" name="Content Placeholder 48">
            <a:extLst>
              <a:ext uri="{FF2B5EF4-FFF2-40B4-BE49-F238E27FC236}">
                <a16:creationId xmlns:a16="http://schemas.microsoft.com/office/drawing/2014/main" id="{9BBE316F-55A5-5675-18D9-E3E08047A1D0}"/>
              </a:ext>
            </a:extLst>
          </p:cNvPr>
          <p:cNvSpPr txBox="1">
            <a:spLocks/>
          </p:cNvSpPr>
          <p:nvPr/>
        </p:nvSpPr>
        <p:spPr>
          <a:xfrm>
            <a:off x="8088024" y="3202463"/>
            <a:ext cx="1815897" cy="2197056"/>
          </a:xfrm>
          <a:prstGeom prst="rect">
            <a:avLst/>
          </a:prstGeom>
        </p:spPr>
        <p:txBody>
          <a:bodyPr anchor="t"/>
          <a:lstStyle>
            <a:lvl1pPr marL="0" indent="0" algn="l" defTabSz="914400" rtl="0" eaLnBrk="1" latinLnBrk="0" hangingPunct="1">
              <a:lnSpc>
                <a:spcPct val="90000"/>
              </a:lnSpc>
              <a:spcBef>
                <a:spcPts val="1400"/>
              </a:spcBef>
              <a:buFont typeface="Arial" panose="020B0604020202020204" pitchFamily="34" charset="0"/>
              <a:buNone/>
              <a:defRPr sz="2000" kern="1200">
                <a:solidFill>
                  <a:schemeClr val="tx1"/>
                </a:solidFill>
                <a:latin typeface="+mn-lt"/>
                <a:ea typeface="+mn-ea"/>
                <a:cs typeface="+mn-cs"/>
              </a:defRPr>
            </a:lvl1pPr>
            <a:lvl2pPr marL="628650" indent="-228600" algn="l" defTabSz="914400" rtl="0" eaLnBrk="1" latinLnBrk="0" hangingPunct="1">
              <a:lnSpc>
                <a:spcPct val="90000"/>
              </a:lnSpc>
              <a:spcBef>
                <a:spcPts val="900"/>
              </a:spcBef>
              <a:buFont typeface="Arial" panose="020B0604020202020204" pitchFamily="34" charset="0"/>
              <a:buChar char="•"/>
              <a:defRPr sz="1800" kern="1200">
                <a:solidFill>
                  <a:schemeClr val="tx1"/>
                </a:solidFill>
                <a:latin typeface="+mn-lt"/>
                <a:ea typeface="+mn-ea"/>
                <a:cs typeface="+mn-cs"/>
              </a:defRPr>
            </a:lvl2pPr>
            <a:lvl3pPr marL="1028700" indent="-228600" algn="l" defTabSz="914400" rtl="0" eaLnBrk="1" latinLnBrk="0" hangingPunct="1">
              <a:lnSpc>
                <a:spcPct val="90000"/>
              </a:lnSpc>
              <a:spcBef>
                <a:spcPts val="6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7800" indent="-177800">
              <a:lnSpc>
                <a:spcPct val="100000"/>
              </a:lnSpc>
              <a:buFont typeface="Arial" panose="020B0604020202020204" pitchFamily="34" charset="0"/>
              <a:buChar char="•"/>
            </a:pPr>
            <a:r>
              <a:rPr lang="en-US" sz="1200"/>
              <a:t>Select the text or shapes you would like to color.</a:t>
            </a:r>
          </a:p>
          <a:p>
            <a:pPr marL="177800" indent="-177800">
              <a:lnSpc>
                <a:spcPct val="100000"/>
              </a:lnSpc>
              <a:buFont typeface="Arial" panose="020B0604020202020204" pitchFamily="34" charset="0"/>
              <a:buChar char="•"/>
            </a:pPr>
            <a:r>
              <a:rPr lang="en-US" sz="1200"/>
              <a:t>Under Font color/</a:t>
            </a:r>
            <a:br>
              <a:rPr lang="en-US" sz="1200"/>
            </a:br>
            <a:r>
              <a:rPr lang="en-US" sz="1200"/>
              <a:t>Shape fill &gt; Click on “More Colors” / “More Fill Colors” &gt; Click on “Custom” &gt; Copy and paste the Hex value </a:t>
            </a:r>
            <a:br>
              <a:rPr lang="en-US" sz="1200"/>
            </a:br>
            <a:r>
              <a:rPr lang="en-US" sz="1200"/>
              <a:t>in &gt; Click “OK”.</a:t>
            </a:r>
          </a:p>
        </p:txBody>
      </p:sp>
    </p:spTree>
    <p:extLst>
      <p:ext uri="{BB962C8B-B14F-4D97-AF65-F5344CB8AC3E}">
        <p14:creationId xmlns:p14="http://schemas.microsoft.com/office/powerpoint/2010/main" val="4108169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17730BA-8F58-DE4B-B733-8960FFE47E8D}"/>
              </a:ext>
            </a:extLst>
          </p:cNvPr>
          <p:cNvSpPr txBox="1">
            <a:spLocks/>
          </p:cNvSpPr>
          <p:nvPr/>
        </p:nvSpPr>
        <p:spPr>
          <a:xfrm>
            <a:off x="1776695" y="3201867"/>
            <a:ext cx="8337506" cy="1534889"/>
          </a:xfrm>
          <a:prstGeom prst="rect">
            <a:avLst/>
          </a:prstGeom>
        </p:spPr>
        <p:txBody>
          <a:bodyPr anchor="b" anchorCtr="0">
            <a:noAutofit/>
          </a:bodyPr>
          <a:lstStyle>
            <a:lvl1pPr algn="l" defTabSz="914400" rtl="0" eaLnBrk="1" latinLnBrk="0" hangingPunct="1">
              <a:lnSpc>
                <a:spcPct val="90000"/>
              </a:lnSpc>
              <a:spcBef>
                <a:spcPct val="0"/>
              </a:spcBef>
              <a:buNone/>
              <a:defRPr sz="5000" b="1" kern="1200" spc="0" baseline="0">
                <a:ln>
                  <a:solidFill>
                    <a:schemeClr val="tx1"/>
                  </a:solidFill>
                </a:ln>
                <a:solidFill>
                  <a:schemeClr val="tx1"/>
                </a:solidFill>
                <a:effectLst/>
                <a:latin typeface="+mj-lt"/>
                <a:ea typeface="Inter" panose="020B0502030000000004" pitchFamily="34" charset="0"/>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5000" b="1" i="0" u="none" strike="noStrike" kern="1200" cap="none" spc="0" normalizeH="0" baseline="0" noProof="0">
              <a:ln>
                <a:solidFill>
                  <a:srgbClr val="000000"/>
                </a:solidFill>
              </a:ln>
              <a:solidFill>
                <a:srgbClr val="000000"/>
              </a:solidFill>
              <a:effectLst/>
              <a:uLnTx/>
              <a:uFillTx/>
              <a:latin typeface="Arial" panose="020B0604020202020204"/>
              <a:cs typeface="+mj-cs"/>
            </a:endParaRPr>
          </a:p>
        </p:txBody>
      </p:sp>
      <p:sp>
        <p:nvSpPr>
          <p:cNvPr id="2" name="Title 1">
            <a:extLst>
              <a:ext uri="{FF2B5EF4-FFF2-40B4-BE49-F238E27FC236}">
                <a16:creationId xmlns:a16="http://schemas.microsoft.com/office/drawing/2014/main" id="{CDA64F50-C292-C100-F1EA-A6CE537060A7}"/>
              </a:ext>
            </a:extLst>
          </p:cNvPr>
          <p:cNvSpPr>
            <a:spLocks noGrp="1"/>
          </p:cNvSpPr>
          <p:nvPr>
            <p:ph type="ctrTitle"/>
          </p:nvPr>
        </p:nvSpPr>
        <p:spPr/>
        <p:txBody>
          <a:bodyPr/>
          <a:lstStyle/>
          <a:p>
            <a:r>
              <a:rPr lang="en-US"/>
              <a:t>Presentation Title; 44pt, white, bottom aligned, up to 2 lines</a:t>
            </a:r>
          </a:p>
        </p:txBody>
      </p:sp>
      <p:sp>
        <p:nvSpPr>
          <p:cNvPr id="4" name="Subtitle 3">
            <a:extLst>
              <a:ext uri="{FF2B5EF4-FFF2-40B4-BE49-F238E27FC236}">
                <a16:creationId xmlns:a16="http://schemas.microsoft.com/office/drawing/2014/main" id="{D96CEE6A-42E2-153B-5DC2-CD268864F3BC}"/>
              </a:ext>
            </a:extLst>
          </p:cNvPr>
          <p:cNvSpPr>
            <a:spLocks noGrp="1"/>
          </p:cNvSpPr>
          <p:nvPr>
            <p:ph type="subTitle" idx="1"/>
          </p:nvPr>
        </p:nvSpPr>
        <p:spPr/>
        <p:txBody>
          <a:bodyPr/>
          <a:lstStyle/>
          <a:p>
            <a:r>
              <a:rPr lang="en-US"/>
              <a:t>Subtitle / Presenter Name;</a:t>
            </a:r>
            <a:br>
              <a:rPr lang="en-US"/>
            </a:br>
            <a:r>
              <a:rPr lang="en-US"/>
              <a:t>20pt, R127 G127 B127, top aligned, up to 2 lines </a:t>
            </a:r>
          </a:p>
        </p:txBody>
      </p:sp>
    </p:spTree>
    <p:extLst>
      <p:ext uri="{BB962C8B-B14F-4D97-AF65-F5344CB8AC3E}">
        <p14:creationId xmlns:p14="http://schemas.microsoft.com/office/powerpoint/2010/main" val="2665838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17730BA-8F58-DE4B-B733-8960FFE47E8D}"/>
              </a:ext>
            </a:extLst>
          </p:cNvPr>
          <p:cNvSpPr txBox="1">
            <a:spLocks/>
          </p:cNvSpPr>
          <p:nvPr/>
        </p:nvSpPr>
        <p:spPr>
          <a:xfrm>
            <a:off x="1776695" y="3201867"/>
            <a:ext cx="8337506" cy="1534889"/>
          </a:xfrm>
          <a:prstGeom prst="rect">
            <a:avLst/>
          </a:prstGeom>
        </p:spPr>
        <p:txBody>
          <a:bodyPr anchor="b" anchorCtr="0">
            <a:noAutofit/>
          </a:bodyPr>
          <a:lstStyle>
            <a:lvl1pPr algn="l" defTabSz="914400" rtl="0" eaLnBrk="1" latinLnBrk="0" hangingPunct="1">
              <a:lnSpc>
                <a:spcPct val="90000"/>
              </a:lnSpc>
              <a:spcBef>
                <a:spcPct val="0"/>
              </a:spcBef>
              <a:buNone/>
              <a:defRPr sz="5000" b="1" kern="1200" spc="0" baseline="0">
                <a:ln>
                  <a:solidFill>
                    <a:schemeClr val="tx1"/>
                  </a:solidFill>
                </a:ln>
                <a:solidFill>
                  <a:schemeClr val="tx1"/>
                </a:solidFill>
                <a:effectLst/>
                <a:latin typeface="+mj-lt"/>
                <a:ea typeface="Inter" panose="020B0502030000000004" pitchFamily="34" charset="0"/>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5000" b="1" i="0" u="none" strike="noStrike" kern="1200" cap="none" spc="0" normalizeH="0" baseline="0" noProof="0">
              <a:ln>
                <a:solidFill>
                  <a:srgbClr val="000000"/>
                </a:solidFill>
              </a:ln>
              <a:solidFill>
                <a:srgbClr val="000000"/>
              </a:solidFill>
              <a:effectLst/>
              <a:uLnTx/>
              <a:uFillTx/>
              <a:latin typeface="Arial" panose="020B0604020202020204"/>
              <a:cs typeface="+mj-cs"/>
            </a:endParaRPr>
          </a:p>
        </p:txBody>
      </p:sp>
      <p:sp>
        <p:nvSpPr>
          <p:cNvPr id="2" name="Title 1">
            <a:extLst>
              <a:ext uri="{FF2B5EF4-FFF2-40B4-BE49-F238E27FC236}">
                <a16:creationId xmlns:a16="http://schemas.microsoft.com/office/drawing/2014/main" id="{CDA64F50-C292-C100-F1EA-A6CE537060A7}"/>
              </a:ext>
            </a:extLst>
          </p:cNvPr>
          <p:cNvSpPr>
            <a:spLocks noGrp="1"/>
          </p:cNvSpPr>
          <p:nvPr>
            <p:ph type="ctrTitle"/>
          </p:nvPr>
        </p:nvSpPr>
        <p:spPr>
          <a:xfrm>
            <a:off x="1776695" y="3201867"/>
            <a:ext cx="8337506" cy="1534889"/>
          </a:xfrm>
        </p:spPr>
        <p:txBody>
          <a:bodyPr/>
          <a:lstStyle/>
          <a:p>
            <a:r>
              <a:rPr lang="en-US"/>
              <a:t>Presentation Title; 44pt, black, bottom aligned, up to 2 lines</a:t>
            </a:r>
          </a:p>
        </p:txBody>
      </p:sp>
      <p:sp>
        <p:nvSpPr>
          <p:cNvPr id="4" name="Subtitle 3">
            <a:extLst>
              <a:ext uri="{FF2B5EF4-FFF2-40B4-BE49-F238E27FC236}">
                <a16:creationId xmlns:a16="http://schemas.microsoft.com/office/drawing/2014/main" id="{D96CEE6A-42E2-153B-5DC2-CD268864F3BC}"/>
              </a:ext>
            </a:extLst>
          </p:cNvPr>
          <p:cNvSpPr>
            <a:spLocks noGrp="1"/>
          </p:cNvSpPr>
          <p:nvPr>
            <p:ph type="subTitle" idx="1"/>
          </p:nvPr>
        </p:nvSpPr>
        <p:spPr>
          <a:xfrm>
            <a:off x="1776695" y="4736756"/>
            <a:ext cx="7596188" cy="723301"/>
          </a:xfrm>
        </p:spPr>
        <p:txBody>
          <a:bodyPr/>
          <a:lstStyle/>
          <a:p>
            <a:r>
              <a:rPr lang="en-US"/>
              <a:t>Subtitle / Presenter Name;</a:t>
            </a:r>
            <a:br>
              <a:rPr lang="en-US"/>
            </a:br>
            <a:r>
              <a:rPr lang="en-US"/>
              <a:t>20pt, R127 G127 B127, top aligned, up to 2 lines </a:t>
            </a:r>
          </a:p>
        </p:txBody>
      </p:sp>
    </p:spTree>
    <p:extLst>
      <p:ext uri="{BB962C8B-B14F-4D97-AF65-F5344CB8AC3E}">
        <p14:creationId xmlns:p14="http://schemas.microsoft.com/office/powerpoint/2010/main" val="3301871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38508E2-F871-B2D7-76E7-819A70253DF1}"/>
              </a:ext>
            </a:extLst>
          </p:cNvPr>
          <p:cNvSpPr>
            <a:spLocks noGrp="1"/>
          </p:cNvSpPr>
          <p:nvPr>
            <p:ph idx="1"/>
          </p:nvPr>
        </p:nvSpPr>
        <p:spPr>
          <a:xfrm>
            <a:off x="6172200" y="1056640"/>
            <a:ext cx="5495924" cy="4839431"/>
          </a:xfrm>
        </p:spPr>
        <p:txBody>
          <a:bodyPr/>
          <a:lstStyle/>
          <a:p>
            <a:r>
              <a:rPr lang="en-US"/>
              <a:t>First section/topic</a:t>
            </a:r>
          </a:p>
          <a:p>
            <a:r>
              <a:rPr lang="en-US"/>
              <a:t>Second section/topic</a:t>
            </a:r>
          </a:p>
          <a:p>
            <a:r>
              <a:rPr lang="en-US"/>
              <a:t>Third section/topic</a:t>
            </a:r>
          </a:p>
          <a:p>
            <a:r>
              <a:rPr lang="en-US"/>
              <a:t>Fourth section/topic</a:t>
            </a:r>
          </a:p>
          <a:p>
            <a:r>
              <a:rPr lang="en-US"/>
              <a:t>Fifth section/topic</a:t>
            </a:r>
          </a:p>
          <a:p>
            <a:r>
              <a:rPr lang="en-US"/>
              <a:t>Sixth section/topic</a:t>
            </a:r>
          </a:p>
          <a:p>
            <a:r>
              <a:rPr lang="en-US"/>
              <a:t>Seventh section/topic</a:t>
            </a:r>
          </a:p>
        </p:txBody>
      </p:sp>
      <p:sp>
        <p:nvSpPr>
          <p:cNvPr id="4" name="Title 3"/>
          <p:cNvSpPr>
            <a:spLocks noGrp="1"/>
          </p:cNvSpPr>
          <p:nvPr>
            <p:ph type="title"/>
          </p:nvPr>
        </p:nvSpPr>
        <p:spPr>
          <a:xfrm>
            <a:off x="353011" y="2714324"/>
            <a:ext cx="5480934" cy="1429352"/>
          </a:xfrm>
        </p:spPr>
        <p:txBody>
          <a:bodyPr/>
          <a:lstStyle/>
          <a:p>
            <a:r>
              <a:rPr lang="en-US"/>
              <a:t>Agenda</a:t>
            </a:r>
          </a:p>
        </p:txBody>
      </p:sp>
    </p:spTree>
    <p:extLst>
      <p:ext uri="{BB962C8B-B14F-4D97-AF65-F5344CB8AC3E}">
        <p14:creationId xmlns:p14="http://schemas.microsoft.com/office/powerpoint/2010/main" val="2518502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084A3-99D6-4DF8-B04A-2075AD31B3E0}"/>
              </a:ext>
            </a:extLst>
          </p:cNvPr>
          <p:cNvSpPr>
            <a:spLocks noGrp="1"/>
          </p:cNvSpPr>
          <p:nvPr>
            <p:ph type="title"/>
          </p:nvPr>
        </p:nvSpPr>
        <p:spPr>
          <a:xfrm>
            <a:off x="740230" y="2981740"/>
            <a:ext cx="8687017" cy="1390308"/>
          </a:xfrm>
        </p:spPr>
        <p:txBody>
          <a:bodyPr/>
          <a:lstStyle/>
          <a:p>
            <a:r>
              <a:rPr lang="en-US"/>
              <a:t>Section Title; 44pt, white, </a:t>
            </a:r>
            <a:br>
              <a:rPr lang="en-US"/>
            </a:br>
            <a:r>
              <a:rPr lang="en-US"/>
              <a:t>bottom aligned, up to 2 lines</a:t>
            </a:r>
          </a:p>
        </p:txBody>
      </p:sp>
      <p:sp>
        <p:nvSpPr>
          <p:cNvPr id="3" name="Text Placeholder 2">
            <a:extLst>
              <a:ext uri="{FF2B5EF4-FFF2-40B4-BE49-F238E27FC236}">
                <a16:creationId xmlns:a16="http://schemas.microsoft.com/office/drawing/2014/main" id="{EB187958-ED21-4427-8011-89992117BFEB}"/>
              </a:ext>
            </a:extLst>
          </p:cNvPr>
          <p:cNvSpPr>
            <a:spLocks noGrp="1"/>
          </p:cNvSpPr>
          <p:nvPr>
            <p:ph type="body" idx="1"/>
          </p:nvPr>
        </p:nvSpPr>
        <p:spPr>
          <a:xfrm>
            <a:off x="740229" y="4513337"/>
            <a:ext cx="7584953" cy="807646"/>
          </a:xfrm>
        </p:spPr>
        <p:txBody>
          <a:bodyPr/>
          <a:lstStyle/>
          <a:p>
            <a:r>
              <a:rPr lang="en-US"/>
              <a:t>Subtitle; 20pt, R127 G127 B127, top aligned, up to 2 lines </a:t>
            </a:r>
          </a:p>
        </p:txBody>
      </p:sp>
    </p:spTree>
    <p:extLst>
      <p:ext uri="{BB962C8B-B14F-4D97-AF65-F5344CB8AC3E}">
        <p14:creationId xmlns:p14="http://schemas.microsoft.com/office/powerpoint/2010/main" val="942325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084A3-99D6-4DF8-B04A-2075AD31B3E0}"/>
              </a:ext>
            </a:extLst>
          </p:cNvPr>
          <p:cNvSpPr>
            <a:spLocks noGrp="1"/>
          </p:cNvSpPr>
          <p:nvPr>
            <p:ph type="title"/>
          </p:nvPr>
        </p:nvSpPr>
        <p:spPr>
          <a:xfrm>
            <a:off x="740230" y="2981740"/>
            <a:ext cx="8687017" cy="1390308"/>
          </a:xfrm>
        </p:spPr>
        <p:txBody>
          <a:bodyPr/>
          <a:lstStyle/>
          <a:p>
            <a:r>
              <a:rPr lang="en-US"/>
              <a:t>Section Title; 44pt, black, </a:t>
            </a:r>
            <a:br>
              <a:rPr lang="en-US"/>
            </a:br>
            <a:r>
              <a:rPr lang="en-US"/>
              <a:t>bottom aligned, up to 2 lines</a:t>
            </a:r>
          </a:p>
        </p:txBody>
      </p:sp>
      <p:sp>
        <p:nvSpPr>
          <p:cNvPr id="3" name="Text Placeholder 2">
            <a:extLst>
              <a:ext uri="{FF2B5EF4-FFF2-40B4-BE49-F238E27FC236}">
                <a16:creationId xmlns:a16="http://schemas.microsoft.com/office/drawing/2014/main" id="{EB187958-ED21-4427-8011-89992117BFEB}"/>
              </a:ext>
            </a:extLst>
          </p:cNvPr>
          <p:cNvSpPr>
            <a:spLocks noGrp="1"/>
          </p:cNvSpPr>
          <p:nvPr>
            <p:ph type="body" idx="1"/>
          </p:nvPr>
        </p:nvSpPr>
        <p:spPr>
          <a:xfrm>
            <a:off x="740229" y="4513337"/>
            <a:ext cx="7584953" cy="807646"/>
          </a:xfrm>
        </p:spPr>
        <p:txBody>
          <a:bodyPr/>
          <a:lstStyle/>
          <a:p>
            <a:r>
              <a:rPr lang="en-US"/>
              <a:t>Subtitle; 20pt, R127 G127 B127, top aligned, up to 2 lines </a:t>
            </a:r>
          </a:p>
        </p:txBody>
      </p:sp>
    </p:spTree>
    <p:extLst>
      <p:ext uri="{BB962C8B-B14F-4D97-AF65-F5344CB8AC3E}">
        <p14:creationId xmlns:p14="http://schemas.microsoft.com/office/powerpoint/2010/main" val="1009867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FB371C-F0D4-41AF-95C4-DDB8D0CCA915}"/>
              </a:ext>
            </a:extLst>
          </p:cNvPr>
          <p:cNvSpPr>
            <a:spLocks noGrp="1"/>
          </p:cNvSpPr>
          <p:nvPr>
            <p:ph idx="1"/>
          </p:nvPr>
        </p:nvSpPr>
        <p:spPr>
          <a:xfrm>
            <a:off x="353011" y="1332771"/>
            <a:ext cx="11315114" cy="4839431"/>
          </a:xfrm>
        </p:spPr>
        <p:txBody>
          <a:bodyPr/>
          <a:lstStyle/>
          <a:p>
            <a:pPr lvl="0"/>
            <a:r>
              <a:rPr lang="en-US"/>
              <a:t>Lorem ipsum dolor sit amet, consectetur adipiscing eli. Ut enim ad minim veniam, quis nostrud exercitation. Ullamco laboris nisi ut aliquip ex ea commodo consequat. Duis aute irure dolor in reprehenderit in voluptate.</a:t>
            </a:r>
          </a:p>
          <a:p>
            <a:r>
              <a:rPr lang="en-US"/>
              <a:t>Lorem ipsum dolor sit amet, consectetur adipiscing eli. Ut enim ad minim veniam, quis nostrud exercitation. Ullamco laboris nisi ut aliquip ex ea commodo consequat. Duis aute irure dolor in reprehenderit in voluptate.</a:t>
            </a:r>
          </a:p>
        </p:txBody>
      </p:sp>
      <p:sp>
        <p:nvSpPr>
          <p:cNvPr id="2" name="Title 1">
            <a:extLst>
              <a:ext uri="{FF2B5EF4-FFF2-40B4-BE49-F238E27FC236}">
                <a16:creationId xmlns:a16="http://schemas.microsoft.com/office/drawing/2014/main" id="{DA151F58-A3A4-4CE1-AF14-A583EF208E00}"/>
              </a:ext>
            </a:extLst>
          </p:cNvPr>
          <p:cNvSpPr>
            <a:spLocks noGrp="1"/>
          </p:cNvSpPr>
          <p:nvPr>
            <p:ph type="title"/>
          </p:nvPr>
        </p:nvSpPr>
        <p:spPr>
          <a:xfrm>
            <a:off x="353011" y="264872"/>
            <a:ext cx="11315114" cy="454219"/>
          </a:xfrm>
        </p:spPr>
        <p:txBody>
          <a:bodyPr/>
          <a:lstStyle/>
          <a:p>
            <a:r>
              <a:rPr lang="en-US"/>
              <a:t>Title and Content Layout, no Bullets</a:t>
            </a:r>
          </a:p>
        </p:txBody>
      </p:sp>
    </p:spTree>
    <p:extLst>
      <p:ext uri="{BB962C8B-B14F-4D97-AF65-F5344CB8AC3E}">
        <p14:creationId xmlns:p14="http://schemas.microsoft.com/office/powerpoint/2010/main" val="1161633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20E4CF-46FC-4C67-8F69-87C86822936D}"/>
              </a:ext>
            </a:extLst>
          </p:cNvPr>
          <p:cNvSpPr>
            <a:spLocks noGrp="1"/>
          </p:cNvSpPr>
          <p:nvPr>
            <p:ph idx="1"/>
          </p:nvPr>
        </p:nvSpPr>
        <p:spPr>
          <a:xfrm>
            <a:off x="353011" y="1548063"/>
            <a:ext cx="11315114" cy="4624139"/>
          </a:xfrm>
        </p:spPr>
        <p:txBody>
          <a:bodyPr/>
          <a:lstStyle/>
          <a:p>
            <a:pPr lvl="0"/>
            <a:r>
              <a:rPr lang="en-US"/>
              <a:t>Lorem ipsum dolor sit amet, consectetur adipiscing eli. Ut enim ad minim veniam, quis nostrud exercitation. Ullamco laboris nisi ut aliquip ex ea commodo consequat. Duis aute irure dolor in reprehenderit in voluptate.</a:t>
            </a:r>
          </a:p>
          <a:p>
            <a:r>
              <a:rPr lang="en-US"/>
              <a:t>Lorem ipsum dolor sit amet, consectetur adipiscing eli. Ut enim ad minim veniam, quis nostrud exercitation. Ullamco laboris nisi ut aliquip ex ea commodo consequat. Duis aute irure dolor in reprehenderit in voluptate.</a:t>
            </a:r>
          </a:p>
        </p:txBody>
      </p:sp>
      <p:sp>
        <p:nvSpPr>
          <p:cNvPr id="4" name="Content Placeholder 3">
            <a:extLst>
              <a:ext uri="{FF2B5EF4-FFF2-40B4-BE49-F238E27FC236}">
                <a16:creationId xmlns:a16="http://schemas.microsoft.com/office/drawing/2014/main" id="{0C4477CC-D4A6-4BA1-92A8-1DBC0B3843EE}"/>
              </a:ext>
            </a:extLst>
          </p:cNvPr>
          <p:cNvSpPr>
            <a:spLocks noGrp="1"/>
          </p:cNvSpPr>
          <p:nvPr>
            <p:ph sz="quarter" idx="11"/>
          </p:nvPr>
        </p:nvSpPr>
        <p:spPr>
          <a:xfrm>
            <a:off x="353011" y="714413"/>
            <a:ext cx="11325225" cy="328417"/>
          </a:xfrm>
        </p:spPr>
        <p:txBody>
          <a:bodyPr/>
          <a:lstStyle/>
          <a:p>
            <a:r>
              <a:rPr lang="en-US"/>
              <a:t>Subtitle is Arial Regular 18pt. color gray, (R: 127 G:127 B:127) sentence case</a:t>
            </a:r>
          </a:p>
        </p:txBody>
      </p:sp>
      <p:sp>
        <p:nvSpPr>
          <p:cNvPr id="2" name="Title 1">
            <a:extLst>
              <a:ext uri="{FF2B5EF4-FFF2-40B4-BE49-F238E27FC236}">
                <a16:creationId xmlns:a16="http://schemas.microsoft.com/office/drawing/2014/main" id="{B41DDA63-8A77-4D07-AD83-B5E2B3CC8ABF}"/>
              </a:ext>
            </a:extLst>
          </p:cNvPr>
          <p:cNvSpPr>
            <a:spLocks noGrp="1"/>
          </p:cNvSpPr>
          <p:nvPr>
            <p:ph type="title"/>
          </p:nvPr>
        </p:nvSpPr>
        <p:spPr>
          <a:xfrm>
            <a:off x="353011" y="264872"/>
            <a:ext cx="11325224" cy="454220"/>
          </a:xfrm>
        </p:spPr>
        <p:txBody>
          <a:bodyPr/>
          <a:lstStyle/>
          <a:p>
            <a:r>
              <a:rPr lang="en-US"/>
              <a:t>Title and Content with Subtitle Layout, no Bullets</a:t>
            </a:r>
          </a:p>
        </p:txBody>
      </p:sp>
    </p:spTree>
    <p:extLst>
      <p:ext uri="{BB962C8B-B14F-4D97-AF65-F5344CB8AC3E}">
        <p14:creationId xmlns:p14="http://schemas.microsoft.com/office/powerpoint/2010/main" val="2406938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20E4CF-46FC-4C67-8F69-87C86822936D}"/>
              </a:ext>
            </a:extLst>
          </p:cNvPr>
          <p:cNvSpPr>
            <a:spLocks noGrp="1"/>
          </p:cNvSpPr>
          <p:nvPr>
            <p:ph idx="1"/>
          </p:nvPr>
        </p:nvSpPr>
        <p:spPr>
          <a:xfrm>
            <a:off x="353011" y="1548063"/>
            <a:ext cx="11315114" cy="4624139"/>
          </a:xfrm>
        </p:spPr>
        <p:txBody>
          <a:bodyPr/>
          <a:lstStyle/>
          <a:p>
            <a:r>
              <a:rPr lang="en-US"/>
              <a:t>First level bullet item is Arial Regular 20pt. color black, sentence case</a:t>
            </a:r>
          </a:p>
          <a:p>
            <a:pPr lvl="1"/>
            <a:r>
              <a:rPr lang="en-US"/>
              <a:t>Second level bullet item is Arial Regular 16pt. color black, sentence case</a:t>
            </a:r>
          </a:p>
          <a:p>
            <a:pPr lvl="2"/>
            <a:r>
              <a:rPr lang="en-US"/>
              <a:t>Third level bullet item is Arial Regular 14pt. color black, sentence case</a:t>
            </a:r>
          </a:p>
        </p:txBody>
      </p:sp>
      <p:sp>
        <p:nvSpPr>
          <p:cNvPr id="4" name="Content Placeholder 3">
            <a:extLst>
              <a:ext uri="{FF2B5EF4-FFF2-40B4-BE49-F238E27FC236}">
                <a16:creationId xmlns:a16="http://schemas.microsoft.com/office/drawing/2014/main" id="{0C4477CC-D4A6-4BA1-92A8-1DBC0B3843EE}"/>
              </a:ext>
            </a:extLst>
          </p:cNvPr>
          <p:cNvSpPr>
            <a:spLocks noGrp="1"/>
          </p:cNvSpPr>
          <p:nvPr>
            <p:ph sz="quarter" idx="11"/>
          </p:nvPr>
        </p:nvSpPr>
        <p:spPr>
          <a:xfrm>
            <a:off x="353011" y="714413"/>
            <a:ext cx="11325225" cy="328417"/>
          </a:xfrm>
        </p:spPr>
        <p:txBody>
          <a:bodyPr/>
          <a:lstStyle/>
          <a:p>
            <a:r>
              <a:rPr lang="en-US"/>
              <a:t>Subtitle is Arial Regular 18pt. color gray, (R: 127 G:127 B:127) sentence case</a:t>
            </a:r>
          </a:p>
        </p:txBody>
      </p:sp>
      <p:sp>
        <p:nvSpPr>
          <p:cNvPr id="2" name="Title 1">
            <a:extLst>
              <a:ext uri="{FF2B5EF4-FFF2-40B4-BE49-F238E27FC236}">
                <a16:creationId xmlns:a16="http://schemas.microsoft.com/office/drawing/2014/main" id="{B41DDA63-8A77-4D07-AD83-B5E2B3CC8ABF}"/>
              </a:ext>
            </a:extLst>
          </p:cNvPr>
          <p:cNvSpPr>
            <a:spLocks noGrp="1"/>
          </p:cNvSpPr>
          <p:nvPr>
            <p:ph type="title"/>
          </p:nvPr>
        </p:nvSpPr>
        <p:spPr>
          <a:xfrm>
            <a:off x="353010" y="264872"/>
            <a:ext cx="11325225" cy="454219"/>
          </a:xfrm>
        </p:spPr>
        <p:txBody>
          <a:bodyPr/>
          <a:lstStyle/>
          <a:p>
            <a:r>
              <a:rPr lang="en-US"/>
              <a:t>Title and Content Layout, Arial Bold 28pt. Color Black</a:t>
            </a:r>
          </a:p>
        </p:txBody>
      </p:sp>
    </p:spTree>
    <p:extLst>
      <p:ext uri="{BB962C8B-B14F-4D97-AF65-F5344CB8AC3E}">
        <p14:creationId xmlns:p14="http://schemas.microsoft.com/office/powerpoint/2010/main" val="2667451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38305E-08C0-4141-862C-2B110959DF0F}"/>
              </a:ext>
            </a:extLst>
          </p:cNvPr>
          <p:cNvSpPr>
            <a:spLocks noGrp="1"/>
          </p:cNvSpPr>
          <p:nvPr>
            <p:ph sz="half" idx="1"/>
          </p:nvPr>
        </p:nvSpPr>
        <p:spPr>
          <a:xfrm>
            <a:off x="353011" y="2028290"/>
            <a:ext cx="5455101" cy="4143910"/>
          </a:xfrm>
        </p:spPr>
        <p:txBody>
          <a:bodyPr/>
          <a:lstStyle/>
          <a:p>
            <a:r>
              <a:rPr lang="en-US"/>
              <a:t>First level bulleted text is Arial Regular 20 pt.</a:t>
            </a:r>
          </a:p>
          <a:p>
            <a:pPr lvl="1"/>
            <a:r>
              <a:rPr lang="en-US"/>
              <a:t>Second level text (press tab key) is Arial Regular 16 pt.</a:t>
            </a:r>
          </a:p>
          <a:p>
            <a:r>
              <a:rPr lang="en-US"/>
              <a:t>Arial </a:t>
            </a:r>
            <a:r>
              <a:rPr lang="en-CA"/>
              <a:t>is the only font family used in the template</a:t>
            </a:r>
          </a:p>
          <a:p>
            <a:r>
              <a:rPr lang="en-US"/>
              <a:t>All bulleted text is sentence case (capitalize first letter of first word)</a:t>
            </a:r>
          </a:p>
          <a:p>
            <a:r>
              <a:rPr lang="en-US"/>
              <a:t>Use bold, red or both to highlight text</a:t>
            </a:r>
          </a:p>
        </p:txBody>
      </p:sp>
      <p:sp>
        <p:nvSpPr>
          <p:cNvPr id="4" name="Content Placeholder 3">
            <a:extLst>
              <a:ext uri="{FF2B5EF4-FFF2-40B4-BE49-F238E27FC236}">
                <a16:creationId xmlns:a16="http://schemas.microsoft.com/office/drawing/2014/main" id="{8E5B22ED-5F3F-44B8-B94D-02CB2B7EA6B2}"/>
              </a:ext>
            </a:extLst>
          </p:cNvPr>
          <p:cNvSpPr>
            <a:spLocks noGrp="1"/>
          </p:cNvSpPr>
          <p:nvPr>
            <p:ph sz="half" idx="2"/>
          </p:nvPr>
        </p:nvSpPr>
        <p:spPr>
          <a:xfrm>
            <a:off x="6172200" y="2028290"/>
            <a:ext cx="5464834" cy="4143910"/>
          </a:xfrm>
        </p:spPr>
        <p:txBody>
          <a:bodyPr/>
          <a:lstStyle/>
          <a:p>
            <a:r>
              <a:rPr lang="en-US"/>
              <a:t>First level bulleted text is Arial Regular 20 pt.</a:t>
            </a:r>
          </a:p>
          <a:p>
            <a:pPr lvl="1"/>
            <a:r>
              <a:rPr lang="en-US"/>
              <a:t>Second level text (press tab key) is Arial Regular </a:t>
            </a:r>
            <a:br>
              <a:rPr lang="en-US"/>
            </a:br>
            <a:r>
              <a:rPr lang="en-US"/>
              <a:t>16 pt.</a:t>
            </a:r>
          </a:p>
          <a:p>
            <a:r>
              <a:rPr lang="en-US"/>
              <a:t>Arial </a:t>
            </a:r>
            <a:r>
              <a:rPr lang="en-CA"/>
              <a:t>is the only font family used in the template</a:t>
            </a:r>
          </a:p>
          <a:p>
            <a:r>
              <a:rPr lang="en-US"/>
              <a:t>All bulleted text is sentence case (capitalize first letter of first word)</a:t>
            </a:r>
          </a:p>
          <a:p>
            <a:r>
              <a:rPr lang="en-US"/>
              <a:t>Use bold, red or both to highlight text</a:t>
            </a:r>
          </a:p>
        </p:txBody>
      </p:sp>
      <p:sp>
        <p:nvSpPr>
          <p:cNvPr id="11" name="Content Placeholder 10">
            <a:extLst>
              <a:ext uri="{FF2B5EF4-FFF2-40B4-BE49-F238E27FC236}">
                <a16:creationId xmlns:a16="http://schemas.microsoft.com/office/drawing/2014/main" id="{48D1A040-13D7-4336-8FA5-9275F0445DC2}"/>
              </a:ext>
            </a:extLst>
          </p:cNvPr>
          <p:cNvSpPr>
            <a:spLocks noGrp="1"/>
          </p:cNvSpPr>
          <p:nvPr>
            <p:ph sz="quarter" idx="11"/>
          </p:nvPr>
        </p:nvSpPr>
        <p:spPr>
          <a:xfrm>
            <a:off x="353011" y="1422132"/>
            <a:ext cx="5464834" cy="492125"/>
          </a:xfrm>
        </p:spPr>
        <p:txBody>
          <a:bodyPr/>
          <a:lstStyle/>
          <a:p>
            <a:r>
              <a:rPr lang="en-US"/>
              <a:t>Header 1</a:t>
            </a:r>
          </a:p>
        </p:txBody>
      </p:sp>
      <p:sp>
        <p:nvSpPr>
          <p:cNvPr id="5" name="Content Placeholder 4">
            <a:extLst>
              <a:ext uri="{FF2B5EF4-FFF2-40B4-BE49-F238E27FC236}">
                <a16:creationId xmlns:a16="http://schemas.microsoft.com/office/drawing/2014/main" id="{BA0A8DBA-6183-426E-B8F6-209A704B50C5}"/>
              </a:ext>
            </a:extLst>
          </p:cNvPr>
          <p:cNvSpPr>
            <a:spLocks noGrp="1"/>
          </p:cNvSpPr>
          <p:nvPr>
            <p:ph sz="quarter" idx="12"/>
          </p:nvPr>
        </p:nvSpPr>
        <p:spPr>
          <a:xfrm>
            <a:off x="6172200" y="1422132"/>
            <a:ext cx="5464834" cy="492125"/>
          </a:xfrm>
        </p:spPr>
        <p:txBody>
          <a:bodyPr/>
          <a:lstStyle/>
          <a:p>
            <a:r>
              <a:rPr lang="en-US"/>
              <a:t>Header 2</a:t>
            </a:r>
          </a:p>
        </p:txBody>
      </p:sp>
      <p:sp>
        <p:nvSpPr>
          <p:cNvPr id="2" name="Title 1">
            <a:extLst>
              <a:ext uri="{FF2B5EF4-FFF2-40B4-BE49-F238E27FC236}">
                <a16:creationId xmlns:a16="http://schemas.microsoft.com/office/drawing/2014/main" id="{DFAA1258-D8B2-4520-8329-969943B3B930}"/>
              </a:ext>
            </a:extLst>
          </p:cNvPr>
          <p:cNvSpPr>
            <a:spLocks noGrp="1"/>
          </p:cNvSpPr>
          <p:nvPr>
            <p:ph type="title"/>
          </p:nvPr>
        </p:nvSpPr>
        <p:spPr>
          <a:xfrm>
            <a:off x="353011" y="264872"/>
            <a:ext cx="11325224" cy="454220"/>
          </a:xfrm>
        </p:spPr>
        <p:txBody>
          <a:bodyPr/>
          <a:lstStyle/>
          <a:p>
            <a:r>
              <a:rPr lang="en-US"/>
              <a:t>Two Content Layout with Headers</a:t>
            </a:r>
          </a:p>
        </p:txBody>
      </p:sp>
      <p:sp>
        <p:nvSpPr>
          <p:cNvPr id="19" name="Content Placeholder 18">
            <a:extLst>
              <a:ext uri="{FF2B5EF4-FFF2-40B4-BE49-F238E27FC236}">
                <a16:creationId xmlns:a16="http://schemas.microsoft.com/office/drawing/2014/main" id="{D35CA536-8967-A6BF-7228-1BA42BF7EBCB}"/>
              </a:ext>
            </a:extLst>
          </p:cNvPr>
          <p:cNvSpPr>
            <a:spLocks noGrp="1"/>
          </p:cNvSpPr>
          <p:nvPr>
            <p:ph sz="quarter" idx="15"/>
          </p:nvPr>
        </p:nvSpPr>
        <p:spPr>
          <a:xfrm>
            <a:off x="353011" y="714413"/>
            <a:ext cx="11325225" cy="328417"/>
          </a:xfrm>
        </p:spPr>
        <p:txBody>
          <a:bodyPr/>
          <a:lstStyle/>
          <a:p>
            <a:r>
              <a:rPr lang="en-US"/>
              <a:t>Subtitle is Arial Regular 18pt. color gray, (R: 127 G:127 B:127) sentence case</a:t>
            </a:r>
          </a:p>
        </p:txBody>
      </p:sp>
    </p:spTree>
    <p:extLst>
      <p:ext uri="{BB962C8B-B14F-4D97-AF65-F5344CB8AC3E}">
        <p14:creationId xmlns:p14="http://schemas.microsoft.com/office/powerpoint/2010/main" val="1980830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55847D-6EFB-4C2D-965A-B81D802377A9}"/>
              </a:ext>
            </a:extLst>
          </p:cNvPr>
          <p:cNvSpPr>
            <a:spLocks noGrp="1"/>
          </p:cNvSpPr>
          <p:nvPr>
            <p:ph sz="half" idx="1"/>
          </p:nvPr>
        </p:nvSpPr>
        <p:spPr>
          <a:xfrm>
            <a:off x="353011" y="2028288"/>
            <a:ext cx="3730752" cy="4143911"/>
          </a:xfrm>
        </p:spPr>
        <p:txBody>
          <a:bodyPr/>
          <a:lstStyle/>
          <a:p>
            <a:r>
              <a:rPr lang="en-US"/>
              <a:t>First level bulleted text is </a:t>
            </a:r>
            <a:br>
              <a:rPr lang="en-US"/>
            </a:br>
            <a:r>
              <a:rPr lang="en-US"/>
              <a:t>Arial Regular 20 pt.</a:t>
            </a:r>
          </a:p>
          <a:p>
            <a:pPr lvl="1"/>
            <a:r>
              <a:rPr lang="en-US"/>
              <a:t>Second level text (press tab key) is Arial Regular 16 pt.</a:t>
            </a:r>
          </a:p>
          <a:p>
            <a:r>
              <a:rPr lang="en-US"/>
              <a:t>Arial </a:t>
            </a:r>
            <a:r>
              <a:rPr lang="en-CA"/>
              <a:t>is the only font family used in the template</a:t>
            </a:r>
          </a:p>
          <a:p>
            <a:r>
              <a:rPr lang="en-US"/>
              <a:t>All bulleted text is sentence case (capitalize first letter</a:t>
            </a:r>
            <a:br>
              <a:rPr lang="en-US"/>
            </a:br>
            <a:r>
              <a:rPr lang="en-US"/>
              <a:t>of first word)</a:t>
            </a:r>
          </a:p>
        </p:txBody>
      </p:sp>
      <p:sp>
        <p:nvSpPr>
          <p:cNvPr id="4" name="Content Placeholder 3">
            <a:extLst>
              <a:ext uri="{FF2B5EF4-FFF2-40B4-BE49-F238E27FC236}">
                <a16:creationId xmlns:a16="http://schemas.microsoft.com/office/drawing/2014/main" id="{1CF16560-6820-4521-897B-C5448CE28A5A}"/>
              </a:ext>
            </a:extLst>
          </p:cNvPr>
          <p:cNvSpPr>
            <a:spLocks noGrp="1"/>
          </p:cNvSpPr>
          <p:nvPr>
            <p:ph sz="half" idx="2"/>
          </p:nvPr>
        </p:nvSpPr>
        <p:spPr>
          <a:xfrm>
            <a:off x="4229100" y="2028288"/>
            <a:ext cx="3733800" cy="4143911"/>
          </a:xfrm>
        </p:spPr>
        <p:txBody>
          <a:bodyPr/>
          <a:lstStyle/>
          <a:p>
            <a:r>
              <a:rPr lang="en-US"/>
              <a:t>First level bulleted text is </a:t>
            </a:r>
            <a:br>
              <a:rPr lang="en-US"/>
            </a:br>
            <a:r>
              <a:rPr lang="en-US"/>
              <a:t>Arial Regular 20 pt.</a:t>
            </a:r>
          </a:p>
          <a:p>
            <a:pPr lvl="1"/>
            <a:r>
              <a:rPr lang="en-US"/>
              <a:t>Second level text (press tab key) is Arial Regular 16 pt.</a:t>
            </a:r>
          </a:p>
          <a:p>
            <a:r>
              <a:rPr lang="en-US"/>
              <a:t>Arial </a:t>
            </a:r>
            <a:r>
              <a:rPr lang="en-CA"/>
              <a:t>is the only font family used in the template</a:t>
            </a:r>
          </a:p>
          <a:p>
            <a:r>
              <a:rPr lang="en-US"/>
              <a:t>All bulleted text is sentence case (capitalize first letter</a:t>
            </a:r>
            <a:br>
              <a:rPr lang="en-US"/>
            </a:br>
            <a:r>
              <a:rPr lang="en-US"/>
              <a:t>of first word)</a:t>
            </a:r>
          </a:p>
        </p:txBody>
      </p:sp>
      <p:sp>
        <p:nvSpPr>
          <p:cNvPr id="5" name="Content Placeholder 4">
            <a:extLst>
              <a:ext uri="{FF2B5EF4-FFF2-40B4-BE49-F238E27FC236}">
                <a16:creationId xmlns:a16="http://schemas.microsoft.com/office/drawing/2014/main" id="{0DED0091-24FF-4676-BA88-4D075BA412EF}"/>
              </a:ext>
            </a:extLst>
          </p:cNvPr>
          <p:cNvSpPr>
            <a:spLocks noGrp="1"/>
          </p:cNvSpPr>
          <p:nvPr>
            <p:ph sz="quarter" idx="11"/>
          </p:nvPr>
        </p:nvSpPr>
        <p:spPr>
          <a:xfrm>
            <a:off x="352927" y="1422132"/>
            <a:ext cx="3730752" cy="492125"/>
          </a:xfrm>
        </p:spPr>
        <p:txBody>
          <a:bodyPr/>
          <a:lstStyle/>
          <a:p>
            <a:r>
              <a:rPr lang="en-US"/>
              <a:t>Header 1</a:t>
            </a:r>
          </a:p>
        </p:txBody>
      </p:sp>
      <p:sp>
        <p:nvSpPr>
          <p:cNvPr id="6" name="Content Placeholder 5">
            <a:extLst>
              <a:ext uri="{FF2B5EF4-FFF2-40B4-BE49-F238E27FC236}">
                <a16:creationId xmlns:a16="http://schemas.microsoft.com/office/drawing/2014/main" id="{D1F35F4E-6811-4A30-B6D6-036513FBFEAD}"/>
              </a:ext>
            </a:extLst>
          </p:cNvPr>
          <p:cNvSpPr>
            <a:spLocks noGrp="1"/>
          </p:cNvSpPr>
          <p:nvPr>
            <p:ph sz="quarter" idx="12"/>
          </p:nvPr>
        </p:nvSpPr>
        <p:spPr>
          <a:xfrm>
            <a:off x="4229101" y="1422132"/>
            <a:ext cx="3733800" cy="492125"/>
          </a:xfrm>
        </p:spPr>
        <p:txBody>
          <a:bodyPr/>
          <a:lstStyle/>
          <a:p>
            <a:r>
              <a:rPr lang="en-US"/>
              <a:t>Header 2</a:t>
            </a:r>
          </a:p>
        </p:txBody>
      </p:sp>
      <p:sp>
        <p:nvSpPr>
          <p:cNvPr id="7" name="Content Placeholder 6">
            <a:extLst>
              <a:ext uri="{FF2B5EF4-FFF2-40B4-BE49-F238E27FC236}">
                <a16:creationId xmlns:a16="http://schemas.microsoft.com/office/drawing/2014/main" id="{0A9732FC-7A2E-426F-A563-6D169305AF14}"/>
              </a:ext>
            </a:extLst>
          </p:cNvPr>
          <p:cNvSpPr>
            <a:spLocks noGrp="1"/>
          </p:cNvSpPr>
          <p:nvPr>
            <p:ph sz="quarter" idx="13"/>
          </p:nvPr>
        </p:nvSpPr>
        <p:spPr>
          <a:xfrm>
            <a:off x="352927" y="714413"/>
            <a:ext cx="11325225" cy="328417"/>
          </a:xfrm>
        </p:spPr>
        <p:txBody>
          <a:bodyPr/>
          <a:lstStyle/>
          <a:p>
            <a:r>
              <a:rPr lang="en-US"/>
              <a:t>Subtitle is Arial Regular 18pt. color gray, (R: 127 G:127 B:127) sentence case</a:t>
            </a:r>
          </a:p>
        </p:txBody>
      </p:sp>
      <p:sp>
        <p:nvSpPr>
          <p:cNvPr id="8" name="Content Placeholder 7">
            <a:extLst>
              <a:ext uri="{FF2B5EF4-FFF2-40B4-BE49-F238E27FC236}">
                <a16:creationId xmlns:a16="http://schemas.microsoft.com/office/drawing/2014/main" id="{57A5A606-6797-4810-9313-B974759C6135}"/>
              </a:ext>
            </a:extLst>
          </p:cNvPr>
          <p:cNvSpPr>
            <a:spLocks noGrp="1"/>
          </p:cNvSpPr>
          <p:nvPr>
            <p:ph sz="half" idx="14"/>
          </p:nvPr>
        </p:nvSpPr>
        <p:spPr>
          <a:xfrm>
            <a:off x="8115301" y="2028288"/>
            <a:ext cx="3733800" cy="4143911"/>
          </a:xfrm>
        </p:spPr>
        <p:txBody>
          <a:bodyPr/>
          <a:lstStyle/>
          <a:p>
            <a:r>
              <a:rPr lang="en-US"/>
              <a:t>First level bulleted text is </a:t>
            </a:r>
            <a:br>
              <a:rPr lang="en-US"/>
            </a:br>
            <a:r>
              <a:rPr lang="en-US"/>
              <a:t>Arial Regular 20 pt.</a:t>
            </a:r>
          </a:p>
          <a:p>
            <a:pPr lvl="1"/>
            <a:r>
              <a:rPr lang="en-US"/>
              <a:t>Second level text (press tab key) is Arial Regular 16 pt.</a:t>
            </a:r>
          </a:p>
          <a:p>
            <a:r>
              <a:rPr lang="en-US"/>
              <a:t>Arial </a:t>
            </a:r>
            <a:r>
              <a:rPr lang="en-CA"/>
              <a:t>is the only font family used in the template</a:t>
            </a:r>
          </a:p>
          <a:p>
            <a:r>
              <a:rPr lang="en-US"/>
              <a:t>All bulleted text is sentence case (capitalize first letter</a:t>
            </a:r>
            <a:br>
              <a:rPr lang="en-US"/>
            </a:br>
            <a:r>
              <a:rPr lang="en-US"/>
              <a:t>of first word)</a:t>
            </a:r>
          </a:p>
        </p:txBody>
      </p:sp>
      <p:sp>
        <p:nvSpPr>
          <p:cNvPr id="9" name="Content Placeholder 8">
            <a:extLst>
              <a:ext uri="{FF2B5EF4-FFF2-40B4-BE49-F238E27FC236}">
                <a16:creationId xmlns:a16="http://schemas.microsoft.com/office/drawing/2014/main" id="{70E21914-D4DA-49C8-802C-5460AA44A358}"/>
              </a:ext>
            </a:extLst>
          </p:cNvPr>
          <p:cNvSpPr>
            <a:spLocks noGrp="1"/>
          </p:cNvSpPr>
          <p:nvPr>
            <p:ph sz="quarter" idx="15"/>
          </p:nvPr>
        </p:nvSpPr>
        <p:spPr>
          <a:xfrm>
            <a:off x="8115301" y="1422132"/>
            <a:ext cx="3733800" cy="492125"/>
          </a:xfrm>
        </p:spPr>
        <p:txBody>
          <a:bodyPr/>
          <a:lstStyle/>
          <a:p>
            <a:r>
              <a:rPr lang="en-US"/>
              <a:t>Header 3</a:t>
            </a:r>
          </a:p>
        </p:txBody>
      </p:sp>
      <p:sp>
        <p:nvSpPr>
          <p:cNvPr id="2" name="Title 1">
            <a:extLst>
              <a:ext uri="{FF2B5EF4-FFF2-40B4-BE49-F238E27FC236}">
                <a16:creationId xmlns:a16="http://schemas.microsoft.com/office/drawing/2014/main" id="{24AF6ADC-3E49-4221-A4D0-205E453B24E7}"/>
              </a:ext>
            </a:extLst>
          </p:cNvPr>
          <p:cNvSpPr>
            <a:spLocks noGrp="1"/>
          </p:cNvSpPr>
          <p:nvPr>
            <p:ph type="title"/>
          </p:nvPr>
        </p:nvSpPr>
        <p:spPr>
          <a:xfrm>
            <a:off x="353010" y="264872"/>
            <a:ext cx="11325141" cy="454220"/>
          </a:xfrm>
        </p:spPr>
        <p:txBody>
          <a:bodyPr/>
          <a:lstStyle/>
          <a:p>
            <a:r>
              <a:rPr lang="en-US"/>
              <a:t>Three Content Layout with Headers</a:t>
            </a:r>
          </a:p>
        </p:txBody>
      </p:sp>
    </p:spTree>
    <p:extLst>
      <p:ext uri="{BB962C8B-B14F-4D97-AF65-F5344CB8AC3E}">
        <p14:creationId xmlns:p14="http://schemas.microsoft.com/office/powerpoint/2010/main" val="926489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8966C8-7F0D-AF4C-83A5-01DB18B21DBD}"/>
              </a:ext>
            </a:extLst>
          </p:cNvPr>
          <p:cNvSpPr>
            <a:spLocks noGrp="1"/>
          </p:cNvSpPr>
          <p:nvPr>
            <p:ph type="title"/>
          </p:nvPr>
        </p:nvSpPr>
        <p:spPr/>
        <p:txBody>
          <a:bodyPr/>
          <a:lstStyle/>
          <a:p>
            <a:r>
              <a:rPr lang="en-US"/>
              <a:t>Sample Stacked Column Chart</a:t>
            </a:r>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val="3493396896"/>
              </p:ext>
            </p:extLst>
          </p:nvPr>
        </p:nvGraphicFramePr>
        <p:xfrm>
          <a:off x="190500" y="1157287"/>
          <a:ext cx="11811000" cy="469582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49581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B56BCD6-E31F-8249-AE7A-5DD9D2BB0A08}"/>
              </a:ext>
            </a:extLst>
          </p:cNvPr>
          <p:cNvSpPr>
            <a:spLocks noGrp="1"/>
          </p:cNvSpPr>
          <p:nvPr>
            <p:ph type="title"/>
          </p:nvPr>
        </p:nvSpPr>
        <p:spPr>
          <a:xfrm>
            <a:off x="353011" y="264872"/>
            <a:ext cx="11329416" cy="454220"/>
          </a:xfrm>
        </p:spPr>
        <p:txBody>
          <a:bodyPr/>
          <a:lstStyle/>
          <a:p>
            <a:r>
              <a:rPr lang="en-US"/>
              <a:t>Sample Line Chart</a:t>
            </a:r>
          </a:p>
        </p:txBody>
      </p:sp>
      <p:graphicFrame>
        <p:nvGraphicFramePr>
          <p:cNvPr id="6" name="Content Placeholder 3">
            <a:extLst>
              <a:ext uri="{FF2B5EF4-FFF2-40B4-BE49-F238E27FC236}">
                <a16:creationId xmlns:a16="http://schemas.microsoft.com/office/drawing/2014/main" id="{92B412F9-67B9-4EAE-8DED-AADA5D24090F}"/>
              </a:ext>
            </a:extLst>
          </p:cNvPr>
          <p:cNvGraphicFramePr>
            <a:graphicFrameLocks/>
          </p:cNvGraphicFramePr>
          <p:nvPr>
            <p:extLst>
              <p:ext uri="{D42A27DB-BD31-4B8C-83A1-F6EECF244321}">
                <p14:modId xmlns:p14="http://schemas.microsoft.com/office/powerpoint/2010/main" val="1826722351"/>
              </p:ext>
            </p:extLst>
          </p:nvPr>
        </p:nvGraphicFramePr>
        <p:xfrm>
          <a:off x="342900" y="1158467"/>
          <a:ext cx="11506200" cy="469346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121813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9C14917-4450-5A4B-BE84-6FDF22ACCEA9}"/>
              </a:ext>
            </a:extLst>
          </p:cNvPr>
          <p:cNvSpPr>
            <a:spLocks noGrp="1"/>
          </p:cNvSpPr>
          <p:nvPr>
            <p:ph type="title"/>
          </p:nvPr>
        </p:nvSpPr>
        <p:spPr>
          <a:xfrm>
            <a:off x="353011" y="264872"/>
            <a:ext cx="11329416" cy="454220"/>
          </a:xfrm>
        </p:spPr>
        <p:txBody>
          <a:bodyPr/>
          <a:lstStyle/>
          <a:p>
            <a:r>
              <a:rPr lang="en-US"/>
              <a:t>Sample Line Chart with Marker</a:t>
            </a:r>
          </a:p>
        </p:txBody>
      </p:sp>
      <p:graphicFrame>
        <p:nvGraphicFramePr>
          <p:cNvPr id="6" name="Content Placeholder 3">
            <a:extLst>
              <a:ext uri="{FF2B5EF4-FFF2-40B4-BE49-F238E27FC236}">
                <a16:creationId xmlns:a16="http://schemas.microsoft.com/office/drawing/2014/main" id="{71C0F4CA-C5A6-420E-A338-F4C78A3984AB}"/>
              </a:ext>
            </a:extLst>
          </p:cNvPr>
          <p:cNvGraphicFramePr>
            <a:graphicFrameLocks/>
          </p:cNvGraphicFramePr>
          <p:nvPr>
            <p:extLst>
              <p:ext uri="{D42A27DB-BD31-4B8C-83A1-F6EECF244321}">
                <p14:modId xmlns:p14="http://schemas.microsoft.com/office/powerpoint/2010/main" val="160919176"/>
              </p:ext>
            </p:extLst>
          </p:nvPr>
        </p:nvGraphicFramePr>
        <p:xfrm>
          <a:off x="331932" y="1156902"/>
          <a:ext cx="11528136" cy="469659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97871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B20A8A3-1D60-9C4D-8690-00FE73E89CE8}"/>
              </a:ext>
            </a:extLst>
          </p:cNvPr>
          <p:cNvSpPr>
            <a:spLocks noGrp="1"/>
          </p:cNvSpPr>
          <p:nvPr>
            <p:ph type="title"/>
          </p:nvPr>
        </p:nvSpPr>
        <p:spPr/>
        <p:txBody>
          <a:bodyPr/>
          <a:lstStyle/>
          <a:p>
            <a:r>
              <a:rPr lang="en-US"/>
              <a:t>Sample Pie Chart</a:t>
            </a:r>
          </a:p>
        </p:txBody>
      </p:sp>
      <p:graphicFrame>
        <p:nvGraphicFramePr>
          <p:cNvPr id="5" name="Content Placeholder 4"/>
          <p:cNvGraphicFramePr>
            <a:graphicFrameLocks noGrp="1"/>
          </p:cNvGraphicFramePr>
          <p:nvPr>
            <p:ph idx="4294967295"/>
            <p:extLst>
              <p:ext uri="{D42A27DB-BD31-4B8C-83A1-F6EECF244321}">
                <p14:modId xmlns:p14="http://schemas.microsoft.com/office/powerpoint/2010/main" val="681960907"/>
              </p:ext>
            </p:extLst>
          </p:nvPr>
        </p:nvGraphicFramePr>
        <p:xfrm>
          <a:off x="678656" y="1131093"/>
          <a:ext cx="10834688" cy="459581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664477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8F66733-3205-7E46-89B8-7787FF5707BB}"/>
              </a:ext>
            </a:extLst>
          </p:cNvPr>
          <p:cNvSpPr>
            <a:spLocks noGrp="1"/>
          </p:cNvSpPr>
          <p:nvPr>
            <p:ph type="title"/>
          </p:nvPr>
        </p:nvSpPr>
        <p:spPr/>
        <p:txBody>
          <a:bodyPr/>
          <a:lstStyle/>
          <a:p>
            <a:r>
              <a:rPr lang="en-US"/>
              <a:t>Sample Chart Layout</a:t>
            </a:r>
          </a:p>
        </p:txBody>
      </p:sp>
      <p:graphicFrame>
        <p:nvGraphicFramePr>
          <p:cNvPr id="16" name="Content Placeholder 4">
            <a:extLst>
              <a:ext uri="{FF2B5EF4-FFF2-40B4-BE49-F238E27FC236}">
                <a16:creationId xmlns:a16="http://schemas.microsoft.com/office/drawing/2014/main" id="{A3DD3838-2684-4418-A25D-919089A86797}"/>
              </a:ext>
            </a:extLst>
          </p:cNvPr>
          <p:cNvGraphicFramePr>
            <a:graphicFrameLocks noGrp="1"/>
          </p:cNvGraphicFramePr>
          <p:nvPr>
            <p:ph sz="half" idx="4294967295"/>
            <p:extLst>
              <p:ext uri="{D42A27DB-BD31-4B8C-83A1-F6EECF244321}">
                <p14:modId xmlns:p14="http://schemas.microsoft.com/office/powerpoint/2010/main" val="1962393078"/>
              </p:ext>
            </p:extLst>
          </p:nvPr>
        </p:nvGraphicFramePr>
        <p:xfrm>
          <a:off x="342900" y="1161256"/>
          <a:ext cx="11506200" cy="468788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654781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ontent Placeholder 19"/>
          <p:cNvSpPr>
            <a:spLocks noGrp="1"/>
          </p:cNvSpPr>
          <p:nvPr>
            <p:ph sz="half" idx="2"/>
          </p:nvPr>
        </p:nvSpPr>
        <p:spPr/>
        <p:txBody>
          <a:bodyPr/>
          <a:lstStyle/>
          <a:p>
            <a:r>
              <a:rPr lang="en-CA"/>
              <a:t>Brief caption here</a:t>
            </a:r>
          </a:p>
        </p:txBody>
      </p:sp>
      <p:sp>
        <p:nvSpPr>
          <p:cNvPr id="31" name="Content Placeholder 30">
            <a:extLst>
              <a:ext uri="{FF2B5EF4-FFF2-40B4-BE49-F238E27FC236}">
                <a16:creationId xmlns:a16="http://schemas.microsoft.com/office/drawing/2014/main" id="{9D04BCE7-20A4-497E-8804-8A2C3BBB4916}"/>
              </a:ext>
            </a:extLst>
          </p:cNvPr>
          <p:cNvSpPr>
            <a:spLocks noGrp="1"/>
          </p:cNvSpPr>
          <p:nvPr>
            <p:ph sz="quarter" idx="11"/>
          </p:nvPr>
        </p:nvSpPr>
        <p:spPr/>
        <p:txBody>
          <a:bodyPr/>
          <a:lstStyle/>
          <a:p>
            <a:r>
              <a:rPr lang="en-US"/>
              <a:t>Subtitle is </a:t>
            </a:r>
            <a:r>
              <a:rPr lang="en-US" b="0"/>
              <a:t>Arial </a:t>
            </a:r>
            <a:r>
              <a:rPr lang="en-US"/>
              <a:t>Regular 18pt. color gray, (R: 127 G:127 B:127) sentence case</a:t>
            </a:r>
          </a:p>
        </p:txBody>
      </p:sp>
      <p:sp>
        <p:nvSpPr>
          <p:cNvPr id="4" name="Title 3">
            <a:extLst>
              <a:ext uri="{FF2B5EF4-FFF2-40B4-BE49-F238E27FC236}">
                <a16:creationId xmlns:a16="http://schemas.microsoft.com/office/drawing/2014/main" id="{4F8FF52B-7DE6-BA40-8B01-8608DBD31773}"/>
              </a:ext>
            </a:extLst>
          </p:cNvPr>
          <p:cNvSpPr>
            <a:spLocks noGrp="1"/>
          </p:cNvSpPr>
          <p:nvPr>
            <p:ph type="title"/>
          </p:nvPr>
        </p:nvSpPr>
        <p:spPr/>
        <p:txBody>
          <a:bodyPr/>
          <a:lstStyle/>
          <a:p>
            <a:r>
              <a:rPr lang="en-US"/>
              <a:t>Chart with Caption Layout</a:t>
            </a:r>
          </a:p>
        </p:txBody>
      </p:sp>
      <p:graphicFrame>
        <p:nvGraphicFramePr>
          <p:cNvPr id="35" name="Content Placeholder 4">
            <a:extLst>
              <a:ext uri="{FF2B5EF4-FFF2-40B4-BE49-F238E27FC236}">
                <a16:creationId xmlns:a16="http://schemas.microsoft.com/office/drawing/2014/main" id="{78761184-41D7-4FFB-9F3D-49C93F1EFC37}"/>
              </a:ext>
            </a:extLst>
          </p:cNvPr>
          <p:cNvGraphicFramePr>
            <a:graphicFrameLocks/>
          </p:cNvGraphicFramePr>
          <p:nvPr>
            <p:extLst>
              <p:ext uri="{D42A27DB-BD31-4B8C-83A1-F6EECF244321}">
                <p14:modId xmlns:p14="http://schemas.microsoft.com/office/powerpoint/2010/main" val="3501201937"/>
              </p:ext>
            </p:extLst>
          </p:nvPr>
        </p:nvGraphicFramePr>
        <p:xfrm>
          <a:off x="353011" y="1520538"/>
          <a:ext cx="7115175" cy="468630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33582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Content Placeholder 18">
            <a:extLst>
              <a:ext uri="{FF2B5EF4-FFF2-40B4-BE49-F238E27FC236}">
                <a16:creationId xmlns:a16="http://schemas.microsoft.com/office/drawing/2014/main" id="{1F1DE32B-6D7D-4DE5-81FF-7C04B10039F6}"/>
              </a:ext>
            </a:extLst>
          </p:cNvPr>
          <p:cNvSpPr>
            <a:spLocks noGrp="1"/>
          </p:cNvSpPr>
          <p:nvPr>
            <p:ph sz="quarter" idx="11"/>
          </p:nvPr>
        </p:nvSpPr>
        <p:spPr/>
        <p:txBody>
          <a:bodyPr/>
          <a:lstStyle/>
          <a:p>
            <a:r>
              <a:rPr lang="en-US"/>
              <a:t>Subtitle is </a:t>
            </a:r>
            <a:r>
              <a:rPr lang="en-US" b="0"/>
              <a:t>Arial </a:t>
            </a:r>
            <a:r>
              <a:rPr lang="en-US"/>
              <a:t>Regular 18pt. color gray, (R: 127 G:127 B:127) sentence case</a:t>
            </a:r>
          </a:p>
        </p:txBody>
      </p:sp>
      <p:sp>
        <p:nvSpPr>
          <p:cNvPr id="20" name="Content Placeholder 19"/>
          <p:cNvSpPr>
            <a:spLocks noGrp="1"/>
          </p:cNvSpPr>
          <p:nvPr>
            <p:ph sz="half" idx="14"/>
          </p:nvPr>
        </p:nvSpPr>
        <p:spPr/>
        <p:txBody>
          <a:bodyPr/>
          <a:lstStyle/>
          <a:p>
            <a:r>
              <a:rPr lang="en-CA"/>
              <a:t>First level bulleted text is </a:t>
            </a:r>
            <a:r>
              <a:rPr lang="en-US" b="0"/>
              <a:t>Arial </a:t>
            </a:r>
            <a:r>
              <a:rPr lang="en-US"/>
              <a:t>Nova Light </a:t>
            </a:r>
            <a:r>
              <a:rPr lang="en-CA"/>
              <a:t>18 pt.</a:t>
            </a:r>
          </a:p>
          <a:p>
            <a:pPr lvl="1"/>
            <a:r>
              <a:rPr lang="en-CA"/>
              <a:t>Second level text (press tab key) is </a:t>
            </a:r>
            <a:br>
              <a:rPr lang="en-CA"/>
            </a:br>
            <a:r>
              <a:rPr lang="en-US" b="0"/>
              <a:t>Arial </a:t>
            </a:r>
            <a:r>
              <a:rPr lang="en-US"/>
              <a:t>Nova Light </a:t>
            </a:r>
            <a:r>
              <a:rPr lang="en-CA"/>
              <a:t>14 pt.</a:t>
            </a:r>
          </a:p>
          <a:p>
            <a:r>
              <a:rPr lang="en-US" b="0"/>
              <a:t>Arial </a:t>
            </a:r>
            <a:r>
              <a:rPr lang="en-US"/>
              <a:t>Nova </a:t>
            </a:r>
            <a:r>
              <a:rPr lang="en-CA"/>
              <a:t>is the only font family used in the template</a:t>
            </a:r>
          </a:p>
          <a:p>
            <a:r>
              <a:rPr lang="en-CA"/>
              <a:t>All bulleted text is sentence case (capitalize first letter of first word)</a:t>
            </a:r>
          </a:p>
          <a:p>
            <a:endParaRPr lang="en-US"/>
          </a:p>
        </p:txBody>
      </p:sp>
      <p:sp>
        <p:nvSpPr>
          <p:cNvPr id="4" name="Title 3">
            <a:extLst>
              <a:ext uri="{FF2B5EF4-FFF2-40B4-BE49-F238E27FC236}">
                <a16:creationId xmlns:a16="http://schemas.microsoft.com/office/drawing/2014/main" id="{4F8FF52B-7DE6-BA40-8B01-8608DBD31773}"/>
              </a:ext>
            </a:extLst>
          </p:cNvPr>
          <p:cNvSpPr>
            <a:spLocks noGrp="1"/>
          </p:cNvSpPr>
          <p:nvPr>
            <p:ph type="title"/>
          </p:nvPr>
        </p:nvSpPr>
        <p:spPr/>
        <p:txBody>
          <a:bodyPr/>
          <a:lstStyle/>
          <a:p>
            <a:r>
              <a:rPr lang="en-US"/>
              <a:t>Sample Chart with Content Layout</a:t>
            </a:r>
          </a:p>
        </p:txBody>
      </p:sp>
      <p:graphicFrame>
        <p:nvGraphicFramePr>
          <p:cNvPr id="8" name="Content Placeholder 4">
            <a:extLst>
              <a:ext uri="{FF2B5EF4-FFF2-40B4-BE49-F238E27FC236}">
                <a16:creationId xmlns:a16="http://schemas.microsoft.com/office/drawing/2014/main" id="{C06BF997-83E4-4154-8A51-53EE9DA8C2B2}"/>
              </a:ext>
            </a:extLst>
          </p:cNvPr>
          <p:cNvGraphicFramePr>
            <a:graphicFrameLocks/>
          </p:cNvGraphicFramePr>
          <p:nvPr>
            <p:extLst>
              <p:ext uri="{D42A27DB-BD31-4B8C-83A1-F6EECF244321}">
                <p14:modId xmlns:p14="http://schemas.microsoft.com/office/powerpoint/2010/main" val="153367478"/>
              </p:ext>
            </p:extLst>
          </p:nvPr>
        </p:nvGraphicFramePr>
        <p:xfrm>
          <a:off x="353011" y="1525270"/>
          <a:ext cx="7115175" cy="468630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61966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DE0F7D-A6EC-0F48-A67C-7DDD49DCA4AD}"/>
              </a:ext>
            </a:extLst>
          </p:cNvPr>
          <p:cNvSpPr>
            <a:spLocks noGrp="1"/>
          </p:cNvSpPr>
          <p:nvPr>
            <p:ph type="title"/>
          </p:nvPr>
        </p:nvSpPr>
        <p:spPr/>
        <p:txBody>
          <a:bodyPr/>
          <a:lstStyle/>
          <a:p>
            <a:r>
              <a:rPr lang="en-US"/>
              <a:t>Two Sample Charts</a:t>
            </a:r>
          </a:p>
        </p:txBody>
      </p:sp>
      <p:graphicFrame>
        <p:nvGraphicFramePr>
          <p:cNvPr id="9" name="Content Placeholder 3"/>
          <p:cNvGraphicFramePr>
            <a:graphicFrameLocks noGrp="1"/>
          </p:cNvGraphicFramePr>
          <p:nvPr>
            <p:ph sz="half" idx="4294967295"/>
            <p:extLst>
              <p:ext uri="{D42A27DB-BD31-4B8C-83A1-F6EECF244321}">
                <p14:modId xmlns:p14="http://schemas.microsoft.com/office/powerpoint/2010/main" val="326413832"/>
              </p:ext>
            </p:extLst>
          </p:nvPr>
        </p:nvGraphicFramePr>
        <p:xfrm>
          <a:off x="7010400" y="1481138"/>
          <a:ext cx="5181600" cy="469106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ontent Placeholder 3">
            <a:extLst>
              <a:ext uri="{FF2B5EF4-FFF2-40B4-BE49-F238E27FC236}">
                <a16:creationId xmlns:a16="http://schemas.microsoft.com/office/drawing/2014/main" id="{98D78241-5964-4E37-89B8-39681E91D863}"/>
              </a:ext>
            </a:extLst>
          </p:cNvPr>
          <p:cNvGraphicFramePr>
            <a:graphicFrameLocks/>
          </p:cNvGraphicFramePr>
          <p:nvPr>
            <p:extLst>
              <p:ext uri="{D42A27DB-BD31-4B8C-83A1-F6EECF244321}">
                <p14:modId xmlns:p14="http://schemas.microsoft.com/office/powerpoint/2010/main" val="680691111"/>
              </p:ext>
            </p:extLst>
          </p:nvPr>
        </p:nvGraphicFramePr>
        <p:xfrm>
          <a:off x="533400" y="1481136"/>
          <a:ext cx="5181600" cy="4691063"/>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260877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F4A323D2-1C3A-4625-80DA-0991D8E236DA}"/>
              </a:ext>
            </a:extLst>
          </p:cNvPr>
          <p:cNvSpPr>
            <a:spLocks noGrp="1"/>
          </p:cNvSpPr>
          <p:nvPr>
            <p:ph sz="quarter" idx="11"/>
          </p:nvPr>
        </p:nvSpPr>
        <p:spPr/>
        <p:txBody>
          <a:bodyPr/>
          <a:lstStyle/>
          <a:p>
            <a:r>
              <a:rPr lang="en-US"/>
              <a:t>Heading</a:t>
            </a:r>
          </a:p>
        </p:txBody>
      </p:sp>
      <p:sp>
        <p:nvSpPr>
          <p:cNvPr id="11" name="Content Placeholder 10">
            <a:extLst>
              <a:ext uri="{FF2B5EF4-FFF2-40B4-BE49-F238E27FC236}">
                <a16:creationId xmlns:a16="http://schemas.microsoft.com/office/drawing/2014/main" id="{806F4DDF-1E60-4469-9A76-B8E1839BFC29}"/>
              </a:ext>
            </a:extLst>
          </p:cNvPr>
          <p:cNvSpPr>
            <a:spLocks noGrp="1"/>
          </p:cNvSpPr>
          <p:nvPr>
            <p:ph sz="quarter" idx="12"/>
          </p:nvPr>
        </p:nvSpPr>
        <p:spPr/>
        <p:txBody>
          <a:bodyPr/>
          <a:lstStyle/>
          <a:p>
            <a:r>
              <a:rPr lang="en-US"/>
              <a:t>Heading</a:t>
            </a:r>
          </a:p>
        </p:txBody>
      </p:sp>
      <p:sp>
        <p:nvSpPr>
          <p:cNvPr id="43" name="Content Placeholder 42">
            <a:extLst>
              <a:ext uri="{FF2B5EF4-FFF2-40B4-BE49-F238E27FC236}">
                <a16:creationId xmlns:a16="http://schemas.microsoft.com/office/drawing/2014/main" id="{8DB4526D-9B1C-4050-AE1E-9F2B8AD96E93}"/>
              </a:ext>
            </a:extLst>
          </p:cNvPr>
          <p:cNvSpPr>
            <a:spLocks noGrp="1"/>
          </p:cNvSpPr>
          <p:nvPr>
            <p:ph sz="quarter" idx="13"/>
          </p:nvPr>
        </p:nvSpPr>
        <p:spPr/>
        <p:txBody>
          <a:bodyPr/>
          <a:lstStyle/>
          <a:p>
            <a:r>
              <a:rPr lang="en-US"/>
              <a:t>Subtitle is </a:t>
            </a:r>
            <a:r>
              <a:rPr lang="en-US" b="0"/>
              <a:t>Arial </a:t>
            </a:r>
            <a:r>
              <a:rPr lang="en-US"/>
              <a:t>Regular 18pt. color gray, (R: 127 G:127 B:127) sentence case</a:t>
            </a:r>
          </a:p>
        </p:txBody>
      </p:sp>
      <p:sp>
        <p:nvSpPr>
          <p:cNvPr id="20" name="Content Placeholder 19">
            <a:extLst>
              <a:ext uri="{FF2B5EF4-FFF2-40B4-BE49-F238E27FC236}">
                <a16:creationId xmlns:a16="http://schemas.microsoft.com/office/drawing/2014/main" id="{5FF7BDCC-D402-4A42-840B-902FD971838D}"/>
              </a:ext>
            </a:extLst>
          </p:cNvPr>
          <p:cNvSpPr>
            <a:spLocks noGrp="1"/>
          </p:cNvSpPr>
          <p:nvPr>
            <p:ph sz="quarter" idx="15"/>
          </p:nvPr>
        </p:nvSpPr>
        <p:spPr/>
        <p:txBody>
          <a:bodyPr/>
          <a:lstStyle/>
          <a:p>
            <a:r>
              <a:rPr lang="en-US"/>
              <a:t>Heading</a:t>
            </a:r>
          </a:p>
        </p:txBody>
      </p:sp>
      <p:sp>
        <p:nvSpPr>
          <p:cNvPr id="6" name="Title 5">
            <a:extLst>
              <a:ext uri="{FF2B5EF4-FFF2-40B4-BE49-F238E27FC236}">
                <a16:creationId xmlns:a16="http://schemas.microsoft.com/office/drawing/2014/main" id="{9FB8AACB-A8AE-9A4F-8BAA-202072DA0FBE}"/>
              </a:ext>
            </a:extLst>
          </p:cNvPr>
          <p:cNvSpPr>
            <a:spLocks noGrp="1"/>
          </p:cNvSpPr>
          <p:nvPr>
            <p:ph type="title"/>
          </p:nvPr>
        </p:nvSpPr>
        <p:spPr/>
        <p:txBody>
          <a:bodyPr/>
          <a:lstStyle/>
          <a:p>
            <a:r>
              <a:rPr lang="en-US"/>
              <a:t>Three Charts with Headers Layout</a:t>
            </a:r>
          </a:p>
        </p:txBody>
      </p:sp>
      <p:graphicFrame>
        <p:nvGraphicFramePr>
          <p:cNvPr id="37" name="Content Placeholder 4">
            <a:extLst>
              <a:ext uri="{FF2B5EF4-FFF2-40B4-BE49-F238E27FC236}">
                <a16:creationId xmlns:a16="http://schemas.microsoft.com/office/drawing/2014/main" id="{73F9A1F0-C6F8-4467-B8C0-09F83286E6F6}"/>
              </a:ext>
            </a:extLst>
          </p:cNvPr>
          <p:cNvGraphicFramePr>
            <a:graphicFrameLocks/>
          </p:cNvGraphicFramePr>
          <p:nvPr>
            <p:extLst>
              <p:ext uri="{D42A27DB-BD31-4B8C-83A1-F6EECF244321}">
                <p14:modId xmlns:p14="http://schemas.microsoft.com/office/powerpoint/2010/main" val="3779476786"/>
              </p:ext>
            </p:extLst>
          </p:nvPr>
        </p:nvGraphicFramePr>
        <p:xfrm>
          <a:off x="272412" y="2061479"/>
          <a:ext cx="3716324" cy="411072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8" name="Content Placeholder 3">
            <a:extLst>
              <a:ext uri="{FF2B5EF4-FFF2-40B4-BE49-F238E27FC236}">
                <a16:creationId xmlns:a16="http://schemas.microsoft.com/office/drawing/2014/main" id="{1845E116-84D5-4A62-B3A0-E18F6EF3EF61}"/>
              </a:ext>
            </a:extLst>
          </p:cNvPr>
          <p:cNvGraphicFramePr>
            <a:graphicFrameLocks/>
          </p:cNvGraphicFramePr>
          <p:nvPr>
            <p:extLst>
              <p:ext uri="{D42A27DB-BD31-4B8C-83A1-F6EECF244321}">
                <p14:modId xmlns:p14="http://schemas.microsoft.com/office/powerpoint/2010/main" val="4146374089"/>
              </p:ext>
            </p:extLst>
          </p:nvPr>
        </p:nvGraphicFramePr>
        <p:xfrm>
          <a:off x="4159291" y="2061479"/>
          <a:ext cx="3721284" cy="411072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9" name="Content Placeholder 3">
            <a:extLst>
              <a:ext uri="{FF2B5EF4-FFF2-40B4-BE49-F238E27FC236}">
                <a16:creationId xmlns:a16="http://schemas.microsoft.com/office/drawing/2014/main" id="{D26F8E9A-3E66-45D5-B6C7-2B197B866944}"/>
              </a:ext>
            </a:extLst>
          </p:cNvPr>
          <p:cNvGraphicFramePr>
            <a:graphicFrameLocks/>
          </p:cNvGraphicFramePr>
          <p:nvPr>
            <p:extLst>
              <p:ext uri="{D42A27DB-BD31-4B8C-83A1-F6EECF244321}">
                <p14:modId xmlns:p14="http://schemas.microsoft.com/office/powerpoint/2010/main" val="4106778018"/>
              </p:ext>
            </p:extLst>
          </p:nvPr>
        </p:nvGraphicFramePr>
        <p:xfrm>
          <a:off x="8046487" y="2061479"/>
          <a:ext cx="3721283" cy="4110721"/>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773760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FC72E30-9CCE-4C3B-A5A2-EE33B84A969E}"/>
              </a:ext>
            </a:extLst>
          </p:cNvPr>
          <p:cNvSpPr>
            <a:spLocks noGrp="1"/>
          </p:cNvSpPr>
          <p:nvPr>
            <p:ph sz="quarter" idx="11"/>
          </p:nvPr>
        </p:nvSpPr>
        <p:spPr/>
        <p:txBody>
          <a:bodyPr/>
          <a:lstStyle/>
          <a:p>
            <a:r>
              <a:rPr lang="en-US"/>
              <a:t>Subtitle is </a:t>
            </a:r>
            <a:r>
              <a:rPr lang="en-US" b="0"/>
              <a:t>Arial </a:t>
            </a:r>
            <a:r>
              <a:rPr lang="en-US"/>
              <a:t>Regular 18pt. color gray, (R: 127 G:127 B:127) sentence case</a:t>
            </a:r>
          </a:p>
        </p:txBody>
      </p:sp>
      <p:sp>
        <p:nvSpPr>
          <p:cNvPr id="8" name="Title 7"/>
          <p:cNvSpPr>
            <a:spLocks noGrp="1"/>
          </p:cNvSpPr>
          <p:nvPr>
            <p:ph type="title"/>
          </p:nvPr>
        </p:nvSpPr>
        <p:spPr/>
        <p:txBody>
          <a:bodyPr/>
          <a:lstStyle/>
          <a:p>
            <a:r>
              <a:rPr lang="en-US"/>
              <a:t>Sample Table</a:t>
            </a:r>
          </a:p>
        </p:txBody>
      </p:sp>
      <p:graphicFrame>
        <p:nvGraphicFramePr>
          <p:cNvPr id="7" name="Content Placeholder 10">
            <a:extLst>
              <a:ext uri="{FF2B5EF4-FFF2-40B4-BE49-F238E27FC236}">
                <a16:creationId xmlns:a16="http://schemas.microsoft.com/office/drawing/2014/main" id="{0B0EFD1C-FDB5-4FDD-BD7C-A150747F08FD}"/>
              </a:ext>
            </a:extLst>
          </p:cNvPr>
          <p:cNvGraphicFramePr>
            <a:graphicFrameLocks/>
          </p:cNvGraphicFramePr>
          <p:nvPr>
            <p:extLst>
              <p:ext uri="{D42A27DB-BD31-4B8C-83A1-F6EECF244321}">
                <p14:modId xmlns:p14="http://schemas.microsoft.com/office/powerpoint/2010/main" val="1980532461"/>
              </p:ext>
            </p:extLst>
          </p:nvPr>
        </p:nvGraphicFramePr>
        <p:xfrm>
          <a:off x="341558" y="1562100"/>
          <a:ext cx="11508885" cy="4618040"/>
        </p:xfrm>
        <a:graphic>
          <a:graphicData uri="http://schemas.openxmlformats.org/drawingml/2006/table">
            <a:tbl>
              <a:tblPr firstRow="1" bandRow="1">
                <a:tableStyleId>{5202B0CA-FC54-4496-8BCA-5EF66A818D29}</a:tableStyleId>
              </a:tblPr>
              <a:tblGrid>
                <a:gridCol w="4582241">
                  <a:extLst>
                    <a:ext uri="{9D8B030D-6E8A-4147-A177-3AD203B41FA5}">
                      <a16:colId xmlns:a16="http://schemas.microsoft.com/office/drawing/2014/main" val="20000"/>
                    </a:ext>
                  </a:extLst>
                </a:gridCol>
                <a:gridCol w="1731661">
                  <a:extLst>
                    <a:ext uri="{9D8B030D-6E8A-4147-A177-3AD203B41FA5}">
                      <a16:colId xmlns:a16="http://schemas.microsoft.com/office/drawing/2014/main" val="20001"/>
                    </a:ext>
                  </a:extLst>
                </a:gridCol>
                <a:gridCol w="1731661">
                  <a:extLst>
                    <a:ext uri="{9D8B030D-6E8A-4147-A177-3AD203B41FA5}">
                      <a16:colId xmlns:a16="http://schemas.microsoft.com/office/drawing/2014/main" val="20002"/>
                    </a:ext>
                  </a:extLst>
                </a:gridCol>
                <a:gridCol w="1731661">
                  <a:extLst>
                    <a:ext uri="{9D8B030D-6E8A-4147-A177-3AD203B41FA5}">
                      <a16:colId xmlns:a16="http://schemas.microsoft.com/office/drawing/2014/main" val="20003"/>
                    </a:ext>
                  </a:extLst>
                </a:gridCol>
                <a:gridCol w="1731661">
                  <a:extLst>
                    <a:ext uri="{9D8B030D-6E8A-4147-A177-3AD203B41FA5}">
                      <a16:colId xmlns:a16="http://schemas.microsoft.com/office/drawing/2014/main" val="20004"/>
                    </a:ext>
                  </a:extLst>
                </a:gridCol>
              </a:tblGrid>
              <a:tr h="659720">
                <a:tc>
                  <a:txBody>
                    <a:bodyPr/>
                    <a:lstStyle/>
                    <a:p>
                      <a:endParaRPr lang="en-US" sz="1600"/>
                    </a:p>
                  </a:txBody>
                  <a:tcPr marT="91440" marB="91440" anchor="ctr">
                    <a:solidFill>
                      <a:schemeClr val="accent6"/>
                    </a:solidFill>
                  </a:tcPr>
                </a:tc>
                <a:tc>
                  <a:txBody>
                    <a:bodyPr/>
                    <a:lstStyle/>
                    <a:p>
                      <a:r>
                        <a:rPr lang="en-US" sz="1600"/>
                        <a:t>Heading</a:t>
                      </a:r>
                    </a:p>
                  </a:txBody>
                  <a:tcPr marT="91440" marB="91440" anchor="ctr">
                    <a:solidFill>
                      <a:schemeClr val="accent6"/>
                    </a:solidFill>
                  </a:tcPr>
                </a:tc>
                <a:tc>
                  <a:txBody>
                    <a:bodyPr/>
                    <a:lstStyle/>
                    <a:p>
                      <a:r>
                        <a:rPr lang="en-US" sz="1600"/>
                        <a:t>Heading</a:t>
                      </a:r>
                    </a:p>
                  </a:txBody>
                  <a:tcPr marT="91440" marB="91440" anchor="ctr">
                    <a:solidFill>
                      <a:schemeClr val="accent6"/>
                    </a:solidFill>
                  </a:tcPr>
                </a:tc>
                <a:tc>
                  <a:txBody>
                    <a:bodyPr/>
                    <a:lstStyle/>
                    <a:p>
                      <a:r>
                        <a:rPr lang="en-US" sz="1600"/>
                        <a:t>Heading</a:t>
                      </a:r>
                    </a:p>
                  </a:txBody>
                  <a:tcPr marT="91440" marB="91440" anchor="ctr">
                    <a:solidFill>
                      <a:schemeClr val="accent6"/>
                    </a:solidFill>
                  </a:tcPr>
                </a:tc>
                <a:tc>
                  <a:txBody>
                    <a:bodyPr/>
                    <a:lstStyle/>
                    <a:p>
                      <a:r>
                        <a:rPr lang="en-US" sz="1600"/>
                        <a:t>Heading</a:t>
                      </a:r>
                    </a:p>
                  </a:txBody>
                  <a:tcPr marT="91440" marB="91440" anchor="ctr">
                    <a:lnR w="12700" cap="flat" cmpd="sng" algn="ctr">
                      <a:noFill/>
                      <a:prstDash val="solid"/>
                      <a:round/>
                      <a:headEnd type="none" w="med" len="med"/>
                      <a:tailEnd type="none" w="med" len="med"/>
                    </a:lnR>
                    <a:solidFill>
                      <a:schemeClr val="accent6"/>
                    </a:solidFill>
                  </a:tcPr>
                </a:tc>
                <a:extLst>
                  <a:ext uri="{0D108BD9-81ED-4DB2-BD59-A6C34878D82A}">
                    <a16:rowId xmlns:a16="http://schemas.microsoft.com/office/drawing/2014/main" val="10000"/>
                  </a:ext>
                </a:extLst>
              </a:tr>
              <a:tr h="659720">
                <a:tc>
                  <a:txBody>
                    <a:bodyPr/>
                    <a:lstStyle/>
                    <a:p>
                      <a:r>
                        <a:rPr lang="en-US" sz="1600"/>
                        <a:t>Arial 16 pt.</a:t>
                      </a:r>
                    </a:p>
                  </a:txBody>
                  <a:tcPr marT="91440" marB="91440" anchor="ctr">
                    <a:solidFill>
                      <a:schemeClr val="tx2">
                        <a:lumMod val="20000"/>
                        <a:lumOff val="80000"/>
                      </a:schemeClr>
                    </a:solidFill>
                  </a:tcPr>
                </a:tc>
                <a:tc>
                  <a:txBody>
                    <a:bodyPr/>
                    <a:lstStyle/>
                    <a:p>
                      <a:r>
                        <a:rPr lang="en-US" sz="1600"/>
                        <a:t>Content</a:t>
                      </a:r>
                    </a:p>
                  </a:txBody>
                  <a:tcPr marT="91440" marB="91440" anchor="ctr">
                    <a:solidFill>
                      <a:schemeClr val="tx2">
                        <a:lumMod val="20000"/>
                        <a:lumOff val="80000"/>
                      </a:schemeClr>
                    </a:solidFill>
                  </a:tcPr>
                </a:tc>
                <a:tc>
                  <a:txBody>
                    <a:bodyPr/>
                    <a:lstStyle/>
                    <a:p>
                      <a:r>
                        <a:rPr lang="en-US" sz="1600"/>
                        <a:t>Content</a:t>
                      </a:r>
                    </a:p>
                  </a:txBody>
                  <a:tcPr marT="91440" marB="91440" anchor="ctr">
                    <a:solidFill>
                      <a:schemeClr val="tx2">
                        <a:lumMod val="20000"/>
                        <a:lumOff val="80000"/>
                      </a:schemeClr>
                    </a:solidFill>
                  </a:tcPr>
                </a:tc>
                <a:tc>
                  <a:txBody>
                    <a:bodyPr/>
                    <a:lstStyle/>
                    <a:p>
                      <a:r>
                        <a:rPr lang="en-US" sz="1600"/>
                        <a:t>Content</a:t>
                      </a:r>
                    </a:p>
                  </a:txBody>
                  <a:tcPr marT="91440" marB="91440" anchor="ctr">
                    <a:solidFill>
                      <a:schemeClr val="tx2">
                        <a:lumMod val="20000"/>
                        <a:lumOff val="80000"/>
                      </a:schemeClr>
                    </a:solidFill>
                  </a:tcPr>
                </a:tc>
                <a:tc>
                  <a:txBody>
                    <a:bodyPr/>
                    <a:lstStyle/>
                    <a:p>
                      <a:r>
                        <a:rPr lang="en-US" sz="1600"/>
                        <a:t>Content</a:t>
                      </a:r>
                    </a:p>
                  </a:txBody>
                  <a:tcPr marT="91440" marB="91440" anchor="ctr">
                    <a:lnR w="12700" cap="flat" cmpd="sng" algn="ctr">
                      <a:no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1"/>
                  </a:ext>
                </a:extLst>
              </a:tr>
              <a:tr h="659720">
                <a:tc>
                  <a:txBody>
                    <a:bodyPr/>
                    <a:lstStyle/>
                    <a:p>
                      <a:r>
                        <a:rPr lang="en-US" sz="1600"/>
                        <a:t>Content</a:t>
                      </a:r>
                    </a:p>
                  </a:txBody>
                  <a:tcPr marT="91440" marB="91440" anchor="ctr">
                    <a:solidFill>
                      <a:schemeClr val="bg1"/>
                    </a:solidFill>
                  </a:tcPr>
                </a:tc>
                <a:tc>
                  <a:txBody>
                    <a:bodyPr/>
                    <a:lstStyle/>
                    <a:p>
                      <a:r>
                        <a:rPr lang="en-US" sz="1600"/>
                        <a:t>Content</a:t>
                      </a:r>
                    </a:p>
                  </a:txBody>
                  <a:tcPr marT="91440" marB="91440" anchor="ctr">
                    <a:solidFill>
                      <a:schemeClr val="bg1"/>
                    </a:solidFill>
                  </a:tcPr>
                </a:tc>
                <a:tc>
                  <a:txBody>
                    <a:bodyPr/>
                    <a:lstStyle/>
                    <a:p>
                      <a:r>
                        <a:rPr lang="en-US" sz="1600"/>
                        <a:t>Content</a:t>
                      </a:r>
                    </a:p>
                  </a:txBody>
                  <a:tcPr marT="91440" marB="91440" anchor="ctr">
                    <a:solidFill>
                      <a:schemeClr val="bg1"/>
                    </a:solidFill>
                  </a:tcPr>
                </a:tc>
                <a:tc>
                  <a:txBody>
                    <a:bodyPr/>
                    <a:lstStyle/>
                    <a:p>
                      <a:r>
                        <a:rPr lang="en-US" sz="1600"/>
                        <a:t>Content</a:t>
                      </a:r>
                    </a:p>
                  </a:txBody>
                  <a:tcPr marT="91440" marB="91440" anchor="ctr">
                    <a:solidFill>
                      <a:schemeClr val="bg1"/>
                    </a:solidFill>
                  </a:tcPr>
                </a:tc>
                <a:tc>
                  <a:txBody>
                    <a:bodyPr/>
                    <a:lstStyle/>
                    <a:p>
                      <a:r>
                        <a:rPr lang="en-US" sz="1600"/>
                        <a:t>Content</a:t>
                      </a:r>
                    </a:p>
                  </a:txBody>
                  <a:tcPr marT="91440" marB="91440" anchor="ctr">
                    <a:lnR w="12700" cap="flat" cmpd="sng" algn="ctr">
                      <a:noFill/>
                      <a:prstDash val="solid"/>
                      <a:round/>
                      <a:headEnd type="none" w="med" len="med"/>
                      <a:tailEnd type="none" w="med" len="med"/>
                    </a:lnR>
                    <a:solidFill>
                      <a:schemeClr val="bg1"/>
                    </a:solidFill>
                  </a:tcPr>
                </a:tc>
                <a:extLst>
                  <a:ext uri="{0D108BD9-81ED-4DB2-BD59-A6C34878D82A}">
                    <a16:rowId xmlns:a16="http://schemas.microsoft.com/office/drawing/2014/main" val="10002"/>
                  </a:ext>
                </a:extLst>
              </a:tr>
              <a:tr h="659720">
                <a:tc>
                  <a:txBody>
                    <a:bodyPr/>
                    <a:lstStyle/>
                    <a:p>
                      <a:r>
                        <a:rPr lang="en-US" sz="1600"/>
                        <a:t>Content</a:t>
                      </a:r>
                    </a:p>
                  </a:txBody>
                  <a:tcPr marT="91440" marB="91440" anchor="ctr">
                    <a:solidFill>
                      <a:schemeClr val="tx2">
                        <a:lumMod val="20000"/>
                        <a:lumOff val="80000"/>
                      </a:schemeClr>
                    </a:solidFill>
                  </a:tcPr>
                </a:tc>
                <a:tc>
                  <a:txBody>
                    <a:bodyPr/>
                    <a:lstStyle/>
                    <a:p>
                      <a:r>
                        <a:rPr lang="en-US" sz="1600"/>
                        <a:t>Content</a:t>
                      </a:r>
                    </a:p>
                  </a:txBody>
                  <a:tcPr marT="91440" marB="91440" anchor="ctr">
                    <a:solidFill>
                      <a:schemeClr val="tx2">
                        <a:lumMod val="20000"/>
                        <a:lumOff val="80000"/>
                      </a:schemeClr>
                    </a:solidFill>
                  </a:tcPr>
                </a:tc>
                <a:tc>
                  <a:txBody>
                    <a:bodyPr/>
                    <a:lstStyle/>
                    <a:p>
                      <a:r>
                        <a:rPr lang="en-US" sz="1600"/>
                        <a:t>Content</a:t>
                      </a:r>
                    </a:p>
                  </a:txBody>
                  <a:tcPr marT="91440" marB="91440" anchor="ctr">
                    <a:solidFill>
                      <a:schemeClr val="tx2">
                        <a:lumMod val="20000"/>
                        <a:lumOff val="80000"/>
                      </a:schemeClr>
                    </a:solidFill>
                  </a:tcPr>
                </a:tc>
                <a:tc>
                  <a:txBody>
                    <a:bodyPr/>
                    <a:lstStyle/>
                    <a:p>
                      <a:r>
                        <a:rPr lang="en-US" sz="1600"/>
                        <a:t>Content</a:t>
                      </a:r>
                    </a:p>
                  </a:txBody>
                  <a:tcPr marT="91440" marB="91440" anchor="ctr">
                    <a:solidFill>
                      <a:schemeClr val="tx2">
                        <a:lumMod val="20000"/>
                        <a:lumOff val="80000"/>
                      </a:schemeClr>
                    </a:solidFill>
                  </a:tcPr>
                </a:tc>
                <a:tc>
                  <a:txBody>
                    <a:bodyPr/>
                    <a:lstStyle/>
                    <a:p>
                      <a:r>
                        <a:rPr lang="en-US" sz="1600"/>
                        <a:t>Content</a:t>
                      </a:r>
                    </a:p>
                  </a:txBody>
                  <a:tcPr marT="91440" marB="91440" anchor="ctr">
                    <a:lnR w="12700" cap="flat" cmpd="sng" algn="ctr">
                      <a:no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3"/>
                  </a:ext>
                </a:extLst>
              </a:tr>
              <a:tr h="659720">
                <a:tc>
                  <a:txBody>
                    <a:bodyPr/>
                    <a:lstStyle/>
                    <a:p>
                      <a:r>
                        <a:rPr lang="en-US" sz="1600" b="1">
                          <a:solidFill>
                            <a:schemeClr val="accent6"/>
                          </a:solidFill>
                        </a:rPr>
                        <a:t>Arial </a:t>
                      </a:r>
                      <a:r>
                        <a:rPr lang="en-US" sz="1600" b="1" baseline="0">
                          <a:solidFill>
                            <a:schemeClr val="accent6"/>
                          </a:solidFill>
                        </a:rPr>
                        <a:t>Bold Red 16 pt.</a:t>
                      </a:r>
                      <a:endParaRPr lang="en-US" sz="1600" b="1">
                        <a:solidFill>
                          <a:schemeClr val="accent6"/>
                        </a:solidFill>
                      </a:endParaRPr>
                    </a:p>
                  </a:txBody>
                  <a:tcPr marT="91440" marB="91440" anchor="ctr">
                    <a:solidFill>
                      <a:schemeClr val="bg1"/>
                    </a:solidFill>
                  </a:tcPr>
                </a:tc>
                <a:tc>
                  <a:txBody>
                    <a:bodyPr/>
                    <a:lstStyle/>
                    <a:p>
                      <a:r>
                        <a:rPr lang="en-US" sz="1600" b="1">
                          <a:solidFill>
                            <a:schemeClr val="accent6"/>
                          </a:solidFill>
                        </a:rPr>
                        <a:t>Content</a:t>
                      </a:r>
                    </a:p>
                  </a:txBody>
                  <a:tcPr marT="91440" marB="91440" anchor="ctr">
                    <a:solidFill>
                      <a:schemeClr val="bg1"/>
                    </a:solidFill>
                  </a:tcPr>
                </a:tc>
                <a:tc>
                  <a:txBody>
                    <a:bodyPr/>
                    <a:lstStyle/>
                    <a:p>
                      <a:r>
                        <a:rPr lang="en-US" sz="1600" b="1">
                          <a:solidFill>
                            <a:schemeClr val="accent6"/>
                          </a:solidFill>
                        </a:rPr>
                        <a:t>Content</a:t>
                      </a:r>
                    </a:p>
                  </a:txBody>
                  <a:tcPr marT="91440" marB="91440" anchor="ctr">
                    <a:solidFill>
                      <a:schemeClr val="bg1"/>
                    </a:solidFill>
                  </a:tcPr>
                </a:tc>
                <a:tc>
                  <a:txBody>
                    <a:bodyPr/>
                    <a:lstStyle/>
                    <a:p>
                      <a:r>
                        <a:rPr lang="en-US" sz="1600" b="1">
                          <a:solidFill>
                            <a:schemeClr val="accent6"/>
                          </a:solidFill>
                        </a:rPr>
                        <a:t>Content</a:t>
                      </a:r>
                    </a:p>
                  </a:txBody>
                  <a:tcPr marT="91440" marB="91440" anchor="ctr">
                    <a:solidFill>
                      <a:schemeClr val="bg1"/>
                    </a:solidFill>
                  </a:tcPr>
                </a:tc>
                <a:tc>
                  <a:txBody>
                    <a:bodyPr/>
                    <a:lstStyle/>
                    <a:p>
                      <a:r>
                        <a:rPr lang="en-US" sz="1600" b="1">
                          <a:solidFill>
                            <a:schemeClr val="accent6"/>
                          </a:solidFill>
                        </a:rPr>
                        <a:t>Content</a:t>
                      </a:r>
                    </a:p>
                  </a:txBody>
                  <a:tcPr marT="91440" marB="91440" anchor="ctr">
                    <a:lnR w="12700" cap="flat" cmpd="sng" algn="ctr">
                      <a:noFill/>
                      <a:prstDash val="solid"/>
                      <a:round/>
                      <a:headEnd type="none" w="med" len="med"/>
                      <a:tailEnd type="none" w="med" len="med"/>
                    </a:lnR>
                    <a:solidFill>
                      <a:schemeClr val="bg1"/>
                    </a:solidFill>
                  </a:tcPr>
                </a:tc>
                <a:extLst>
                  <a:ext uri="{0D108BD9-81ED-4DB2-BD59-A6C34878D82A}">
                    <a16:rowId xmlns:a16="http://schemas.microsoft.com/office/drawing/2014/main" val="10004"/>
                  </a:ext>
                </a:extLst>
              </a:tr>
              <a:tr h="659720">
                <a:tc>
                  <a:txBody>
                    <a:bodyPr/>
                    <a:lstStyle/>
                    <a:p>
                      <a:r>
                        <a:rPr lang="en-US" sz="1600"/>
                        <a:t>Content</a:t>
                      </a:r>
                    </a:p>
                  </a:txBody>
                  <a:tcPr marT="91440" marB="91440" anchor="ctr">
                    <a:solidFill>
                      <a:schemeClr val="tx2">
                        <a:lumMod val="20000"/>
                        <a:lumOff val="80000"/>
                      </a:schemeClr>
                    </a:solidFill>
                  </a:tcPr>
                </a:tc>
                <a:tc>
                  <a:txBody>
                    <a:bodyPr/>
                    <a:lstStyle/>
                    <a:p>
                      <a:r>
                        <a:rPr lang="en-US" sz="1600"/>
                        <a:t>Content</a:t>
                      </a:r>
                    </a:p>
                  </a:txBody>
                  <a:tcPr marT="91440" marB="91440" anchor="ctr">
                    <a:solidFill>
                      <a:schemeClr val="tx2">
                        <a:lumMod val="20000"/>
                        <a:lumOff val="80000"/>
                      </a:schemeClr>
                    </a:solidFill>
                  </a:tcPr>
                </a:tc>
                <a:tc>
                  <a:txBody>
                    <a:bodyPr/>
                    <a:lstStyle/>
                    <a:p>
                      <a:r>
                        <a:rPr lang="en-US" sz="1600"/>
                        <a:t>Content</a:t>
                      </a:r>
                    </a:p>
                  </a:txBody>
                  <a:tcPr marT="91440" marB="91440" anchor="ctr">
                    <a:solidFill>
                      <a:schemeClr val="tx2">
                        <a:lumMod val="20000"/>
                        <a:lumOff val="80000"/>
                      </a:schemeClr>
                    </a:solidFill>
                  </a:tcPr>
                </a:tc>
                <a:tc>
                  <a:txBody>
                    <a:bodyPr/>
                    <a:lstStyle/>
                    <a:p>
                      <a:r>
                        <a:rPr lang="en-US" sz="1600"/>
                        <a:t>Content</a:t>
                      </a:r>
                    </a:p>
                  </a:txBody>
                  <a:tcPr marT="91440" marB="91440" anchor="ctr">
                    <a:solidFill>
                      <a:schemeClr val="tx2">
                        <a:lumMod val="20000"/>
                        <a:lumOff val="80000"/>
                      </a:schemeClr>
                    </a:solidFill>
                  </a:tcPr>
                </a:tc>
                <a:tc>
                  <a:txBody>
                    <a:bodyPr/>
                    <a:lstStyle/>
                    <a:p>
                      <a:r>
                        <a:rPr lang="en-US" sz="1600"/>
                        <a:t>Content</a:t>
                      </a:r>
                    </a:p>
                  </a:txBody>
                  <a:tcPr marT="91440" marB="91440" anchor="ctr">
                    <a:lnR w="12700" cap="flat" cmpd="sng" algn="ctr">
                      <a:noFill/>
                      <a:prstDash val="solid"/>
                      <a:round/>
                      <a:headEnd type="none" w="med" len="med"/>
                      <a:tailEnd type="none" w="med" len="med"/>
                    </a:lnR>
                    <a:solidFill>
                      <a:schemeClr val="tx2">
                        <a:lumMod val="20000"/>
                        <a:lumOff val="80000"/>
                      </a:schemeClr>
                    </a:solidFill>
                  </a:tcPr>
                </a:tc>
                <a:extLst>
                  <a:ext uri="{0D108BD9-81ED-4DB2-BD59-A6C34878D82A}">
                    <a16:rowId xmlns:a16="http://schemas.microsoft.com/office/drawing/2014/main" val="10005"/>
                  </a:ext>
                </a:extLst>
              </a:tr>
              <a:tr h="659720">
                <a:tc>
                  <a:txBody>
                    <a:bodyPr/>
                    <a:lstStyle/>
                    <a:p>
                      <a:r>
                        <a:rPr lang="en-US" sz="1600"/>
                        <a:t>Content</a:t>
                      </a:r>
                    </a:p>
                  </a:txBody>
                  <a:tcPr marT="91440" marB="91440" anchor="ctr">
                    <a:solidFill>
                      <a:schemeClr val="bg1"/>
                    </a:solidFill>
                  </a:tcPr>
                </a:tc>
                <a:tc>
                  <a:txBody>
                    <a:bodyPr/>
                    <a:lstStyle/>
                    <a:p>
                      <a:r>
                        <a:rPr lang="en-US" sz="1600"/>
                        <a:t>Content</a:t>
                      </a:r>
                    </a:p>
                  </a:txBody>
                  <a:tcPr marT="91440" marB="91440" anchor="ctr">
                    <a:solidFill>
                      <a:schemeClr val="bg1"/>
                    </a:solidFill>
                  </a:tcPr>
                </a:tc>
                <a:tc>
                  <a:txBody>
                    <a:bodyPr/>
                    <a:lstStyle/>
                    <a:p>
                      <a:r>
                        <a:rPr lang="en-US" sz="1600"/>
                        <a:t>Content</a:t>
                      </a:r>
                    </a:p>
                  </a:txBody>
                  <a:tcPr marT="91440" marB="91440" anchor="ctr">
                    <a:solidFill>
                      <a:schemeClr val="bg1"/>
                    </a:solidFill>
                  </a:tcPr>
                </a:tc>
                <a:tc>
                  <a:txBody>
                    <a:bodyPr/>
                    <a:lstStyle/>
                    <a:p>
                      <a:r>
                        <a:rPr lang="en-US" sz="1600"/>
                        <a:t>Content</a:t>
                      </a:r>
                    </a:p>
                  </a:txBody>
                  <a:tcPr marT="91440" marB="91440" anchor="ctr">
                    <a:solidFill>
                      <a:schemeClr val="bg1"/>
                    </a:solidFill>
                  </a:tcPr>
                </a:tc>
                <a:tc>
                  <a:txBody>
                    <a:bodyPr/>
                    <a:lstStyle/>
                    <a:p>
                      <a:r>
                        <a:rPr lang="en-US" sz="1600"/>
                        <a:t>Content</a:t>
                      </a:r>
                    </a:p>
                  </a:txBody>
                  <a:tcPr marT="91440" marB="91440" anchor="ctr">
                    <a:lnR w="12700" cap="flat" cmpd="sng" algn="ctr">
                      <a:noFill/>
                      <a:prstDash val="solid"/>
                      <a:round/>
                      <a:headEnd type="none" w="med" len="med"/>
                      <a:tailEnd type="none" w="med" len="med"/>
                    </a:lnR>
                    <a:solidFill>
                      <a:schemeClr val="bg1"/>
                    </a:solidFill>
                  </a:tcPr>
                </a:tc>
                <a:extLst>
                  <a:ext uri="{0D108BD9-81ED-4DB2-BD59-A6C34878D82A}">
                    <a16:rowId xmlns:a16="http://schemas.microsoft.com/office/drawing/2014/main" val="10006"/>
                  </a:ext>
                </a:extLst>
              </a:tr>
            </a:tbl>
          </a:graphicData>
        </a:graphic>
      </p:graphicFrame>
      <p:sp>
        <p:nvSpPr>
          <p:cNvPr id="3" name="TextBox 2">
            <a:extLst>
              <a:ext uri="{FF2B5EF4-FFF2-40B4-BE49-F238E27FC236}">
                <a16:creationId xmlns:a16="http://schemas.microsoft.com/office/drawing/2014/main" id="{8F4ED163-6F61-C2FE-B02E-240551BEEAD1}"/>
              </a:ext>
            </a:extLst>
          </p:cNvPr>
          <p:cNvSpPr txBox="1"/>
          <p:nvPr/>
        </p:nvSpPr>
        <p:spPr>
          <a:xfrm>
            <a:off x="9378230" y="353824"/>
            <a:ext cx="2460757" cy="956966"/>
          </a:xfrm>
          <a:prstGeom prst="rect">
            <a:avLst/>
          </a:prstGeom>
          <a:solidFill>
            <a:schemeClr val="bg1"/>
          </a:solidFill>
          <a:ln w="12700">
            <a:solidFill>
              <a:srgbClr val="D9541E"/>
            </a:solidFill>
            <a:prstDash val="sysDash"/>
          </a:ln>
        </p:spPr>
        <p:txBody>
          <a:bodyPr wrap="square" lIns="91440" tIns="91440" rIns="0" bIns="91440" rtlCol="0">
            <a:noAutofit/>
          </a:bodyPr>
          <a:lstStyle/>
          <a:p>
            <a:pPr>
              <a:lnSpc>
                <a:spcPct val="90000"/>
              </a:lnSpc>
              <a:spcBef>
                <a:spcPts val="600"/>
              </a:spcBef>
            </a:pPr>
            <a:r>
              <a:rPr lang="en-US" sz="1000" b="1">
                <a:solidFill>
                  <a:srgbClr val="5F5F5F"/>
                </a:solidFill>
              </a:rPr>
              <a:t>Note: </a:t>
            </a:r>
            <a:r>
              <a:rPr lang="en-US" sz="1000">
                <a:solidFill>
                  <a:srgbClr val="5F5F5F"/>
                </a:solidFill>
              </a:rPr>
              <a:t>Detailed instructions on how to customize and edit tables, like the one </a:t>
            </a:r>
            <a:br>
              <a:rPr lang="en-US" sz="1000">
                <a:solidFill>
                  <a:srgbClr val="5F5F5F"/>
                </a:solidFill>
              </a:rPr>
            </a:br>
            <a:r>
              <a:rPr lang="en-US" sz="1000">
                <a:solidFill>
                  <a:srgbClr val="5F5F5F"/>
                </a:solidFill>
              </a:rPr>
              <a:t>shown here, can be found in the speaker notes of this slide.</a:t>
            </a:r>
          </a:p>
          <a:p>
            <a:pPr>
              <a:lnSpc>
                <a:spcPct val="90000"/>
              </a:lnSpc>
              <a:spcBef>
                <a:spcPts val="600"/>
              </a:spcBef>
            </a:pPr>
            <a:r>
              <a:rPr lang="en-US" sz="1000" b="1">
                <a:solidFill>
                  <a:srgbClr val="5F5F5F"/>
                </a:solidFill>
              </a:rPr>
              <a:t>Tip! </a:t>
            </a:r>
            <a:r>
              <a:rPr lang="en-US" sz="1000">
                <a:solidFill>
                  <a:srgbClr val="5F5F5F"/>
                </a:solidFill>
              </a:rPr>
              <a:t>Remember to remove this text box.</a:t>
            </a:r>
          </a:p>
        </p:txBody>
      </p:sp>
    </p:spTree>
    <p:extLst>
      <p:ext uri="{BB962C8B-B14F-4D97-AF65-F5344CB8AC3E}">
        <p14:creationId xmlns:p14="http://schemas.microsoft.com/office/powerpoint/2010/main" val="2824872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Sample Table with Highlight</a:t>
            </a:r>
          </a:p>
        </p:txBody>
      </p:sp>
      <p:graphicFrame>
        <p:nvGraphicFramePr>
          <p:cNvPr id="6" name="Content Placeholder 10">
            <a:extLst>
              <a:ext uri="{FF2B5EF4-FFF2-40B4-BE49-F238E27FC236}">
                <a16:creationId xmlns:a16="http://schemas.microsoft.com/office/drawing/2014/main" id="{D8D7F738-6850-43FB-BD80-E8416BF20C62}"/>
              </a:ext>
            </a:extLst>
          </p:cNvPr>
          <p:cNvGraphicFramePr>
            <a:graphicFrameLocks/>
          </p:cNvGraphicFramePr>
          <p:nvPr>
            <p:extLst>
              <p:ext uri="{D42A27DB-BD31-4B8C-83A1-F6EECF244321}">
                <p14:modId xmlns:p14="http://schemas.microsoft.com/office/powerpoint/2010/main" val="2100500791"/>
              </p:ext>
            </p:extLst>
          </p:nvPr>
        </p:nvGraphicFramePr>
        <p:xfrm>
          <a:off x="342900" y="1562100"/>
          <a:ext cx="11506200" cy="4618040"/>
        </p:xfrm>
        <a:graphic>
          <a:graphicData uri="http://schemas.openxmlformats.org/drawingml/2006/table">
            <a:tbl>
              <a:tblPr firstRow="1" bandRow="1">
                <a:tableStyleId>{5202B0CA-FC54-4496-8BCA-5EF66A818D29}</a:tableStyleId>
              </a:tblPr>
              <a:tblGrid>
                <a:gridCol w="4581172">
                  <a:extLst>
                    <a:ext uri="{9D8B030D-6E8A-4147-A177-3AD203B41FA5}">
                      <a16:colId xmlns:a16="http://schemas.microsoft.com/office/drawing/2014/main" val="20000"/>
                    </a:ext>
                  </a:extLst>
                </a:gridCol>
                <a:gridCol w="1731257">
                  <a:extLst>
                    <a:ext uri="{9D8B030D-6E8A-4147-A177-3AD203B41FA5}">
                      <a16:colId xmlns:a16="http://schemas.microsoft.com/office/drawing/2014/main" val="20001"/>
                    </a:ext>
                  </a:extLst>
                </a:gridCol>
                <a:gridCol w="1731257">
                  <a:extLst>
                    <a:ext uri="{9D8B030D-6E8A-4147-A177-3AD203B41FA5}">
                      <a16:colId xmlns:a16="http://schemas.microsoft.com/office/drawing/2014/main" val="20002"/>
                    </a:ext>
                  </a:extLst>
                </a:gridCol>
                <a:gridCol w="1731257">
                  <a:extLst>
                    <a:ext uri="{9D8B030D-6E8A-4147-A177-3AD203B41FA5}">
                      <a16:colId xmlns:a16="http://schemas.microsoft.com/office/drawing/2014/main" val="20003"/>
                    </a:ext>
                  </a:extLst>
                </a:gridCol>
                <a:gridCol w="1731257">
                  <a:extLst>
                    <a:ext uri="{9D8B030D-6E8A-4147-A177-3AD203B41FA5}">
                      <a16:colId xmlns:a16="http://schemas.microsoft.com/office/drawing/2014/main" val="20004"/>
                    </a:ext>
                  </a:extLst>
                </a:gridCol>
              </a:tblGrid>
              <a:tr h="659720">
                <a:tc>
                  <a:txBody>
                    <a:bodyPr/>
                    <a:lstStyle/>
                    <a:p>
                      <a:endParaRPr lang="en-US" sz="1600"/>
                    </a:p>
                  </a:txBody>
                  <a:tcPr marT="91440" marB="91440" anchor="ctr">
                    <a:solidFill>
                      <a:schemeClr val="tx2">
                        <a:lumMod val="75000"/>
                      </a:schemeClr>
                    </a:solidFill>
                  </a:tcPr>
                </a:tc>
                <a:tc>
                  <a:txBody>
                    <a:bodyPr/>
                    <a:lstStyle/>
                    <a:p>
                      <a:r>
                        <a:rPr lang="en-US" sz="1600"/>
                        <a:t>Heading</a:t>
                      </a:r>
                    </a:p>
                  </a:txBody>
                  <a:tcPr marT="91440" marB="91440" anchor="ctr">
                    <a:solidFill>
                      <a:schemeClr val="accent3"/>
                    </a:solidFill>
                  </a:tcPr>
                </a:tc>
                <a:tc>
                  <a:txBody>
                    <a:bodyPr/>
                    <a:lstStyle/>
                    <a:p>
                      <a:r>
                        <a:rPr lang="en-US" sz="1600"/>
                        <a:t>Heading</a:t>
                      </a:r>
                    </a:p>
                  </a:txBody>
                  <a:tcPr marT="91440" marB="91440" anchor="ctr">
                    <a:solidFill>
                      <a:schemeClr val="tx2">
                        <a:lumMod val="75000"/>
                      </a:schemeClr>
                    </a:solidFill>
                  </a:tcPr>
                </a:tc>
                <a:tc>
                  <a:txBody>
                    <a:bodyPr/>
                    <a:lstStyle/>
                    <a:p>
                      <a:r>
                        <a:rPr lang="en-US" sz="1600"/>
                        <a:t>Heading</a:t>
                      </a:r>
                    </a:p>
                  </a:txBody>
                  <a:tcPr marT="91440" marB="91440" anchor="ctr">
                    <a:solidFill>
                      <a:schemeClr val="tx2">
                        <a:lumMod val="75000"/>
                      </a:schemeClr>
                    </a:solidFill>
                  </a:tcPr>
                </a:tc>
                <a:tc>
                  <a:txBody>
                    <a:bodyPr/>
                    <a:lstStyle/>
                    <a:p>
                      <a:r>
                        <a:rPr lang="en-US" sz="1600"/>
                        <a:t>Heading</a:t>
                      </a:r>
                    </a:p>
                  </a:txBody>
                  <a:tcPr marT="91440" marB="91440" anchor="ctr">
                    <a:solidFill>
                      <a:schemeClr val="tx2">
                        <a:lumMod val="75000"/>
                      </a:schemeClr>
                    </a:solidFill>
                  </a:tcPr>
                </a:tc>
                <a:extLst>
                  <a:ext uri="{0D108BD9-81ED-4DB2-BD59-A6C34878D82A}">
                    <a16:rowId xmlns:a16="http://schemas.microsoft.com/office/drawing/2014/main" val="10000"/>
                  </a:ext>
                </a:extLst>
              </a:tr>
              <a:tr h="659720">
                <a:tc>
                  <a:txBody>
                    <a:bodyPr/>
                    <a:lstStyle/>
                    <a:p>
                      <a:r>
                        <a:rPr lang="en-US" sz="1600"/>
                        <a:t>Arial 16 pt.</a:t>
                      </a:r>
                    </a:p>
                  </a:txBody>
                  <a:tcPr marT="91440" marB="91440" anchor="ctr">
                    <a:solidFill>
                      <a:schemeClr val="tx2">
                        <a:lumMod val="20000"/>
                        <a:lumOff val="80000"/>
                      </a:schemeClr>
                    </a:solidFill>
                  </a:tcPr>
                </a:tc>
                <a:tc>
                  <a:txBody>
                    <a:bodyPr/>
                    <a:lstStyle/>
                    <a:p>
                      <a:r>
                        <a:rPr lang="en-US" sz="1600">
                          <a:solidFill>
                            <a:schemeClr val="bg1"/>
                          </a:solidFill>
                        </a:rPr>
                        <a:t>Content</a:t>
                      </a:r>
                    </a:p>
                  </a:txBody>
                  <a:tcPr marT="91440" marB="91440" anchor="ctr">
                    <a:solidFill>
                      <a:schemeClr val="accent3"/>
                    </a:solidFill>
                  </a:tcPr>
                </a:tc>
                <a:tc>
                  <a:txBody>
                    <a:bodyPr/>
                    <a:lstStyle/>
                    <a:p>
                      <a:r>
                        <a:rPr lang="en-US" sz="1600"/>
                        <a:t>Content</a:t>
                      </a:r>
                    </a:p>
                  </a:txBody>
                  <a:tcPr marT="91440" marB="91440" anchor="ctr">
                    <a:solidFill>
                      <a:schemeClr val="tx2">
                        <a:lumMod val="20000"/>
                        <a:lumOff val="80000"/>
                      </a:schemeClr>
                    </a:solidFill>
                  </a:tcPr>
                </a:tc>
                <a:tc>
                  <a:txBody>
                    <a:bodyPr/>
                    <a:lstStyle/>
                    <a:p>
                      <a:r>
                        <a:rPr lang="en-US" sz="1600"/>
                        <a:t>Content</a:t>
                      </a:r>
                    </a:p>
                  </a:txBody>
                  <a:tcPr marT="91440" marB="91440" anchor="ctr">
                    <a:solidFill>
                      <a:schemeClr val="tx2">
                        <a:lumMod val="20000"/>
                        <a:lumOff val="80000"/>
                      </a:schemeClr>
                    </a:solidFill>
                  </a:tcPr>
                </a:tc>
                <a:tc>
                  <a:txBody>
                    <a:bodyPr/>
                    <a:lstStyle/>
                    <a:p>
                      <a:r>
                        <a:rPr lang="en-US" sz="1600"/>
                        <a:t>Content</a:t>
                      </a:r>
                    </a:p>
                  </a:txBody>
                  <a:tcPr marT="91440" marB="91440" anchor="ctr">
                    <a:solidFill>
                      <a:schemeClr val="tx2">
                        <a:lumMod val="20000"/>
                        <a:lumOff val="80000"/>
                      </a:schemeClr>
                    </a:solidFill>
                  </a:tcPr>
                </a:tc>
                <a:extLst>
                  <a:ext uri="{0D108BD9-81ED-4DB2-BD59-A6C34878D82A}">
                    <a16:rowId xmlns:a16="http://schemas.microsoft.com/office/drawing/2014/main" val="10001"/>
                  </a:ext>
                </a:extLst>
              </a:tr>
              <a:tr h="659720">
                <a:tc>
                  <a:txBody>
                    <a:bodyPr/>
                    <a:lstStyle/>
                    <a:p>
                      <a:r>
                        <a:rPr lang="en-US" sz="1600"/>
                        <a:t>Content</a:t>
                      </a:r>
                    </a:p>
                  </a:txBody>
                  <a:tcPr marT="91440" marB="91440" anchor="ctr">
                    <a:solidFill>
                      <a:schemeClr val="bg1"/>
                    </a:solidFill>
                  </a:tcPr>
                </a:tc>
                <a:tc>
                  <a:txBody>
                    <a:bodyPr/>
                    <a:lstStyle/>
                    <a:p>
                      <a:r>
                        <a:rPr lang="en-US" sz="1600">
                          <a:solidFill>
                            <a:schemeClr val="bg1"/>
                          </a:solidFill>
                        </a:rPr>
                        <a:t>Content</a:t>
                      </a:r>
                    </a:p>
                  </a:txBody>
                  <a:tcPr marT="91440" marB="91440" anchor="ctr">
                    <a:solidFill>
                      <a:schemeClr val="accent3"/>
                    </a:solidFill>
                  </a:tcPr>
                </a:tc>
                <a:tc>
                  <a:txBody>
                    <a:bodyPr/>
                    <a:lstStyle/>
                    <a:p>
                      <a:r>
                        <a:rPr lang="en-US" sz="1600"/>
                        <a:t>Content</a:t>
                      </a:r>
                    </a:p>
                  </a:txBody>
                  <a:tcPr marT="91440" marB="91440" anchor="ctr">
                    <a:solidFill>
                      <a:schemeClr val="bg1"/>
                    </a:solidFill>
                  </a:tcPr>
                </a:tc>
                <a:tc>
                  <a:txBody>
                    <a:bodyPr/>
                    <a:lstStyle/>
                    <a:p>
                      <a:r>
                        <a:rPr lang="en-US" sz="1600"/>
                        <a:t>Content</a:t>
                      </a:r>
                    </a:p>
                  </a:txBody>
                  <a:tcPr marT="91440" marB="91440" anchor="ctr">
                    <a:solidFill>
                      <a:schemeClr val="bg1"/>
                    </a:solidFill>
                  </a:tcPr>
                </a:tc>
                <a:tc>
                  <a:txBody>
                    <a:bodyPr/>
                    <a:lstStyle/>
                    <a:p>
                      <a:r>
                        <a:rPr lang="en-US" sz="1600"/>
                        <a:t>Content</a:t>
                      </a:r>
                    </a:p>
                  </a:txBody>
                  <a:tcPr marT="91440" marB="91440" anchor="ctr">
                    <a:solidFill>
                      <a:schemeClr val="bg1"/>
                    </a:solidFill>
                  </a:tcPr>
                </a:tc>
                <a:extLst>
                  <a:ext uri="{0D108BD9-81ED-4DB2-BD59-A6C34878D82A}">
                    <a16:rowId xmlns:a16="http://schemas.microsoft.com/office/drawing/2014/main" val="10002"/>
                  </a:ext>
                </a:extLst>
              </a:tr>
              <a:tr h="659720">
                <a:tc>
                  <a:txBody>
                    <a:bodyPr/>
                    <a:lstStyle/>
                    <a:p>
                      <a:r>
                        <a:rPr lang="en-US" sz="1600"/>
                        <a:t>Content</a:t>
                      </a:r>
                    </a:p>
                  </a:txBody>
                  <a:tcPr marT="91440" marB="91440" anchor="ctr">
                    <a:solidFill>
                      <a:schemeClr val="tx2">
                        <a:lumMod val="20000"/>
                        <a:lumOff val="80000"/>
                      </a:schemeClr>
                    </a:solidFill>
                  </a:tcPr>
                </a:tc>
                <a:tc>
                  <a:txBody>
                    <a:bodyPr/>
                    <a:lstStyle/>
                    <a:p>
                      <a:r>
                        <a:rPr lang="en-US" sz="1600">
                          <a:solidFill>
                            <a:schemeClr val="bg1"/>
                          </a:solidFill>
                        </a:rPr>
                        <a:t>Content</a:t>
                      </a:r>
                    </a:p>
                  </a:txBody>
                  <a:tcPr marT="91440" marB="91440" anchor="ctr">
                    <a:solidFill>
                      <a:schemeClr val="accent3"/>
                    </a:solidFill>
                  </a:tcPr>
                </a:tc>
                <a:tc>
                  <a:txBody>
                    <a:bodyPr/>
                    <a:lstStyle/>
                    <a:p>
                      <a:r>
                        <a:rPr lang="en-US" sz="1600"/>
                        <a:t>Content</a:t>
                      </a:r>
                    </a:p>
                  </a:txBody>
                  <a:tcPr marT="91440" marB="91440" anchor="ctr">
                    <a:solidFill>
                      <a:schemeClr val="tx2">
                        <a:lumMod val="20000"/>
                        <a:lumOff val="80000"/>
                      </a:schemeClr>
                    </a:solidFill>
                  </a:tcPr>
                </a:tc>
                <a:tc>
                  <a:txBody>
                    <a:bodyPr/>
                    <a:lstStyle/>
                    <a:p>
                      <a:r>
                        <a:rPr lang="en-US" sz="1600"/>
                        <a:t>Content</a:t>
                      </a:r>
                    </a:p>
                  </a:txBody>
                  <a:tcPr marT="91440" marB="91440" anchor="ctr">
                    <a:solidFill>
                      <a:schemeClr val="tx2">
                        <a:lumMod val="20000"/>
                        <a:lumOff val="80000"/>
                      </a:schemeClr>
                    </a:solidFill>
                  </a:tcPr>
                </a:tc>
                <a:tc>
                  <a:txBody>
                    <a:bodyPr/>
                    <a:lstStyle/>
                    <a:p>
                      <a:r>
                        <a:rPr lang="en-US" sz="1600"/>
                        <a:t>Content</a:t>
                      </a:r>
                    </a:p>
                  </a:txBody>
                  <a:tcPr marT="91440" marB="91440" anchor="ctr">
                    <a:solidFill>
                      <a:schemeClr val="tx2">
                        <a:lumMod val="20000"/>
                        <a:lumOff val="80000"/>
                      </a:schemeClr>
                    </a:solidFill>
                  </a:tcPr>
                </a:tc>
                <a:extLst>
                  <a:ext uri="{0D108BD9-81ED-4DB2-BD59-A6C34878D82A}">
                    <a16:rowId xmlns:a16="http://schemas.microsoft.com/office/drawing/2014/main" val="10003"/>
                  </a:ext>
                </a:extLst>
              </a:tr>
              <a:tr h="659720">
                <a:tc>
                  <a:txBody>
                    <a:bodyPr/>
                    <a:lstStyle/>
                    <a:p>
                      <a:r>
                        <a:rPr lang="en-US" sz="1600" b="1">
                          <a:solidFill>
                            <a:schemeClr val="accent3"/>
                          </a:solidFill>
                        </a:rPr>
                        <a:t>Arial </a:t>
                      </a:r>
                      <a:r>
                        <a:rPr lang="en-US" sz="1600" b="1" baseline="0">
                          <a:solidFill>
                            <a:schemeClr val="accent3"/>
                          </a:solidFill>
                        </a:rPr>
                        <a:t>Bold Blue 16 pt.</a:t>
                      </a:r>
                      <a:endParaRPr lang="en-US" sz="1600" b="1">
                        <a:solidFill>
                          <a:schemeClr val="accent3"/>
                        </a:solidFill>
                      </a:endParaRPr>
                    </a:p>
                  </a:txBody>
                  <a:tcPr marT="91440" marB="91440" anchor="ctr">
                    <a:solidFill>
                      <a:schemeClr val="bg1"/>
                    </a:solidFill>
                  </a:tcPr>
                </a:tc>
                <a:tc>
                  <a:txBody>
                    <a:bodyPr/>
                    <a:lstStyle/>
                    <a:p>
                      <a:r>
                        <a:rPr lang="en-US" sz="1600" b="1">
                          <a:solidFill>
                            <a:schemeClr val="bg1"/>
                          </a:solidFill>
                        </a:rPr>
                        <a:t>Content</a:t>
                      </a:r>
                    </a:p>
                  </a:txBody>
                  <a:tcPr marT="91440" marB="91440" anchor="ctr">
                    <a:solidFill>
                      <a:schemeClr val="accent3"/>
                    </a:solidFill>
                  </a:tcPr>
                </a:tc>
                <a:tc>
                  <a:txBody>
                    <a:bodyPr/>
                    <a:lstStyle/>
                    <a:p>
                      <a:r>
                        <a:rPr lang="en-US" sz="1600" b="1">
                          <a:solidFill>
                            <a:schemeClr val="accent3"/>
                          </a:solidFill>
                        </a:rPr>
                        <a:t>Content</a:t>
                      </a:r>
                    </a:p>
                  </a:txBody>
                  <a:tcPr marT="91440" marB="91440" anchor="ctr">
                    <a:solidFill>
                      <a:schemeClr val="bg1"/>
                    </a:solidFill>
                  </a:tcPr>
                </a:tc>
                <a:tc>
                  <a:txBody>
                    <a:bodyPr/>
                    <a:lstStyle/>
                    <a:p>
                      <a:r>
                        <a:rPr lang="en-US" sz="1600" b="1">
                          <a:solidFill>
                            <a:schemeClr val="accent3"/>
                          </a:solidFill>
                        </a:rPr>
                        <a:t>Content</a:t>
                      </a:r>
                    </a:p>
                  </a:txBody>
                  <a:tcPr marT="91440" marB="91440" anchor="ctr">
                    <a:solidFill>
                      <a:schemeClr val="bg1"/>
                    </a:solidFill>
                  </a:tcPr>
                </a:tc>
                <a:tc>
                  <a:txBody>
                    <a:bodyPr/>
                    <a:lstStyle/>
                    <a:p>
                      <a:r>
                        <a:rPr lang="en-US" sz="1600" b="1">
                          <a:solidFill>
                            <a:schemeClr val="accent3"/>
                          </a:solidFill>
                        </a:rPr>
                        <a:t>Content</a:t>
                      </a:r>
                    </a:p>
                  </a:txBody>
                  <a:tcPr marT="91440" marB="91440" anchor="ctr">
                    <a:solidFill>
                      <a:schemeClr val="bg1"/>
                    </a:solidFill>
                  </a:tcPr>
                </a:tc>
                <a:extLst>
                  <a:ext uri="{0D108BD9-81ED-4DB2-BD59-A6C34878D82A}">
                    <a16:rowId xmlns:a16="http://schemas.microsoft.com/office/drawing/2014/main" val="10004"/>
                  </a:ext>
                </a:extLst>
              </a:tr>
              <a:tr h="659720">
                <a:tc>
                  <a:txBody>
                    <a:bodyPr/>
                    <a:lstStyle/>
                    <a:p>
                      <a:r>
                        <a:rPr lang="en-US" sz="1600"/>
                        <a:t>Content</a:t>
                      </a:r>
                    </a:p>
                  </a:txBody>
                  <a:tcPr marT="91440" marB="91440" anchor="ctr">
                    <a:solidFill>
                      <a:schemeClr val="tx2">
                        <a:lumMod val="20000"/>
                        <a:lumOff val="80000"/>
                      </a:schemeClr>
                    </a:solidFill>
                  </a:tcPr>
                </a:tc>
                <a:tc>
                  <a:txBody>
                    <a:bodyPr/>
                    <a:lstStyle/>
                    <a:p>
                      <a:r>
                        <a:rPr lang="en-US" sz="1600">
                          <a:solidFill>
                            <a:schemeClr val="bg1"/>
                          </a:solidFill>
                        </a:rPr>
                        <a:t>Content</a:t>
                      </a:r>
                    </a:p>
                  </a:txBody>
                  <a:tcPr marT="91440" marB="91440" anchor="ctr">
                    <a:solidFill>
                      <a:schemeClr val="accent3"/>
                    </a:solidFill>
                  </a:tcPr>
                </a:tc>
                <a:tc>
                  <a:txBody>
                    <a:bodyPr/>
                    <a:lstStyle/>
                    <a:p>
                      <a:r>
                        <a:rPr lang="en-US" sz="1600"/>
                        <a:t>Content</a:t>
                      </a:r>
                    </a:p>
                  </a:txBody>
                  <a:tcPr marT="91440" marB="91440" anchor="ctr">
                    <a:solidFill>
                      <a:schemeClr val="tx2">
                        <a:lumMod val="20000"/>
                        <a:lumOff val="80000"/>
                      </a:schemeClr>
                    </a:solidFill>
                  </a:tcPr>
                </a:tc>
                <a:tc>
                  <a:txBody>
                    <a:bodyPr/>
                    <a:lstStyle/>
                    <a:p>
                      <a:r>
                        <a:rPr lang="en-US" sz="1600"/>
                        <a:t>Content</a:t>
                      </a:r>
                    </a:p>
                  </a:txBody>
                  <a:tcPr marT="91440" marB="91440" anchor="ctr">
                    <a:solidFill>
                      <a:schemeClr val="tx2">
                        <a:lumMod val="20000"/>
                        <a:lumOff val="80000"/>
                      </a:schemeClr>
                    </a:solidFill>
                  </a:tcPr>
                </a:tc>
                <a:tc>
                  <a:txBody>
                    <a:bodyPr/>
                    <a:lstStyle/>
                    <a:p>
                      <a:r>
                        <a:rPr lang="en-US" sz="1600"/>
                        <a:t>Content</a:t>
                      </a:r>
                    </a:p>
                  </a:txBody>
                  <a:tcPr marT="91440" marB="91440" anchor="ctr">
                    <a:solidFill>
                      <a:schemeClr val="tx2">
                        <a:lumMod val="20000"/>
                        <a:lumOff val="80000"/>
                      </a:schemeClr>
                    </a:solidFill>
                  </a:tcPr>
                </a:tc>
                <a:extLst>
                  <a:ext uri="{0D108BD9-81ED-4DB2-BD59-A6C34878D82A}">
                    <a16:rowId xmlns:a16="http://schemas.microsoft.com/office/drawing/2014/main" val="10005"/>
                  </a:ext>
                </a:extLst>
              </a:tr>
              <a:tr h="659720">
                <a:tc>
                  <a:txBody>
                    <a:bodyPr/>
                    <a:lstStyle/>
                    <a:p>
                      <a:r>
                        <a:rPr lang="en-US" sz="1600"/>
                        <a:t>Content</a:t>
                      </a:r>
                    </a:p>
                  </a:txBody>
                  <a:tcPr marT="91440" marB="91440" anchor="ctr">
                    <a:solidFill>
                      <a:schemeClr val="bg1"/>
                    </a:solidFill>
                  </a:tcPr>
                </a:tc>
                <a:tc>
                  <a:txBody>
                    <a:bodyPr/>
                    <a:lstStyle/>
                    <a:p>
                      <a:r>
                        <a:rPr lang="en-US" sz="1600">
                          <a:solidFill>
                            <a:schemeClr val="bg1"/>
                          </a:solidFill>
                        </a:rPr>
                        <a:t>Content</a:t>
                      </a:r>
                    </a:p>
                  </a:txBody>
                  <a:tcPr marT="91440" marB="91440" anchor="ctr">
                    <a:solidFill>
                      <a:schemeClr val="accent3"/>
                    </a:solidFill>
                  </a:tcPr>
                </a:tc>
                <a:tc>
                  <a:txBody>
                    <a:bodyPr/>
                    <a:lstStyle/>
                    <a:p>
                      <a:r>
                        <a:rPr lang="en-US" sz="1600"/>
                        <a:t>Content</a:t>
                      </a:r>
                    </a:p>
                  </a:txBody>
                  <a:tcPr marT="91440" marB="91440" anchor="ctr">
                    <a:solidFill>
                      <a:schemeClr val="bg1"/>
                    </a:solidFill>
                  </a:tcPr>
                </a:tc>
                <a:tc>
                  <a:txBody>
                    <a:bodyPr/>
                    <a:lstStyle/>
                    <a:p>
                      <a:r>
                        <a:rPr lang="en-US" sz="1600"/>
                        <a:t>Content</a:t>
                      </a:r>
                    </a:p>
                  </a:txBody>
                  <a:tcPr marT="91440" marB="91440" anchor="ctr">
                    <a:solidFill>
                      <a:schemeClr val="bg1"/>
                    </a:solidFill>
                  </a:tcPr>
                </a:tc>
                <a:tc>
                  <a:txBody>
                    <a:bodyPr/>
                    <a:lstStyle/>
                    <a:p>
                      <a:r>
                        <a:rPr lang="en-US" sz="1600"/>
                        <a:t>Content</a:t>
                      </a:r>
                    </a:p>
                  </a:txBody>
                  <a:tcPr marT="91440" marB="91440" anchor="ctr">
                    <a:solidFill>
                      <a:schemeClr val="bg1"/>
                    </a:solidFill>
                  </a:tcPr>
                </a:tc>
                <a:extLst>
                  <a:ext uri="{0D108BD9-81ED-4DB2-BD59-A6C34878D82A}">
                    <a16:rowId xmlns:a16="http://schemas.microsoft.com/office/drawing/2014/main" val="10006"/>
                  </a:ext>
                </a:extLst>
              </a:tr>
            </a:tbl>
          </a:graphicData>
        </a:graphic>
      </p:graphicFrame>
      <p:sp>
        <p:nvSpPr>
          <p:cNvPr id="3" name="TextBox 2">
            <a:extLst>
              <a:ext uri="{FF2B5EF4-FFF2-40B4-BE49-F238E27FC236}">
                <a16:creationId xmlns:a16="http://schemas.microsoft.com/office/drawing/2014/main" id="{44C72140-486C-A24C-82DA-29AF61EAC0C2}"/>
              </a:ext>
            </a:extLst>
          </p:cNvPr>
          <p:cNvSpPr txBox="1"/>
          <p:nvPr/>
        </p:nvSpPr>
        <p:spPr>
          <a:xfrm>
            <a:off x="7737231" y="353824"/>
            <a:ext cx="4101758" cy="663446"/>
          </a:xfrm>
          <a:prstGeom prst="rect">
            <a:avLst/>
          </a:prstGeom>
          <a:solidFill>
            <a:schemeClr val="bg1"/>
          </a:solidFill>
          <a:ln w="12700">
            <a:solidFill>
              <a:srgbClr val="D9541E"/>
            </a:solidFill>
            <a:prstDash val="sysDash"/>
          </a:ln>
        </p:spPr>
        <p:txBody>
          <a:bodyPr wrap="square" lIns="91440" tIns="91440" rIns="0" bIns="91440" rtlCol="0">
            <a:noAutofit/>
          </a:bodyPr>
          <a:lstStyle/>
          <a:p>
            <a:pPr>
              <a:lnSpc>
                <a:spcPct val="90000"/>
              </a:lnSpc>
              <a:spcBef>
                <a:spcPts val="600"/>
              </a:spcBef>
            </a:pPr>
            <a:r>
              <a:rPr lang="en-US" sz="1000" b="1">
                <a:solidFill>
                  <a:srgbClr val="5F5F5F"/>
                </a:solidFill>
              </a:rPr>
              <a:t>Note: </a:t>
            </a:r>
            <a:r>
              <a:rPr lang="en-US" sz="1000">
                <a:solidFill>
                  <a:srgbClr val="5F5F5F"/>
                </a:solidFill>
              </a:rPr>
              <a:t>Detailed instructions on how to customize and edit tables, like </a:t>
            </a:r>
            <a:br>
              <a:rPr lang="en-US" sz="1000">
                <a:solidFill>
                  <a:srgbClr val="5F5F5F"/>
                </a:solidFill>
              </a:rPr>
            </a:br>
            <a:r>
              <a:rPr lang="en-US" sz="1000">
                <a:solidFill>
                  <a:srgbClr val="5F5F5F"/>
                </a:solidFill>
              </a:rPr>
              <a:t>he one shown here, can be found in the speaker notes of this slide.</a:t>
            </a:r>
          </a:p>
          <a:p>
            <a:pPr>
              <a:lnSpc>
                <a:spcPct val="90000"/>
              </a:lnSpc>
              <a:spcBef>
                <a:spcPts val="600"/>
              </a:spcBef>
            </a:pPr>
            <a:r>
              <a:rPr lang="en-US" sz="1000" b="1">
                <a:solidFill>
                  <a:srgbClr val="5F5F5F"/>
                </a:solidFill>
              </a:rPr>
              <a:t>Tip! </a:t>
            </a:r>
            <a:r>
              <a:rPr lang="en-US" sz="1000">
                <a:solidFill>
                  <a:srgbClr val="5F5F5F"/>
                </a:solidFill>
              </a:rPr>
              <a:t>Remember to remove this text box.</a:t>
            </a:r>
          </a:p>
        </p:txBody>
      </p:sp>
    </p:spTree>
    <p:extLst>
      <p:ext uri="{BB962C8B-B14F-4D97-AF65-F5344CB8AC3E}">
        <p14:creationId xmlns:p14="http://schemas.microsoft.com/office/powerpoint/2010/main" val="3066789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3011" y="264872"/>
            <a:ext cx="11329416" cy="454220"/>
          </a:xfrm>
        </p:spPr>
        <p:txBody>
          <a:bodyPr/>
          <a:lstStyle/>
          <a:p>
            <a:r>
              <a:rPr lang="en-US"/>
              <a:t>Sample Organization Chart</a:t>
            </a:r>
          </a:p>
        </p:txBody>
      </p:sp>
      <p:graphicFrame>
        <p:nvGraphicFramePr>
          <p:cNvPr id="7" name="Content Placeholder 5">
            <a:extLst>
              <a:ext uri="{FF2B5EF4-FFF2-40B4-BE49-F238E27FC236}">
                <a16:creationId xmlns:a16="http://schemas.microsoft.com/office/drawing/2014/main" id="{6765B891-C963-4B97-997C-E0A74C3EE955}"/>
              </a:ext>
            </a:extLst>
          </p:cNvPr>
          <p:cNvGraphicFramePr>
            <a:graphicFrameLocks/>
          </p:cNvGraphicFramePr>
          <p:nvPr/>
        </p:nvGraphicFramePr>
        <p:xfrm>
          <a:off x="342900" y="1549400"/>
          <a:ext cx="11506200" cy="46466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F207DC05-6CCE-AEDC-DB7C-90B400AE4046}"/>
              </a:ext>
            </a:extLst>
          </p:cNvPr>
          <p:cNvSpPr txBox="1"/>
          <p:nvPr/>
        </p:nvSpPr>
        <p:spPr>
          <a:xfrm>
            <a:off x="7737231" y="353824"/>
            <a:ext cx="4101758" cy="663446"/>
          </a:xfrm>
          <a:prstGeom prst="rect">
            <a:avLst/>
          </a:prstGeom>
          <a:solidFill>
            <a:schemeClr val="bg1"/>
          </a:solidFill>
          <a:ln w="12700">
            <a:solidFill>
              <a:srgbClr val="D9541E"/>
            </a:solidFill>
            <a:prstDash val="sysDash"/>
          </a:ln>
        </p:spPr>
        <p:txBody>
          <a:bodyPr wrap="square" lIns="91440" tIns="91440" rIns="0" bIns="91440" rtlCol="0">
            <a:noAutofit/>
          </a:bodyPr>
          <a:lstStyle/>
          <a:p>
            <a:pPr>
              <a:lnSpc>
                <a:spcPct val="90000"/>
              </a:lnSpc>
              <a:spcBef>
                <a:spcPts val="600"/>
              </a:spcBef>
            </a:pPr>
            <a:r>
              <a:rPr lang="en-US" sz="1000" b="1">
                <a:solidFill>
                  <a:srgbClr val="5F5F5F"/>
                </a:solidFill>
              </a:rPr>
              <a:t>Note: </a:t>
            </a:r>
            <a:r>
              <a:rPr lang="en-US" sz="1000">
                <a:solidFill>
                  <a:srgbClr val="5F5F5F"/>
                </a:solidFill>
              </a:rPr>
              <a:t>Detailed instructions on how to customize and edit org charts, like the one shown here, can be found in the speaker notes of this slide.</a:t>
            </a:r>
          </a:p>
          <a:p>
            <a:pPr>
              <a:lnSpc>
                <a:spcPct val="90000"/>
              </a:lnSpc>
              <a:spcBef>
                <a:spcPts val="600"/>
              </a:spcBef>
            </a:pPr>
            <a:r>
              <a:rPr lang="en-US" sz="1000" b="1">
                <a:solidFill>
                  <a:srgbClr val="5F5F5F"/>
                </a:solidFill>
              </a:rPr>
              <a:t>Tip! </a:t>
            </a:r>
            <a:r>
              <a:rPr lang="en-US" sz="1000">
                <a:solidFill>
                  <a:srgbClr val="5F5F5F"/>
                </a:solidFill>
              </a:rPr>
              <a:t>Remember to remove this text box.</a:t>
            </a:r>
          </a:p>
        </p:txBody>
      </p:sp>
    </p:spTree>
    <p:extLst>
      <p:ext uri="{BB962C8B-B14F-4D97-AF65-F5344CB8AC3E}">
        <p14:creationId xmlns:p14="http://schemas.microsoft.com/office/powerpoint/2010/main" val="440668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B16D63-929E-45C1-8627-E527C4D2C5F3}"/>
              </a:ext>
            </a:extLst>
          </p:cNvPr>
          <p:cNvSpPr>
            <a:spLocks noGrp="1"/>
          </p:cNvSpPr>
          <p:nvPr>
            <p:ph idx="1"/>
          </p:nvPr>
        </p:nvSpPr>
        <p:spPr>
          <a:xfrm>
            <a:off x="8096563" y="1260092"/>
            <a:ext cx="3742426" cy="4610099"/>
          </a:xfrm>
        </p:spPr>
        <p:txBody>
          <a:bodyPr/>
          <a:lstStyle/>
          <a:p>
            <a:r>
              <a:rPr lang="en-US"/>
              <a:t>Brief caption or description</a:t>
            </a:r>
          </a:p>
        </p:txBody>
      </p:sp>
      <p:pic>
        <p:nvPicPr>
          <p:cNvPr id="11" name="Picture Placeholder 10">
            <a:extLst>
              <a:ext uri="{FF2B5EF4-FFF2-40B4-BE49-F238E27FC236}">
                <a16:creationId xmlns:a16="http://schemas.microsoft.com/office/drawing/2014/main" id="{FDC1F0C3-765A-4D22-8285-5A4CAED24C95}"/>
              </a:ext>
            </a:extLst>
          </p:cNvPr>
          <p:cNvPicPr>
            <a:picLocks noGrp="1" noChangeAspect="1"/>
          </p:cNvPicPr>
          <p:nvPr>
            <p:ph type="pic" sz="quarter" idx="11"/>
          </p:nvPr>
        </p:nvPicPr>
        <p:blipFill rotWithShape="1">
          <a:blip r:embed="rId3" cstate="print">
            <a:extLst>
              <a:ext uri="{28A0092B-C50C-407E-A947-70E740481C1C}">
                <a14:useLocalDpi xmlns:a14="http://schemas.microsoft.com/office/drawing/2010/main"/>
              </a:ext>
            </a:extLst>
          </a:blip>
          <a:srcRect/>
          <a:stretch/>
        </p:blipFill>
        <p:spPr>
          <a:xfrm>
            <a:off x="353011" y="1260093"/>
            <a:ext cx="7620000" cy="4610100"/>
          </a:xfrm>
        </p:spPr>
      </p:pic>
      <p:sp>
        <p:nvSpPr>
          <p:cNvPr id="2" name="Title 1">
            <a:extLst>
              <a:ext uri="{FF2B5EF4-FFF2-40B4-BE49-F238E27FC236}">
                <a16:creationId xmlns:a16="http://schemas.microsoft.com/office/drawing/2014/main" id="{EB16DDC1-E419-4228-9323-7368E94D60C6}"/>
              </a:ext>
            </a:extLst>
          </p:cNvPr>
          <p:cNvSpPr>
            <a:spLocks noGrp="1"/>
          </p:cNvSpPr>
          <p:nvPr>
            <p:ph type="title"/>
          </p:nvPr>
        </p:nvSpPr>
        <p:spPr>
          <a:xfrm>
            <a:off x="353011" y="264872"/>
            <a:ext cx="11485978" cy="454220"/>
          </a:xfrm>
        </p:spPr>
        <p:txBody>
          <a:bodyPr/>
          <a:lstStyle/>
          <a:p>
            <a:r>
              <a:rPr lang="en-US"/>
              <a:t>Picture with Content Layout</a:t>
            </a:r>
          </a:p>
        </p:txBody>
      </p:sp>
      <p:sp>
        <p:nvSpPr>
          <p:cNvPr id="4" name="TextBox 3">
            <a:extLst>
              <a:ext uri="{FF2B5EF4-FFF2-40B4-BE49-F238E27FC236}">
                <a16:creationId xmlns:a16="http://schemas.microsoft.com/office/drawing/2014/main" id="{7D1A0432-A060-BED3-F640-B48FB3C51B7C}"/>
              </a:ext>
            </a:extLst>
          </p:cNvPr>
          <p:cNvSpPr txBox="1"/>
          <p:nvPr/>
        </p:nvSpPr>
        <p:spPr>
          <a:xfrm>
            <a:off x="7737231" y="353824"/>
            <a:ext cx="4101758" cy="663446"/>
          </a:xfrm>
          <a:prstGeom prst="rect">
            <a:avLst/>
          </a:prstGeom>
          <a:solidFill>
            <a:schemeClr val="bg1"/>
          </a:solidFill>
          <a:ln w="12700">
            <a:solidFill>
              <a:srgbClr val="D9541E"/>
            </a:solidFill>
            <a:prstDash val="sysDash"/>
          </a:ln>
        </p:spPr>
        <p:txBody>
          <a:bodyPr wrap="square" lIns="91440" tIns="91440" rIns="0" bIns="91440" rtlCol="0">
            <a:noAutofit/>
          </a:bodyPr>
          <a:lstStyle/>
          <a:p>
            <a:pPr>
              <a:lnSpc>
                <a:spcPct val="90000"/>
              </a:lnSpc>
              <a:spcBef>
                <a:spcPts val="600"/>
              </a:spcBef>
            </a:pPr>
            <a:r>
              <a:rPr lang="en-US" sz="1000" b="1">
                <a:solidFill>
                  <a:srgbClr val="5F5F5F"/>
                </a:solidFill>
              </a:rPr>
              <a:t>Note: </a:t>
            </a:r>
            <a:r>
              <a:rPr lang="en-US" sz="1000">
                <a:solidFill>
                  <a:srgbClr val="5F5F5F"/>
                </a:solidFill>
              </a:rPr>
              <a:t>Detailed instructions on how to replace sample pictures, like the one shown here can, be found in the speaker notes of this slide.</a:t>
            </a:r>
          </a:p>
          <a:p>
            <a:pPr>
              <a:lnSpc>
                <a:spcPct val="90000"/>
              </a:lnSpc>
              <a:spcBef>
                <a:spcPts val="600"/>
              </a:spcBef>
            </a:pPr>
            <a:r>
              <a:rPr lang="en-US" sz="1000" b="1">
                <a:solidFill>
                  <a:srgbClr val="5F5F5F"/>
                </a:solidFill>
              </a:rPr>
              <a:t>Tip! </a:t>
            </a:r>
            <a:r>
              <a:rPr lang="en-US" sz="1000">
                <a:solidFill>
                  <a:srgbClr val="5F5F5F"/>
                </a:solidFill>
              </a:rPr>
              <a:t>Remember to remove this text box.</a:t>
            </a:r>
          </a:p>
        </p:txBody>
      </p:sp>
    </p:spTree>
    <p:extLst>
      <p:ext uri="{BB962C8B-B14F-4D97-AF65-F5344CB8AC3E}">
        <p14:creationId xmlns:p14="http://schemas.microsoft.com/office/powerpoint/2010/main" val="3343494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E2284B-5825-4D72-AC57-9141BC6D5DCD}"/>
              </a:ext>
            </a:extLst>
          </p:cNvPr>
          <p:cNvSpPr>
            <a:spLocks noGrp="1"/>
          </p:cNvSpPr>
          <p:nvPr>
            <p:ph idx="1"/>
          </p:nvPr>
        </p:nvSpPr>
        <p:spPr>
          <a:xfrm>
            <a:off x="342900" y="5147095"/>
            <a:ext cx="5676900" cy="981171"/>
          </a:xfrm>
        </p:spPr>
        <p:txBody>
          <a:bodyPr/>
          <a:lstStyle/>
          <a:p>
            <a:r>
              <a:rPr lang="en-US"/>
              <a:t>Brief caption or description</a:t>
            </a:r>
          </a:p>
        </p:txBody>
      </p:sp>
      <p:pic>
        <p:nvPicPr>
          <p:cNvPr id="13" name="Picture Placeholder 12">
            <a:extLst>
              <a:ext uri="{FF2B5EF4-FFF2-40B4-BE49-F238E27FC236}">
                <a16:creationId xmlns:a16="http://schemas.microsoft.com/office/drawing/2014/main" id="{14819C85-27A7-49F9-B870-7C1F450CA61B}"/>
              </a:ext>
            </a:extLst>
          </p:cNvPr>
          <p:cNvPicPr>
            <a:picLocks noGrp="1" noChangeAspect="1"/>
          </p:cNvPicPr>
          <p:nvPr>
            <p:ph type="pic" sz="quarter" idx="11"/>
          </p:nvPr>
        </p:nvPicPr>
        <p:blipFill>
          <a:blip r:embed="rId3" cstate="print">
            <a:extLst>
              <a:ext uri="{28A0092B-C50C-407E-A947-70E740481C1C}">
                <a14:useLocalDpi xmlns:a14="http://schemas.microsoft.com/office/drawing/2010/main"/>
              </a:ext>
            </a:extLst>
          </a:blip>
          <a:srcRect t="2711" b="2711"/>
          <a:stretch/>
        </p:blipFill>
        <p:spPr>
          <a:xfrm>
            <a:off x="342900" y="1565696"/>
            <a:ext cx="5676900" cy="3581400"/>
          </a:xfrm>
        </p:spPr>
      </p:pic>
      <p:sp>
        <p:nvSpPr>
          <p:cNvPr id="5" name="Content Placeholder 4">
            <a:extLst>
              <a:ext uri="{FF2B5EF4-FFF2-40B4-BE49-F238E27FC236}">
                <a16:creationId xmlns:a16="http://schemas.microsoft.com/office/drawing/2014/main" id="{E11CC06A-B683-4B94-85A5-9592DEDF86CB}"/>
              </a:ext>
            </a:extLst>
          </p:cNvPr>
          <p:cNvSpPr>
            <a:spLocks noGrp="1"/>
          </p:cNvSpPr>
          <p:nvPr>
            <p:ph idx="12"/>
          </p:nvPr>
        </p:nvSpPr>
        <p:spPr>
          <a:xfrm>
            <a:off x="6172200" y="5147095"/>
            <a:ext cx="5676900" cy="981171"/>
          </a:xfrm>
        </p:spPr>
        <p:txBody>
          <a:bodyPr/>
          <a:lstStyle/>
          <a:p>
            <a:r>
              <a:rPr lang="en-US"/>
              <a:t>Brief caption or description</a:t>
            </a:r>
          </a:p>
        </p:txBody>
      </p:sp>
      <p:pic>
        <p:nvPicPr>
          <p:cNvPr id="15" name="Picture Placeholder 14">
            <a:extLst>
              <a:ext uri="{FF2B5EF4-FFF2-40B4-BE49-F238E27FC236}">
                <a16:creationId xmlns:a16="http://schemas.microsoft.com/office/drawing/2014/main" id="{4B498A40-D410-490B-BA0C-769C05CE10F6}"/>
              </a:ext>
            </a:extLst>
          </p:cNvPr>
          <p:cNvPicPr>
            <a:picLocks noGrp="1" noChangeAspect="1"/>
          </p:cNvPicPr>
          <p:nvPr>
            <p:ph type="pic" sz="quarter" idx="13"/>
          </p:nvPr>
        </p:nvPicPr>
        <p:blipFill>
          <a:blip r:embed="rId4" cstate="print">
            <a:extLst>
              <a:ext uri="{28A0092B-C50C-407E-A947-70E740481C1C}">
                <a14:useLocalDpi xmlns:a14="http://schemas.microsoft.com/office/drawing/2010/main"/>
              </a:ext>
            </a:extLst>
          </a:blip>
          <a:srcRect l="984" r="984"/>
          <a:stretch/>
        </p:blipFill>
        <p:spPr>
          <a:xfrm>
            <a:off x="6172200" y="1565696"/>
            <a:ext cx="5676900" cy="3581400"/>
          </a:xfrm>
        </p:spPr>
      </p:pic>
      <p:sp>
        <p:nvSpPr>
          <p:cNvPr id="9" name="Title 8">
            <a:extLst>
              <a:ext uri="{FF2B5EF4-FFF2-40B4-BE49-F238E27FC236}">
                <a16:creationId xmlns:a16="http://schemas.microsoft.com/office/drawing/2014/main" id="{5813E0CD-901F-4726-AE42-F12CDFE89B23}"/>
              </a:ext>
            </a:extLst>
          </p:cNvPr>
          <p:cNvSpPr>
            <a:spLocks noGrp="1"/>
          </p:cNvSpPr>
          <p:nvPr>
            <p:ph type="title"/>
          </p:nvPr>
        </p:nvSpPr>
        <p:spPr>
          <a:xfrm>
            <a:off x="353010" y="264872"/>
            <a:ext cx="11496089" cy="454220"/>
          </a:xfrm>
        </p:spPr>
        <p:txBody>
          <a:bodyPr/>
          <a:lstStyle/>
          <a:p>
            <a:r>
              <a:rPr lang="en-US"/>
              <a:t>Two Pictures with Captions Layout</a:t>
            </a:r>
          </a:p>
        </p:txBody>
      </p:sp>
      <p:sp>
        <p:nvSpPr>
          <p:cNvPr id="6" name="TextBox 5">
            <a:extLst>
              <a:ext uri="{FF2B5EF4-FFF2-40B4-BE49-F238E27FC236}">
                <a16:creationId xmlns:a16="http://schemas.microsoft.com/office/drawing/2014/main" id="{674747BE-9FA8-E889-2FF0-B5A667FA2C13}"/>
              </a:ext>
            </a:extLst>
          </p:cNvPr>
          <p:cNvSpPr txBox="1"/>
          <p:nvPr/>
        </p:nvSpPr>
        <p:spPr>
          <a:xfrm>
            <a:off x="7737231" y="353824"/>
            <a:ext cx="4101758" cy="663446"/>
          </a:xfrm>
          <a:prstGeom prst="rect">
            <a:avLst/>
          </a:prstGeom>
          <a:solidFill>
            <a:schemeClr val="bg1"/>
          </a:solidFill>
          <a:ln w="12700">
            <a:solidFill>
              <a:srgbClr val="D9541E"/>
            </a:solidFill>
            <a:prstDash val="sysDash"/>
          </a:ln>
        </p:spPr>
        <p:txBody>
          <a:bodyPr wrap="square" lIns="91440" tIns="91440" rIns="0" bIns="91440" rtlCol="0">
            <a:noAutofit/>
          </a:bodyPr>
          <a:lstStyle/>
          <a:p>
            <a:pPr>
              <a:lnSpc>
                <a:spcPct val="90000"/>
              </a:lnSpc>
              <a:spcBef>
                <a:spcPts val="600"/>
              </a:spcBef>
            </a:pPr>
            <a:r>
              <a:rPr lang="en-US" sz="1000" b="1">
                <a:solidFill>
                  <a:srgbClr val="5F5F5F"/>
                </a:solidFill>
              </a:rPr>
              <a:t>Note: </a:t>
            </a:r>
            <a:r>
              <a:rPr lang="en-US" sz="1000">
                <a:solidFill>
                  <a:srgbClr val="5F5F5F"/>
                </a:solidFill>
              </a:rPr>
              <a:t>Detailed instructions on how to replace sample pictures, like the one shown here can, be found in the speaker notes of this slide.</a:t>
            </a:r>
          </a:p>
          <a:p>
            <a:pPr>
              <a:lnSpc>
                <a:spcPct val="90000"/>
              </a:lnSpc>
              <a:spcBef>
                <a:spcPts val="600"/>
              </a:spcBef>
            </a:pPr>
            <a:r>
              <a:rPr lang="en-US" sz="1000" b="1">
                <a:solidFill>
                  <a:srgbClr val="5F5F5F"/>
                </a:solidFill>
              </a:rPr>
              <a:t>Tip! </a:t>
            </a:r>
            <a:r>
              <a:rPr lang="en-US" sz="1000">
                <a:solidFill>
                  <a:srgbClr val="5F5F5F"/>
                </a:solidFill>
              </a:rPr>
              <a:t>Remember to remove this text box.</a:t>
            </a:r>
          </a:p>
        </p:txBody>
      </p:sp>
    </p:spTree>
    <p:extLst>
      <p:ext uri="{BB962C8B-B14F-4D97-AF65-F5344CB8AC3E}">
        <p14:creationId xmlns:p14="http://schemas.microsoft.com/office/powerpoint/2010/main" val="4117166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16">
            <a:extLst>
              <a:ext uri="{FF2B5EF4-FFF2-40B4-BE49-F238E27FC236}">
                <a16:creationId xmlns:a16="http://schemas.microsoft.com/office/drawing/2014/main" id="{3F75B9B2-52C2-4149-B162-D981002AC6C4}"/>
              </a:ext>
            </a:extLst>
          </p:cNvPr>
          <p:cNvPicPr>
            <a:picLocks noGrp="1" noChangeAspect="1"/>
          </p:cNvPicPr>
          <p:nvPr>
            <p:ph type="pic" sz="quarter" idx="11"/>
          </p:nvPr>
        </p:nvPicPr>
        <p:blipFill rotWithShape="1">
          <a:blip r:embed="rId3" cstate="print">
            <a:extLst>
              <a:ext uri="{28A0092B-C50C-407E-A947-70E740481C1C}">
                <a14:useLocalDpi xmlns:a14="http://schemas.microsoft.com/office/drawing/2010/main"/>
              </a:ext>
            </a:extLst>
          </a:blip>
          <a:srcRect l="9757" r="45951" b="26540"/>
          <a:stretch/>
        </p:blipFill>
        <p:spPr>
          <a:xfrm>
            <a:off x="342900" y="1565696"/>
            <a:ext cx="3721182" cy="3470114"/>
          </a:xfrm>
        </p:spPr>
      </p:pic>
      <p:pic>
        <p:nvPicPr>
          <p:cNvPr id="19" name="Picture Placeholder 18">
            <a:extLst>
              <a:ext uri="{FF2B5EF4-FFF2-40B4-BE49-F238E27FC236}">
                <a16:creationId xmlns:a16="http://schemas.microsoft.com/office/drawing/2014/main" id="{3AD041E6-A055-411D-9C36-900A32C5A240}"/>
              </a:ext>
            </a:extLst>
          </p:cNvPr>
          <p:cNvPicPr>
            <a:picLocks noGrp="1" noChangeAspect="1"/>
          </p:cNvPicPr>
          <p:nvPr>
            <p:ph type="pic" sz="quarter" idx="13"/>
          </p:nvPr>
        </p:nvPicPr>
        <p:blipFill>
          <a:blip r:embed="rId4" cstate="print">
            <a:extLst>
              <a:ext uri="{28A0092B-C50C-407E-A947-70E740481C1C}">
                <a14:useLocalDpi xmlns:a14="http://schemas.microsoft.com/office/drawing/2010/main"/>
              </a:ext>
            </a:extLst>
          </a:blip>
          <a:srcRect l="14215" r="14215"/>
          <a:stretch/>
        </p:blipFill>
        <p:spPr>
          <a:xfrm>
            <a:off x="4235409" y="1565696"/>
            <a:ext cx="3721182" cy="3470114"/>
          </a:xfrm>
        </p:spPr>
      </p:pic>
      <p:sp>
        <p:nvSpPr>
          <p:cNvPr id="4" name="Content Placeholder 3">
            <a:extLst>
              <a:ext uri="{FF2B5EF4-FFF2-40B4-BE49-F238E27FC236}">
                <a16:creationId xmlns:a16="http://schemas.microsoft.com/office/drawing/2014/main" id="{BF6C5C25-6A50-4300-AC9E-0DDA3A2E8D8A}"/>
              </a:ext>
            </a:extLst>
          </p:cNvPr>
          <p:cNvSpPr>
            <a:spLocks noGrp="1"/>
          </p:cNvSpPr>
          <p:nvPr>
            <p:ph idx="14"/>
          </p:nvPr>
        </p:nvSpPr>
        <p:spPr>
          <a:xfrm>
            <a:off x="8127918" y="5043219"/>
            <a:ext cx="3721182" cy="981171"/>
          </a:xfrm>
        </p:spPr>
        <p:txBody>
          <a:bodyPr/>
          <a:lstStyle/>
          <a:p>
            <a:r>
              <a:rPr lang="en-US"/>
              <a:t>Brief caption or description</a:t>
            </a:r>
          </a:p>
        </p:txBody>
      </p:sp>
      <p:pic>
        <p:nvPicPr>
          <p:cNvPr id="28" name="Picture Placeholder 27">
            <a:extLst>
              <a:ext uri="{FF2B5EF4-FFF2-40B4-BE49-F238E27FC236}">
                <a16:creationId xmlns:a16="http://schemas.microsoft.com/office/drawing/2014/main" id="{7525D9E4-295D-4F85-BB0B-3DF688009A3B}"/>
              </a:ext>
            </a:extLst>
          </p:cNvPr>
          <p:cNvPicPr>
            <a:picLocks noGrp="1" noChangeAspect="1"/>
          </p:cNvPicPr>
          <p:nvPr>
            <p:ph type="pic" sz="quarter" idx="15"/>
          </p:nvPr>
        </p:nvPicPr>
        <p:blipFill>
          <a:blip r:embed="rId5" cstate="print">
            <a:extLst>
              <a:ext uri="{28A0092B-C50C-407E-A947-70E740481C1C}">
                <a14:useLocalDpi xmlns:a14="http://schemas.microsoft.com/office/drawing/2010/main"/>
              </a:ext>
            </a:extLst>
          </a:blip>
          <a:srcRect l="14264" r="14264"/>
          <a:stretch/>
        </p:blipFill>
        <p:spPr>
          <a:xfrm>
            <a:off x="8127918" y="1565696"/>
            <a:ext cx="3721182" cy="3470114"/>
          </a:xfrm>
        </p:spPr>
      </p:pic>
      <p:sp>
        <p:nvSpPr>
          <p:cNvPr id="7" name="Content Placeholder 6">
            <a:extLst>
              <a:ext uri="{FF2B5EF4-FFF2-40B4-BE49-F238E27FC236}">
                <a16:creationId xmlns:a16="http://schemas.microsoft.com/office/drawing/2014/main" id="{5A87183F-9030-4B97-9906-0DFDDA4B4300}"/>
              </a:ext>
            </a:extLst>
          </p:cNvPr>
          <p:cNvSpPr>
            <a:spLocks noGrp="1"/>
          </p:cNvSpPr>
          <p:nvPr>
            <p:ph idx="1"/>
          </p:nvPr>
        </p:nvSpPr>
        <p:spPr>
          <a:xfrm>
            <a:off x="342900" y="5043219"/>
            <a:ext cx="3721182" cy="981171"/>
          </a:xfrm>
        </p:spPr>
        <p:txBody>
          <a:bodyPr/>
          <a:lstStyle/>
          <a:p>
            <a:r>
              <a:rPr lang="en-US"/>
              <a:t>Brief caption or description</a:t>
            </a:r>
          </a:p>
        </p:txBody>
      </p:sp>
      <p:sp>
        <p:nvSpPr>
          <p:cNvPr id="8" name="Content Placeholder 7">
            <a:extLst>
              <a:ext uri="{FF2B5EF4-FFF2-40B4-BE49-F238E27FC236}">
                <a16:creationId xmlns:a16="http://schemas.microsoft.com/office/drawing/2014/main" id="{61C0E82F-D662-4A40-AE15-2FB5841188C6}"/>
              </a:ext>
            </a:extLst>
          </p:cNvPr>
          <p:cNvSpPr>
            <a:spLocks noGrp="1"/>
          </p:cNvSpPr>
          <p:nvPr>
            <p:ph idx="12"/>
          </p:nvPr>
        </p:nvSpPr>
        <p:spPr>
          <a:xfrm>
            <a:off x="4235409" y="5043219"/>
            <a:ext cx="3721182" cy="981171"/>
          </a:xfrm>
        </p:spPr>
        <p:txBody>
          <a:bodyPr/>
          <a:lstStyle/>
          <a:p>
            <a:r>
              <a:rPr lang="en-US"/>
              <a:t>Brief caption or description</a:t>
            </a:r>
          </a:p>
        </p:txBody>
      </p:sp>
      <p:sp>
        <p:nvSpPr>
          <p:cNvPr id="25" name="Title 24">
            <a:extLst>
              <a:ext uri="{FF2B5EF4-FFF2-40B4-BE49-F238E27FC236}">
                <a16:creationId xmlns:a16="http://schemas.microsoft.com/office/drawing/2014/main" id="{7546BFD0-06BF-47AA-8C43-4A233E797AA7}"/>
              </a:ext>
            </a:extLst>
          </p:cNvPr>
          <p:cNvSpPr>
            <a:spLocks noGrp="1"/>
          </p:cNvSpPr>
          <p:nvPr>
            <p:ph type="title"/>
          </p:nvPr>
        </p:nvSpPr>
        <p:spPr>
          <a:xfrm>
            <a:off x="353010" y="264872"/>
            <a:ext cx="11496089" cy="454220"/>
          </a:xfrm>
        </p:spPr>
        <p:txBody>
          <a:bodyPr/>
          <a:lstStyle/>
          <a:p>
            <a:r>
              <a:rPr lang="en-US"/>
              <a:t>Three Pictures with Captions Layout</a:t>
            </a:r>
          </a:p>
        </p:txBody>
      </p:sp>
      <p:sp>
        <p:nvSpPr>
          <p:cNvPr id="5" name="TextBox 4">
            <a:extLst>
              <a:ext uri="{FF2B5EF4-FFF2-40B4-BE49-F238E27FC236}">
                <a16:creationId xmlns:a16="http://schemas.microsoft.com/office/drawing/2014/main" id="{17666760-1F31-1B88-D155-A4DF9699A3F9}"/>
              </a:ext>
            </a:extLst>
          </p:cNvPr>
          <p:cNvSpPr txBox="1"/>
          <p:nvPr/>
        </p:nvSpPr>
        <p:spPr>
          <a:xfrm>
            <a:off x="7737231" y="353824"/>
            <a:ext cx="4101758" cy="663446"/>
          </a:xfrm>
          <a:prstGeom prst="rect">
            <a:avLst/>
          </a:prstGeom>
          <a:solidFill>
            <a:schemeClr val="bg1"/>
          </a:solidFill>
          <a:ln w="12700">
            <a:solidFill>
              <a:srgbClr val="D9541E"/>
            </a:solidFill>
            <a:prstDash val="sysDash"/>
          </a:ln>
        </p:spPr>
        <p:txBody>
          <a:bodyPr wrap="square" lIns="91440" tIns="91440" rIns="0" bIns="91440" rtlCol="0">
            <a:noAutofit/>
          </a:bodyPr>
          <a:lstStyle/>
          <a:p>
            <a:pPr>
              <a:lnSpc>
                <a:spcPct val="90000"/>
              </a:lnSpc>
              <a:spcBef>
                <a:spcPts val="600"/>
              </a:spcBef>
            </a:pPr>
            <a:r>
              <a:rPr lang="en-US" sz="1000" b="1">
                <a:solidFill>
                  <a:srgbClr val="5F5F5F"/>
                </a:solidFill>
              </a:rPr>
              <a:t>Note: </a:t>
            </a:r>
            <a:r>
              <a:rPr lang="en-US" sz="1000">
                <a:solidFill>
                  <a:srgbClr val="5F5F5F"/>
                </a:solidFill>
              </a:rPr>
              <a:t>Detailed instructions on how to replace sample pictures, like the one shown here can, be found in the speaker notes of this slide.</a:t>
            </a:r>
          </a:p>
          <a:p>
            <a:pPr>
              <a:lnSpc>
                <a:spcPct val="90000"/>
              </a:lnSpc>
              <a:spcBef>
                <a:spcPts val="600"/>
              </a:spcBef>
            </a:pPr>
            <a:r>
              <a:rPr lang="en-US" sz="1000" b="1">
                <a:solidFill>
                  <a:srgbClr val="5F5F5F"/>
                </a:solidFill>
              </a:rPr>
              <a:t>Tip! </a:t>
            </a:r>
            <a:r>
              <a:rPr lang="en-US" sz="1000">
                <a:solidFill>
                  <a:srgbClr val="5F5F5F"/>
                </a:solidFill>
              </a:rPr>
              <a:t>Remember to remove this text box.</a:t>
            </a:r>
          </a:p>
        </p:txBody>
      </p:sp>
    </p:spTree>
    <p:extLst>
      <p:ext uri="{BB962C8B-B14F-4D97-AF65-F5344CB8AC3E}">
        <p14:creationId xmlns:p14="http://schemas.microsoft.com/office/powerpoint/2010/main" val="127379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5DEA7664-2B91-4482-BFB5-528B949AD614}"/>
              </a:ext>
            </a:extLst>
          </p:cNvPr>
          <p:cNvPicPr>
            <a:picLocks noGrp="1" noChangeAspect="1"/>
          </p:cNvPicPr>
          <p:nvPr>
            <p:ph type="pic" sz="quarter" idx="11"/>
          </p:nvPr>
        </p:nvPicPr>
        <p:blipFill rotWithShape="1">
          <a:blip r:embed="rId3" cstate="print">
            <a:extLst>
              <a:ext uri="{28A0092B-C50C-407E-A947-70E740481C1C}">
                <a14:useLocalDpi xmlns:a14="http://schemas.microsoft.com/office/drawing/2010/main"/>
              </a:ext>
            </a:extLst>
          </a:blip>
          <a:srcRect l="16455" t="13785" r="23688" b="2461"/>
          <a:stretch/>
        </p:blipFill>
        <p:spPr>
          <a:xfrm>
            <a:off x="342900" y="1565696"/>
            <a:ext cx="2762250" cy="2575881"/>
          </a:xfrm>
        </p:spPr>
      </p:pic>
      <p:pic>
        <p:nvPicPr>
          <p:cNvPr id="14" name="Picture Placeholder 13">
            <a:extLst>
              <a:ext uri="{FF2B5EF4-FFF2-40B4-BE49-F238E27FC236}">
                <a16:creationId xmlns:a16="http://schemas.microsoft.com/office/drawing/2014/main" id="{E58EEC8D-C1BB-4804-9C2C-E83158C73A73}"/>
              </a:ext>
            </a:extLst>
          </p:cNvPr>
          <p:cNvPicPr>
            <a:picLocks noGrp="1" noChangeAspect="1"/>
          </p:cNvPicPr>
          <p:nvPr>
            <p:ph type="pic" sz="quarter" idx="13"/>
          </p:nvPr>
        </p:nvPicPr>
        <p:blipFill rotWithShape="1">
          <a:blip r:embed="rId4" cstate="print">
            <a:extLst>
              <a:ext uri="{28A0092B-C50C-407E-A947-70E740481C1C}">
                <a14:useLocalDpi xmlns:a14="http://schemas.microsoft.com/office/drawing/2010/main"/>
              </a:ext>
            </a:extLst>
          </a:blip>
          <a:srcRect l="26574" r="1971"/>
          <a:stretch/>
        </p:blipFill>
        <p:spPr>
          <a:xfrm>
            <a:off x="3257550" y="1565696"/>
            <a:ext cx="2762250" cy="2575881"/>
          </a:xfrm>
        </p:spPr>
      </p:pic>
      <p:sp>
        <p:nvSpPr>
          <p:cNvPr id="4" name="Content Placeholder 3">
            <a:extLst>
              <a:ext uri="{FF2B5EF4-FFF2-40B4-BE49-F238E27FC236}">
                <a16:creationId xmlns:a16="http://schemas.microsoft.com/office/drawing/2014/main" id="{E423D735-DD9D-4A7C-81AE-CFC9FCE2760E}"/>
              </a:ext>
            </a:extLst>
          </p:cNvPr>
          <p:cNvSpPr>
            <a:spLocks noGrp="1"/>
          </p:cNvSpPr>
          <p:nvPr>
            <p:ph idx="14"/>
          </p:nvPr>
        </p:nvSpPr>
        <p:spPr>
          <a:xfrm>
            <a:off x="9086850" y="4164223"/>
            <a:ext cx="2762250" cy="728328"/>
          </a:xfrm>
        </p:spPr>
        <p:txBody>
          <a:bodyPr/>
          <a:lstStyle/>
          <a:p>
            <a:r>
              <a:rPr lang="en-US"/>
              <a:t>Brief caption or description</a:t>
            </a:r>
          </a:p>
        </p:txBody>
      </p:sp>
      <p:pic>
        <p:nvPicPr>
          <p:cNvPr id="18" name="Picture Placeholder 17">
            <a:extLst>
              <a:ext uri="{FF2B5EF4-FFF2-40B4-BE49-F238E27FC236}">
                <a16:creationId xmlns:a16="http://schemas.microsoft.com/office/drawing/2014/main" id="{B7B73E3C-43F3-4A18-80DF-0B5045EFAAEE}"/>
              </a:ext>
            </a:extLst>
          </p:cNvPr>
          <p:cNvPicPr>
            <a:picLocks noGrp="1" noChangeAspect="1"/>
          </p:cNvPicPr>
          <p:nvPr>
            <p:ph type="pic" sz="quarter" idx="15"/>
          </p:nvPr>
        </p:nvPicPr>
        <p:blipFill rotWithShape="1">
          <a:blip r:embed="rId5" cstate="print">
            <a:extLst>
              <a:ext uri="{28A0092B-C50C-407E-A947-70E740481C1C}">
                <a14:useLocalDpi xmlns:a14="http://schemas.microsoft.com/office/drawing/2010/main"/>
              </a:ext>
            </a:extLst>
          </a:blip>
          <a:srcRect l="21909" t="10706" r="21909" b="10706"/>
          <a:stretch/>
        </p:blipFill>
        <p:spPr>
          <a:xfrm>
            <a:off x="9086850" y="1565696"/>
            <a:ext cx="2762250" cy="2575881"/>
          </a:xfrm>
        </p:spPr>
      </p:pic>
      <p:sp>
        <p:nvSpPr>
          <p:cNvPr id="7" name="Content Placeholder 6">
            <a:extLst>
              <a:ext uri="{FF2B5EF4-FFF2-40B4-BE49-F238E27FC236}">
                <a16:creationId xmlns:a16="http://schemas.microsoft.com/office/drawing/2014/main" id="{F6CA943C-1184-4E7C-84DE-87D95243762F}"/>
              </a:ext>
            </a:extLst>
          </p:cNvPr>
          <p:cNvSpPr>
            <a:spLocks noGrp="1"/>
          </p:cNvSpPr>
          <p:nvPr>
            <p:ph idx="1"/>
          </p:nvPr>
        </p:nvSpPr>
        <p:spPr>
          <a:xfrm>
            <a:off x="342900" y="4164223"/>
            <a:ext cx="2762250" cy="728328"/>
          </a:xfrm>
        </p:spPr>
        <p:txBody>
          <a:bodyPr/>
          <a:lstStyle/>
          <a:p>
            <a:r>
              <a:rPr lang="en-US"/>
              <a:t>Brief caption or description</a:t>
            </a:r>
          </a:p>
        </p:txBody>
      </p:sp>
      <p:sp>
        <p:nvSpPr>
          <p:cNvPr id="8" name="Content Placeholder 7">
            <a:extLst>
              <a:ext uri="{FF2B5EF4-FFF2-40B4-BE49-F238E27FC236}">
                <a16:creationId xmlns:a16="http://schemas.microsoft.com/office/drawing/2014/main" id="{A4D296AD-FE7D-49C1-81DC-E7169E4348D9}"/>
              </a:ext>
            </a:extLst>
          </p:cNvPr>
          <p:cNvSpPr>
            <a:spLocks noGrp="1"/>
          </p:cNvSpPr>
          <p:nvPr>
            <p:ph idx="12"/>
          </p:nvPr>
        </p:nvSpPr>
        <p:spPr>
          <a:xfrm>
            <a:off x="3257550" y="4164223"/>
            <a:ext cx="2762250" cy="728328"/>
          </a:xfrm>
        </p:spPr>
        <p:txBody>
          <a:bodyPr/>
          <a:lstStyle/>
          <a:p>
            <a:r>
              <a:rPr lang="en-US"/>
              <a:t>Brief caption or description</a:t>
            </a:r>
          </a:p>
        </p:txBody>
      </p:sp>
      <p:pic>
        <p:nvPicPr>
          <p:cNvPr id="16" name="Picture Placeholder 15">
            <a:extLst>
              <a:ext uri="{FF2B5EF4-FFF2-40B4-BE49-F238E27FC236}">
                <a16:creationId xmlns:a16="http://schemas.microsoft.com/office/drawing/2014/main" id="{3F17D2C0-D5B6-4402-A457-38DA4DE5BE62}"/>
              </a:ext>
            </a:extLst>
          </p:cNvPr>
          <p:cNvPicPr>
            <a:picLocks noGrp="1" noChangeAspect="1"/>
          </p:cNvPicPr>
          <p:nvPr>
            <p:ph type="pic" sz="quarter" idx="16"/>
          </p:nvPr>
        </p:nvPicPr>
        <p:blipFill rotWithShape="1">
          <a:blip r:embed="rId6" cstate="print">
            <a:extLst>
              <a:ext uri="{28A0092B-C50C-407E-A947-70E740481C1C}">
                <a14:useLocalDpi xmlns:a14="http://schemas.microsoft.com/office/drawing/2010/main"/>
              </a:ext>
            </a:extLst>
          </a:blip>
          <a:srcRect l="7775" t="10611" r="32199" b="5427"/>
          <a:stretch/>
        </p:blipFill>
        <p:spPr>
          <a:xfrm>
            <a:off x="6172200" y="1565696"/>
            <a:ext cx="2762250" cy="2575881"/>
          </a:xfrm>
        </p:spPr>
      </p:pic>
      <p:sp>
        <p:nvSpPr>
          <p:cNvPr id="10" name="Content Placeholder 9">
            <a:extLst>
              <a:ext uri="{FF2B5EF4-FFF2-40B4-BE49-F238E27FC236}">
                <a16:creationId xmlns:a16="http://schemas.microsoft.com/office/drawing/2014/main" id="{7FC41B0D-0D6F-4BD1-A2CC-A19C987F287E}"/>
              </a:ext>
            </a:extLst>
          </p:cNvPr>
          <p:cNvSpPr>
            <a:spLocks noGrp="1"/>
          </p:cNvSpPr>
          <p:nvPr>
            <p:ph idx="17"/>
          </p:nvPr>
        </p:nvSpPr>
        <p:spPr>
          <a:xfrm>
            <a:off x="6172200" y="4164223"/>
            <a:ext cx="2762250" cy="728328"/>
          </a:xfrm>
        </p:spPr>
        <p:txBody>
          <a:bodyPr/>
          <a:lstStyle/>
          <a:p>
            <a:r>
              <a:rPr lang="en-US"/>
              <a:t>Brief caption or description</a:t>
            </a:r>
          </a:p>
        </p:txBody>
      </p:sp>
      <p:sp>
        <p:nvSpPr>
          <p:cNvPr id="6" name="Title 5">
            <a:extLst>
              <a:ext uri="{FF2B5EF4-FFF2-40B4-BE49-F238E27FC236}">
                <a16:creationId xmlns:a16="http://schemas.microsoft.com/office/drawing/2014/main" id="{E399BC55-197C-4792-B444-4D85D6A83785}"/>
              </a:ext>
            </a:extLst>
          </p:cNvPr>
          <p:cNvSpPr>
            <a:spLocks noGrp="1"/>
          </p:cNvSpPr>
          <p:nvPr>
            <p:ph type="title"/>
          </p:nvPr>
        </p:nvSpPr>
        <p:spPr>
          <a:xfrm>
            <a:off x="353010" y="264872"/>
            <a:ext cx="11496089" cy="454220"/>
          </a:xfrm>
        </p:spPr>
        <p:txBody>
          <a:bodyPr/>
          <a:lstStyle/>
          <a:p>
            <a:r>
              <a:rPr lang="en-US"/>
              <a:t>Four Pictures with Captions Layout</a:t>
            </a:r>
          </a:p>
        </p:txBody>
      </p:sp>
      <p:sp>
        <p:nvSpPr>
          <p:cNvPr id="3" name="TextBox 2">
            <a:extLst>
              <a:ext uri="{FF2B5EF4-FFF2-40B4-BE49-F238E27FC236}">
                <a16:creationId xmlns:a16="http://schemas.microsoft.com/office/drawing/2014/main" id="{3EAC5ED1-62E9-F192-E57D-E9341D8CDAAE}"/>
              </a:ext>
            </a:extLst>
          </p:cNvPr>
          <p:cNvSpPr txBox="1"/>
          <p:nvPr/>
        </p:nvSpPr>
        <p:spPr>
          <a:xfrm>
            <a:off x="7837715" y="353824"/>
            <a:ext cx="4001274" cy="663446"/>
          </a:xfrm>
          <a:prstGeom prst="rect">
            <a:avLst/>
          </a:prstGeom>
          <a:solidFill>
            <a:schemeClr val="bg1"/>
          </a:solidFill>
          <a:ln w="12700">
            <a:solidFill>
              <a:srgbClr val="D9541E"/>
            </a:solidFill>
            <a:prstDash val="sysDash"/>
          </a:ln>
        </p:spPr>
        <p:txBody>
          <a:bodyPr wrap="square" lIns="91440" tIns="91440" rIns="0" bIns="91440" rtlCol="0">
            <a:noAutofit/>
          </a:bodyPr>
          <a:lstStyle/>
          <a:p>
            <a:pPr>
              <a:lnSpc>
                <a:spcPct val="90000"/>
              </a:lnSpc>
              <a:spcBef>
                <a:spcPts val="600"/>
              </a:spcBef>
            </a:pPr>
            <a:r>
              <a:rPr lang="en-US" sz="1000" b="1">
                <a:solidFill>
                  <a:srgbClr val="5F5F5F"/>
                </a:solidFill>
              </a:rPr>
              <a:t>Note: </a:t>
            </a:r>
            <a:r>
              <a:rPr lang="en-US" sz="1000">
                <a:solidFill>
                  <a:srgbClr val="5F5F5F"/>
                </a:solidFill>
              </a:rPr>
              <a:t>Detailed instructions on how to replace sample pictures, like the one shown here can, be found in the speaker notes of this slide.</a:t>
            </a:r>
          </a:p>
          <a:p>
            <a:pPr>
              <a:lnSpc>
                <a:spcPct val="90000"/>
              </a:lnSpc>
              <a:spcBef>
                <a:spcPts val="600"/>
              </a:spcBef>
            </a:pPr>
            <a:r>
              <a:rPr lang="en-US" sz="1000" b="1">
                <a:solidFill>
                  <a:srgbClr val="5F5F5F"/>
                </a:solidFill>
              </a:rPr>
              <a:t>Tip! </a:t>
            </a:r>
            <a:r>
              <a:rPr lang="en-US" sz="1000">
                <a:solidFill>
                  <a:srgbClr val="5F5F5F"/>
                </a:solidFill>
              </a:rPr>
              <a:t>Remember to remove this text box.</a:t>
            </a:r>
          </a:p>
        </p:txBody>
      </p:sp>
    </p:spTree>
    <p:extLst>
      <p:ext uri="{BB962C8B-B14F-4D97-AF65-F5344CB8AC3E}">
        <p14:creationId xmlns:p14="http://schemas.microsoft.com/office/powerpoint/2010/main" val="541058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17A0AC5-B6A1-2D72-2988-E9493D2898E4}"/>
              </a:ext>
            </a:extLst>
          </p:cNvPr>
          <p:cNvSpPr>
            <a:spLocks noGrp="1"/>
          </p:cNvSpPr>
          <p:nvPr>
            <p:ph idx="4294967295"/>
          </p:nvPr>
        </p:nvSpPr>
        <p:spPr>
          <a:xfrm>
            <a:off x="542558" y="2130014"/>
            <a:ext cx="5302430" cy="3926230"/>
          </a:xfrm>
          <a:prstGeom prst="rect">
            <a:avLst/>
          </a:prstGeom>
        </p:spPr>
        <p:txBody>
          <a:bodyPr/>
          <a:lstStyle/>
          <a:p>
            <a:r>
              <a:rPr lang="en-US" dirty="0"/>
              <a:t>Supporting text here</a:t>
            </a:r>
          </a:p>
          <a:p>
            <a:r>
              <a:rPr lang="en-US" dirty="0"/>
              <a:t>Supporting text here</a:t>
            </a:r>
          </a:p>
          <a:p>
            <a:r>
              <a:rPr lang="en-US" dirty="0"/>
              <a:t>Supporting text here</a:t>
            </a:r>
          </a:p>
          <a:p>
            <a:r>
              <a:rPr lang="en-US" dirty="0"/>
              <a:t>Supporting text here</a:t>
            </a:r>
          </a:p>
        </p:txBody>
      </p:sp>
      <p:sp>
        <p:nvSpPr>
          <p:cNvPr id="6" name="Content Placeholder 5">
            <a:extLst>
              <a:ext uri="{FF2B5EF4-FFF2-40B4-BE49-F238E27FC236}">
                <a16:creationId xmlns:a16="http://schemas.microsoft.com/office/drawing/2014/main" id="{6D164136-9621-C204-FAF4-E5924CB30179}"/>
              </a:ext>
            </a:extLst>
          </p:cNvPr>
          <p:cNvSpPr>
            <a:spLocks noGrp="1"/>
          </p:cNvSpPr>
          <p:nvPr>
            <p:ph idx="4294967295"/>
          </p:nvPr>
        </p:nvSpPr>
        <p:spPr>
          <a:xfrm>
            <a:off x="6347012" y="2130014"/>
            <a:ext cx="5302430" cy="3926230"/>
          </a:xfrm>
          <a:prstGeom prst="rect">
            <a:avLst/>
          </a:prstGeom>
        </p:spPr>
        <p:txBody>
          <a:bodyPr/>
          <a:lstStyle/>
          <a:p>
            <a:r>
              <a:rPr lang="en-US"/>
              <a:t>Supporting text here</a:t>
            </a:r>
          </a:p>
          <a:p>
            <a:r>
              <a:rPr lang="en-US"/>
              <a:t>Supporting text here</a:t>
            </a:r>
          </a:p>
          <a:p>
            <a:r>
              <a:rPr lang="en-US"/>
              <a:t>Supporting text here</a:t>
            </a:r>
          </a:p>
          <a:p>
            <a:r>
              <a:rPr lang="en-US"/>
              <a:t>Supporting text here</a:t>
            </a:r>
          </a:p>
        </p:txBody>
      </p:sp>
      <p:sp>
        <p:nvSpPr>
          <p:cNvPr id="148" name="Title 147">
            <a:extLst>
              <a:ext uri="{FF2B5EF4-FFF2-40B4-BE49-F238E27FC236}">
                <a16:creationId xmlns:a16="http://schemas.microsoft.com/office/drawing/2014/main" id="{3EF88EC2-BB2A-604B-9BFF-21359619AD19}"/>
              </a:ext>
            </a:extLst>
          </p:cNvPr>
          <p:cNvSpPr>
            <a:spLocks noGrp="1"/>
          </p:cNvSpPr>
          <p:nvPr>
            <p:ph type="title"/>
          </p:nvPr>
        </p:nvSpPr>
        <p:spPr/>
        <p:txBody>
          <a:bodyPr/>
          <a:lstStyle/>
          <a:p>
            <a:r>
              <a:rPr lang="en-US"/>
              <a:t>Two Panels and Supporting Text</a:t>
            </a:r>
          </a:p>
        </p:txBody>
      </p:sp>
      <p:sp>
        <p:nvSpPr>
          <p:cNvPr id="12" name="Text Placeholder 11">
            <a:extLst>
              <a:ext uri="{FF2B5EF4-FFF2-40B4-BE49-F238E27FC236}">
                <a16:creationId xmlns:a16="http://schemas.microsoft.com/office/drawing/2014/main" id="{799158DA-ABDB-93CC-183E-444ED40FA0B1}"/>
              </a:ext>
            </a:extLst>
          </p:cNvPr>
          <p:cNvSpPr>
            <a:spLocks noGrp="1"/>
          </p:cNvSpPr>
          <p:nvPr>
            <p:ph type="body" sz="quarter" idx="4294967295"/>
          </p:nvPr>
        </p:nvSpPr>
        <p:spPr>
          <a:xfrm>
            <a:off x="450573" y="1643271"/>
            <a:ext cx="5486400" cy="390798"/>
          </a:xfrm>
          <a:prstGeom prst="rect">
            <a:avLst/>
          </a:prstGeom>
        </p:spPr>
        <p:txBody>
          <a:bodyPr/>
          <a:lstStyle/>
          <a:p>
            <a:r>
              <a:rPr lang="en-US" dirty="0">
                <a:sym typeface="BentonSans Medium"/>
              </a:rPr>
              <a:t>Heading</a:t>
            </a:r>
          </a:p>
        </p:txBody>
      </p:sp>
      <p:sp>
        <p:nvSpPr>
          <p:cNvPr id="13" name="Text Placeholder 12">
            <a:extLst>
              <a:ext uri="{FF2B5EF4-FFF2-40B4-BE49-F238E27FC236}">
                <a16:creationId xmlns:a16="http://schemas.microsoft.com/office/drawing/2014/main" id="{D4137011-AF32-8A5A-47D1-21EF46C5EE14}"/>
              </a:ext>
            </a:extLst>
          </p:cNvPr>
          <p:cNvSpPr>
            <a:spLocks noGrp="1"/>
          </p:cNvSpPr>
          <p:nvPr>
            <p:ph type="body" sz="quarter" idx="4294967295"/>
          </p:nvPr>
        </p:nvSpPr>
        <p:spPr>
          <a:xfrm>
            <a:off x="6255027" y="1643271"/>
            <a:ext cx="5486400" cy="390798"/>
          </a:xfrm>
          <a:prstGeom prst="rect">
            <a:avLst/>
          </a:prstGeom>
        </p:spPr>
        <p:txBody>
          <a:bodyPr/>
          <a:lstStyle/>
          <a:p>
            <a:r>
              <a:rPr lang="en-US">
                <a:sym typeface="BentonSans Medium"/>
              </a:rPr>
              <a:t>Heading</a:t>
            </a:r>
          </a:p>
        </p:txBody>
      </p:sp>
    </p:spTree>
    <p:extLst>
      <p:ext uri="{BB962C8B-B14F-4D97-AF65-F5344CB8AC3E}">
        <p14:creationId xmlns:p14="http://schemas.microsoft.com/office/powerpoint/2010/main" val="60944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17A0AC5-B6A1-2D72-2988-E9493D2898E4}"/>
              </a:ext>
            </a:extLst>
          </p:cNvPr>
          <p:cNvSpPr>
            <a:spLocks noGrp="1"/>
          </p:cNvSpPr>
          <p:nvPr>
            <p:ph idx="1"/>
          </p:nvPr>
        </p:nvSpPr>
        <p:spPr>
          <a:xfrm>
            <a:off x="544286" y="2130014"/>
            <a:ext cx="3323872" cy="3926229"/>
          </a:xfrm>
        </p:spPr>
        <p:txBody>
          <a:bodyPr/>
          <a:lstStyle/>
          <a:p>
            <a:r>
              <a:rPr lang="en-US"/>
              <a:t>Supporting text here</a:t>
            </a:r>
          </a:p>
          <a:p>
            <a:r>
              <a:rPr lang="en-US"/>
              <a:t>Supporting text here</a:t>
            </a:r>
          </a:p>
          <a:p>
            <a:r>
              <a:rPr lang="en-US"/>
              <a:t>Supporting text here</a:t>
            </a:r>
          </a:p>
          <a:p>
            <a:r>
              <a:rPr lang="en-US"/>
              <a:t>Supporting text here</a:t>
            </a:r>
          </a:p>
        </p:txBody>
      </p:sp>
      <p:sp>
        <p:nvSpPr>
          <p:cNvPr id="6" name="Content Placeholder 5">
            <a:extLst>
              <a:ext uri="{FF2B5EF4-FFF2-40B4-BE49-F238E27FC236}">
                <a16:creationId xmlns:a16="http://schemas.microsoft.com/office/drawing/2014/main" id="{6D164136-9621-C204-FAF4-E5924CB30179}"/>
              </a:ext>
            </a:extLst>
          </p:cNvPr>
          <p:cNvSpPr>
            <a:spLocks noGrp="1"/>
          </p:cNvSpPr>
          <p:nvPr>
            <p:ph idx="12"/>
          </p:nvPr>
        </p:nvSpPr>
        <p:spPr>
          <a:xfrm>
            <a:off x="4438918" y="2130014"/>
            <a:ext cx="3323872" cy="3926229"/>
          </a:xfrm>
        </p:spPr>
        <p:txBody>
          <a:bodyPr/>
          <a:lstStyle/>
          <a:p>
            <a:r>
              <a:rPr lang="en-US"/>
              <a:t>Supporting text here</a:t>
            </a:r>
          </a:p>
          <a:p>
            <a:r>
              <a:rPr lang="en-US"/>
              <a:t>Supporting text here</a:t>
            </a:r>
          </a:p>
          <a:p>
            <a:r>
              <a:rPr lang="en-US"/>
              <a:t>Supporting text here</a:t>
            </a:r>
          </a:p>
          <a:p>
            <a:r>
              <a:rPr lang="en-US"/>
              <a:t>Supporting text here</a:t>
            </a:r>
          </a:p>
        </p:txBody>
      </p:sp>
      <p:sp>
        <p:nvSpPr>
          <p:cNvPr id="11" name="Content Placeholder 10">
            <a:extLst>
              <a:ext uri="{FF2B5EF4-FFF2-40B4-BE49-F238E27FC236}">
                <a16:creationId xmlns:a16="http://schemas.microsoft.com/office/drawing/2014/main" id="{684D9C04-F840-8DAE-4E85-62F6F9275A36}"/>
              </a:ext>
            </a:extLst>
          </p:cNvPr>
          <p:cNvSpPr>
            <a:spLocks noGrp="1"/>
          </p:cNvSpPr>
          <p:nvPr>
            <p:ph idx="17"/>
          </p:nvPr>
        </p:nvSpPr>
        <p:spPr>
          <a:xfrm>
            <a:off x="8323842" y="2130014"/>
            <a:ext cx="3323872" cy="3926229"/>
          </a:xfrm>
          <a:prstGeom prst="rect">
            <a:avLst/>
          </a:prstGeom>
        </p:spPr>
        <p:txBody>
          <a:bodyPr/>
          <a:lstStyle/>
          <a:p>
            <a:r>
              <a:rPr lang="en-US"/>
              <a:t>Supporting text here</a:t>
            </a:r>
          </a:p>
          <a:p>
            <a:r>
              <a:rPr lang="en-US"/>
              <a:t>Supporting text here</a:t>
            </a:r>
          </a:p>
          <a:p>
            <a:r>
              <a:rPr lang="en-US"/>
              <a:t>Supporting text here</a:t>
            </a:r>
          </a:p>
          <a:p>
            <a:r>
              <a:rPr lang="en-US"/>
              <a:t>Supporting text here</a:t>
            </a:r>
          </a:p>
        </p:txBody>
      </p:sp>
      <p:sp>
        <p:nvSpPr>
          <p:cNvPr id="148" name="Title 147">
            <a:extLst>
              <a:ext uri="{FF2B5EF4-FFF2-40B4-BE49-F238E27FC236}">
                <a16:creationId xmlns:a16="http://schemas.microsoft.com/office/drawing/2014/main" id="{3EF88EC2-BB2A-604B-9BFF-21359619AD19}"/>
              </a:ext>
            </a:extLst>
          </p:cNvPr>
          <p:cNvSpPr>
            <a:spLocks noGrp="1"/>
          </p:cNvSpPr>
          <p:nvPr>
            <p:ph type="title"/>
          </p:nvPr>
        </p:nvSpPr>
        <p:spPr/>
        <p:txBody>
          <a:bodyPr/>
          <a:lstStyle/>
          <a:p>
            <a:r>
              <a:rPr lang="en-US"/>
              <a:t>Three Panels and Supporting Text</a:t>
            </a:r>
          </a:p>
        </p:txBody>
      </p:sp>
      <p:sp>
        <p:nvSpPr>
          <p:cNvPr id="12" name="Text Placeholder 11">
            <a:extLst>
              <a:ext uri="{FF2B5EF4-FFF2-40B4-BE49-F238E27FC236}">
                <a16:creationId xmlns:a16="http://schemas.microsoft.com/office/drawing/2014/main" id="{799158DA-ABDB-93CC-183E-444ED40FA0B1}"/>
              </a:ext>
            </a:extLst>
          </p:cNvPr>
          <p:cNvSpPr>
            <a:spLocks noGrp="1"/>
          </p:cNvSpPr>
          <p:nvPr>
            <p:ph type="body" sz="quarter" idx="18"/>
          </p:nvPr>
        </p:nvSpPr>
        <p:spPr/>
        <p:txBody>
          <a:bodyPr/>
          <a:lstStyle/>
          <a:p>
            <a:r>
              <a:rPr lang="en-US">
                <a:sym typeface="BentonSans Medium"/>
              </a:rPr>
              <a:t>Heading</a:t>
            </a:r>
          </a:p>
        </p:txBody>
      </p:sp>
      <p:sp>
        <p:nvSpPr>
          <p:cNvPr id="13" name="Text Placeholder 12">
            <a:extLst>
              <a:ext uri="{FF2B5EF4-FFF2-40B4-BE49-F238E27FC236}">
                <a16:creationId xmlns:a16="http://schemas.microsoft.com/office/drawing/2014/main" id="{D4137011-AF32-8A5A-47D1-21EF46C5EE14}"/>
              </a:ext>
            </a:extLst>
          </p:cNvPr>
          <p:cNvSpPr>
            <a:spLocks noGrp="1"/>
          </p:cNvSpPr>
          <p:nvPr>
            <p:ph type="body" sz="quarter" idx="19"/>
          </p:nvPr>
        </p:nvSpPr>
        <p:spPr/>
        <p:txBody>
          <a:bodyPr/>
          <a:lstStyle/>
          <a:p>
            <a:r>
              <a:rPr lang="en-US">
                <a:sym typeface="BentonSans Medium"/>
              </a:rPr>
              <a:t>Heading</a:t>
            </a:r>
          </a:p>
        </p:txBody>
      </p:sp>
      <p:sp>
        <p:nvSpPr>
          <p:cNvPr id="14" name="Text Placeholder 13">
            <a:extLst>
              <a:ext uri="{FF2B5EF4-FFF2-40B4-BE49-F238E27FC236}">
                <a16:creationId xmlns:a16="http://schemas.microsoft.com/office/drawing/2014/main" id="{4786D9EF-5AA0-6D86-0878-256BD1540A73}"/>
              </a:ext>
            </a:extLst>
          </p:cNvPr>
          <p:cNvSpPr>
            <a:spLocks noGrp="1"/>
          </p:cNvSpPr>
          <p:nvPr>
            <p:ph type="body" sz="quarter" idx="20"/>
          </p:nvPr>
        </p:nvSpPr>
        <p:spPr/>
        <p:txBody>
          <a:bodyPr/>
          <a:lstStyle/>
          <a:p>
            <a:r>
              <a:rPr lang="en-US">
                <a:sym typeface="BentonSans Medium"/>
              </a:rPr>
              <a:t>Heading</a:t>
            </a:r>
          </a:p>
        </p:txBody>
      </p:sp>
    </p:spTree>
    <p:extLst>
      <p:ext uri="{BB962C8B-B14F-4D97-AF65-F5344CB8AC3E}">
        <p14:creationId xmlns:p14="http://schemas.microsoft.com/office/powerpoint/2010/main" val="401089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76CB0DD5-962A-A6E5-99E7-AC4DA78E17C1}"/>
              </a:ext>
            </a:extLst>
          </p:cNvPr>
          <p:cNvSpPr>
            <a:spLocks noGrp="1"/>
          </p:cNvSpPr>
          <p:nvPr>
            <p:ph idx="14"/>
          </p:nvPr>
        </p:nvSpPr>
        <p:spPr>
          <a:xfrm>
            <a:off x="9181106" y="2130014"/>
            <a:ext cx="2468880" cy="3930306"/>
          </a:xfrm>
        </p:spPr>
        <p:txBody>
          <a:bodyPr/>
          <a:lstStyle/>
          <a:p>
            <a:r>
              <a:rPr lang="en-US"/>
              <a:t>Supporting text here</a:t>
            </a:r>
          </a:p>
          <a:p>
            <a:r>
              <a:rPr lang="en-US"/>
              <a:t>Supporting text here</a:t>
            </a:r>
          </a:p>
          <a:p>
            <a:r>
              <a:rPr lang="en-US"/>
              <a:t>Supporting text here</a:t>
            </a:r>
          </a:p>
          <a:p>
            <a:r>
              <a:rPr lang="en-US"/>
              <a:t>Supporting text here</a:t>
            </a:r>
          </a:p>
        </p:txBody>
      </p:sp>
      <p:sp>
        <p:nvSpPr>
          <p:cNvPr id="4" name="Content Placeholder 3">
            <a:extLst>
              <a:ext uri="{FF2B5EF4-FFF2-40B4-BE49-F238E27FC236}">
                <a16:creationId xmlns:a16="http://schemas.microsoft.com/office/drawing/2014/main" id="{817A0AC5-B6A1-2D72-2988-E9493D2898E4}"/>
              </a:ext>
            </a:extLst>
          </p:cNvPr>
          <p:cNvSpPr>
            <a:spLocks noGrp="1"/>
          </p:cNvSpPr>
          <p:nvPr>
            <p:ph idx="1"/>
          </p:nvPr>
        </p:nvSpPr>
        <p:spPr>
          <a:xfrm>
            <a:off x="542152" y="2130014"/>
            <a:ext cx="2468880" cy="3930306"/>
          </a:xfrm>
        </p:spPr>
        <p:txBody>
          <a:bodyPr/>
          <a:lstStyle/>
          <a:p>
            <a:r>
              <a:rPr lang="en-US"/>
              <a:t>Supporting text here</a:t>
            </a:r>
          </a:p>
          <a:p>
            <a:r>
              <a:rPr lang="en-US"/>
              <a:t>Supporting text here</a:t>
            </a:r>
          </a:p>
          <a:p>
            <a:r>
              <a:rPr lang="en-US"/>
              <a:t>Supporting text here</a:t>
            </a:r>
          </a:p>
          <a:p>
            <a:r>
              <a:rPr lang="en-US"/>
              <a:t>Supporting text here</a:t>
            </a:r>
          </a:p>
        </p:txBody>
      </p:sp>
      <p:sp>
        <p:nvSpPr>
          <p:cNvPr id="6" name="Content Placeholder 5">
            <a:extLst>
              <a:ext uri="{FF2B5EF4-FFF2-40B4-BE49-F238E27FC236}">
                <a16:creationId xmlns:a16="http://schemas.microsoft.com/office/drawing/2014/main" id="{6D164136-9621-C204-FAF4-E5924CB30179}"/>
              </a:ext>
            </a:extLst>
          </p:cNvPr>
          <p:cNvSpPr>
            <a:spLocks noGrp="1"/>
          </p:cNvSpPr>
          <p:nvPr>
            <p:ph idx="12"/>
          </p:nvPr>
        </p:nvSpPr>
        <p:spPr>
          <a:xfrm>
            <a:off x="3421711" y="2130014"/>
            <a:ext cx="2468880" cy="3930306"/>
          </a:xfrm>
        </p:spPr>
        <p:txBody>
          <a:bodyPr/>
          <a:lstStyle/>
          <a:p>
            <a:r>
              <a:rPr lang="en-US"/>
              <a:t>Supporting text here</a:t>
            </a:r>
          </a:p>
          <a:p>
            <a:r>
              <a:rPr lang="en-US"/>
              <a:t>Supporting text here</a:t>
            </a:r>
          </a:p>
          <a:p>
            <a:r>
              <a:rPr lang="en-US"/>
              <a:t>Supporting text here</a:t>
            </a:r>
          </a:p>
          <a:p>
            <a:r>
              <a:rPr lang="en-US"/>
              <a:t>Supporting text here</a:t>
            </a:r>
          </a:p>
        </p:txBody>
      </p:sp>
      <p:sp>
        <p:nvSpPr>
          <p:cNvPr id="11" name="Content Placeholder 10">
            <a:extLst>
              <a:ext uri="{FF2B5EF4-FFF2-40B4-BE49-F238E27FC236}">
                <a16:creationId xmlns:a16="http://schemas.microsoft.com/office/drawing/2014/main" id="{684D9C04-F840-8DAE-4E85-62F6F9275A36}"/>
              </a:ext>
            </a:extLst>
          </p:cNvPr>
          <p:cNvSpPr>
            <a:spLocks noGrp="1"/>
          </p:cNvSpPr>
          <p:nvPr>
            <p:ph idx="17"/>
          </p:nvPr>
        </p:nvSpPr>
        <p:spPr>
          <a:xfrm>
            <a:off x="6301408" y="2130014"/>
            <a:ext cx="2468880" cy="3930306"/>
          </a:xfrm>
        </p:spPr>
        <p:txBody>
          <a:bodyPr/>
          <a:lstStyle/>
          <a:p>
            <a:r>
              <a:rPr lang="en-US"/>
              <a:t>Supporting text here</a:t>
            </a:r>
          </a:p>
          <a:p>
            <a:r>
              <a:rPr lang="en-US"/>
              <a:t>Supporting text here</a:t>
            </a:r>
          </a:p>
          <a:p>
            <a:r>
              <a:rPr lang="en-US"/>
              <a:t>Supporting text here</a:t>
            </a:r>
          </a:p>
          <a:p>
            <a:r>
              <a:rPr lang="en-US"/>
              <a:t>Supporting text here</a:t>
            </a:r>
          </a:p>
        </p:txBody>
      </p:sp>
      <p:sp>
        <p:nvSpPr>
          <p:cNvPr id="148" name="Title 147">
            <a:extLst>
              <a:ext uri="{FF2B5EF4-FFF2-40B4-BE49-F238E27FC236}">
                <a16:creationId xmlns:a16="http://schemas.microsoft.com/office/drawing/2014/main" id="{3EF88EC2-BB2A-604B-9BFF-21359619AD19}"/>
              </a:ext>
            </a:extLst>
          </p:cNvPr>
          <p:cNvSpPr>
            <a:spLocks noGrp="1"/>
          </p:cNvSpPr>
          <p:nvPr>
            <p:ph type="title"/>
          </p:nvPr>
        </p:nvSpPr>
        <p:spPr>
          <a:xfrm>
            <a:off x="353010" y="264872"/>
            <a:ext cx="11496089" cy="454220"/>
          </a:xfrm>
        </p:spPr>
        <p:txBody>
          <a:bodyPr/>
          <a:lstStyle/>
          <a:p>
            <a:r>
              <a:rPr lang="en-US"/>
              <a:t>Four Panels and Supporting Text</a:t>
            </a:r>
          </a:p>
        </p:txBody>
      </p:sp>
      <p:sp>
        <p:nvSpPr>
          <p:cNvPr id="12" name="Text Placeholder 11">
            <a:extLst>
              <a:ext uri="{FF2B5EF4-FFF2-40B4-BE49-F238E27FC236}">
                <a16:creationId xmlns:a16="http://schemas.microsoft.com/office/drawing/2014/main" id="{799158DA-ABDB-93CC-183E-444ED40FA0B1}"/>
              </a:ext>
            </a:extLst>
          </p:cNvPr>
          <p:cNvSpPr>
            <a:spLocks noGrp="1"/>
          </p:cNvSpPr>
          <p:nvPr>
            <p:ph type="body" sz="quarter" idx="18"/>
          </p:nvPr>
        </p:nvSpPr>
        <p:spPr>
          <a:xfrm>
            <a:off x="450712" y="1643271"/>
            <a:ext cx="2651760" cy="390798"/>
          </a:xfrm>
        </p:spPr>
        <p:txBody>
          <a:bodyPr/>
          <a:lstStyle/>
          <a:p>
            <a:r>
              <a:rPr lang="en-US">
                <a:sym typeface="BentonSans Medium"/>
              </a:rPr>
              <a:t>Heading</a:t>
            </a:r>
          </a:p>
        </p:txBody>
      </p:sp>
      <p:sp>
        <p:nvSpPr>
          <p:cNvPr id="13" name="Text Placeholder 12">
            <a:extLst>
              <a:ext uri="{FF2B5EF4-FFF2-40B4-BE49-F238E27FC236}">
                <a16:creationId xmlns:a16="http://schemas.microsoft.com/office/drawing/2014/main" id="{D4137011-AF32-8A5A-47D1-21EF46C5EE14}"/>
              </a:ext>
            </a:extLst>
          </p:cNvPr>
          <p:cNvSpPr>
            <a:spLocks noGrp="1"/>
          </p:cNvSpPr>
          <p:nvPr>
            <p:ph type="body" sz="quarter" idx="19"/>
          </p:nvPr>
        </p:nvSpPr>
        <p:spPr>
          <a:xfrm>
            <a:off x="3330455" y="1643271"/>
            <a:ext cx="2651760" cy="390798"/>
          </a:xfrm>
        </p:spPr>
        <p:txBody>
          <a:bodyPr/>
          <a:lstStyle/>
          <a:p>
            <a:r>
              <a:rPr lang="en-US">
                <a:sym typeface="BentonSans Medium"/>
              </a:rPr>
              <a:t>Heading</a:t>
            </a:r>
          </a:p>
        </p:txBody>
      </p:sp>
      <p:sp>
        <p:nvSpPr>
          <p:cNvPr id="14" name="Text Placeholder 13">
            <a:extLst>
              <a:ext uri="{FF2B5EF4-FFF2-40B4-BE49-F238E27FC236}">
                <a16:creationId xmlns:a16="http://schemas.microsoft.com/office/drawing/2014/main" id="{4786D9EF-5AA0-6D86-0878-256BD1540A73}"/>
              </a:ext>
            </a:extLst>
          </p:cNvPr>
          <p:cNvSpPr>
            <a:spLocks noGrp="1"/>
          </p:cNvSpPr>
          <p:nvPr>
            <p:ph type="body" sz="quarter" idx="20"/>
          </p:nvPr>
        </p:nvSpPr>
        <p:spPr>
          <a:xfrm>
            <a:off x="6210060" y="1643271"/>
            <a:ext cx="2651760" cy="390798"/>
          </a:xfrm>
        </p:spPr>
        <p:txBody>
          <a:bodyPr/>
          <a:lstStyle/>
          <a:p>
            <a:r>
              <a:rPr lang="en-US">
                <a:sym typeface="BentonSans Medium"/>
              </a:rPr>
              <a:t>Heading</a:t>
            </a:r>
          </a:p>
        </p:txBody>
      </p:sp>
      <p:sp>
        <p:nvSpPr>
          <p:cNvPr id="15" name="Text Placeholder 14">
            <a:extLst>
              <a:ext uri="{FF2B5EF4-FFF2-40B4-BE49-F238E27FC236}">
                <a16:creationId xmlns:a16="http://schemas.microsoft.com/office/drawing/2014/main" id="{147BE63C-7663-A3F5-4636-CAE8B6C0FBCE}"/>
              </a:ext>
            </a:extLst>
          </p:cNvPr>
          <p:cNvSpPr>
            <a:spLocks noGrp="1"/>
          </p:cNvSpPr>
          <p:nvPr>
            <p:ph type="body" sz="quarter" idx="21"/>
          </p:nvPr>
        </p:nvSpPr>
        <p:spPr>
          <a:xfrm>
            <a:off x="9089666" y="1643271"/>
            <a:ext cx="2651760" cy="390798"/>
          </a:xfrm>
        </p:spPr>
        <p:txBody>
          <a:bodyPr/>
          <a:lstStyle/>
          <a:p>
            <a:r>
              <a:rPr lang="en-US">
                <a:sym typeface="BentonSans Medium"/>
              </a:rPr>
              <a:t>Heading</a:t>
            </a:r>
          </a:p>
        </p:txBody>
      </p:sp>
    </p:spTree>
    <p:extLst>
      <p:ext uri="{BB962C8B-B14F-4D97-AF65-F5344CB8AC3E}">
        <p14:creationId xmlns:p14="http://schemas.microsoft.com/office/powerpoint/2010/main" val="1148672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17A0AC5-B6A1-2D72-2988-E9493D2898E4}"/>
              </a:ext>
            </a:extLst>
          </p:cNvPr>
          <p:cNvSpPr>
            <a:spLocks noGrp="1"/>
          </p:cNvSpPr>
          <p:nvPr>
            <p:ph idx="4294967295"/>
          </p:nvPr>
        </p:nvSpPr>
        <p:spPr>
          <a:xfrm>
            <a:off x="542558" y="3954738"/>
            <a:ext cx="5302430" cy="2101506"/>
          </a:xfrm>
          <a:prstGeom prst="rect">
            <a:avLst/>
          </a:prstGeom>
        </p:spPr>
        <p:txBody>
          <a:bodyPr/>
          <a:lstStyle/>
          <a:p>
            <a:r>
              <a:rPr lang="en-US"/>
              <a:t>Supporting text here</a:t>
            </a:r>
          </a:p>
          <a:p>
            <a:r>
              <a:rPr lang="en-US"/>
              <a:t>Supporting text here</a:t>
            </a:r>
          </a:p>
          <a:p>
            <a:r>
              <a:rPr lang="en-US"/>
              <a:t>Supporting text here</a:t>
            </a:r>
          </a:p>
          <a:p>
            <a:r>
              <a:rPr lang="en-US"/>
              <a:t>Supporting text here</a:t>
            </a:r>
          </a:p>
        </p:txBody>
      </p:sp>
      <p:sp>
        <p:nvSpPr>
          <p:cNvPr id="6" name="Content Placeholder 5">
            <a:extLst>
              <a:ext uri="{FF2B5EF4-FFF2-40B4-BE49-F238E27FC236}">
                <a16:creationId xmlns:a16="http://schemas.microsoft.com/office/drawing/2014/main" id="{6D164136-9621-C204-FAF4-E5924CB30179}"/>
              </a:ext>
            </a:extLst>
          </p:cNvPr>
          <p:cNvSpPr>
            <a:spLocks noGrp="1"/>
          </p:cNvSpPr>
          <p:nvPr>
            <p:ph idx="4294967295"/>
          </p:nvPr>
        </p:nvSpPr>
        <p:spPr>
          <a:xfrm>
            <a:off x="6347012" y="3954738"/>
            <a:ext cx="5302430" cy="2101506"/>
          </a:xfrm>
          <a:prstGeom prst="rect">
            <a:avLst/>
          </a:prstGeom>
        </p:spPr>
        <p:txBody>
          <a:bodyPr/>
          <a:lstStyle/>
          <a:p>
            <a:r>
              <a:rPr lang="en-US"/>
              <a:t>Supporting text here</a:t>
            </a:r>
          </a:p>
          <a:p>
            <a:r>
              <a:rPr lang="en-US"/>
              <a:t>Supporting text here</a:t>
            </a:r>
          </a:p>
          <a:p>
            <a:r>
              <a:rPr lang="en-US"/>
              <a:t>Supporting text here</a:t>
            </a:r>
          </a:p>
          <a:p>
            <a:r>
              <a:rPr lang="en-US"/>
              <a:t>Supporting text here</a:t>
            </a:r>
          </a:p>
        </p:txBody>
      </p:sp>
      <p:sp>
        <p:nvSpPr>
          <p:cNvPr id="148" name="Title 147">
            <a:extLst>
              <a:ext uri="{FF2B5EF4-FFF2-40B4-BE49-F238E27FC236}">
                <a16:creationId xmlns:a16="http://schemas.microsoft.com/office/drawing/2014/main" id="{3EF88EC2-BB2A-604B-9BFF-21359619AD19}"/>
              </a:ext>
            </a:extLst>
          </p:cNvPr>
          <p:cNvSpPr>
            <a:spLocks noGrp="1"/>
          </p:cNvSpPr>
          <p:nvPr>
            <p:ph type="title"/>
          </p:nvPr>
        </p:nvSpPr>
        <p:spPr/>
        <p:txBody>
          <a:bodyPr/>
          <a:lstStyle/>
          <a:p>
            <a:r>
              <a:rPr lang="en-US"/>
              <a:t>Two Panels, Icons, and Supporting Text</a:t>
            </a:r>
          </a:p>
        </p:txBody>
      </p:sp>
      <p:sp>
        <p:nvSpPr>
          <p:cNvPr id="12" name="Text Placeholder 11">
            <a:extLst>
              <a:ext uri="{FF2B5EF4-FFF2-40B4-BE49-F238E27FC236}">
                <a16:creationId xmlns:a16="http://schemas.microsoft.com/office/drawing/2014/main" id="{799158DA-ABDB-93CC-183E-444ED40FA0B1}"/>
              </a:ext>
            </a:extLst>
          </p:cNvPr>
          <p:cNvSpPr>
            <a:spLocks noGrp="1"/>
          </p:cNvSpPr>
          <p:nvPr>
            <p:ph type="body" sz="quarter" idx="4294967295"/>
          </p:nvPr>
        </p:nvSpPr>
        <p:spPr>
          <a:xfrm>
            <a:off x="450573" y="1643271"/>
            <a:ext cx="5486400" cy="390798"/>
          </a:xfrm>
          <a:prstGeom prst="rect">
            <a:avLst/>
          </a:prstGeom>
        </p:spPr>
        <p:txBody>
          <a:bodyPr/>
          <a:lstStyle/>
          <a:p>
            <a:r>
              <a:rPr lang="en-US">
                <a:sym typeface="BentonSans Medium"/>
              </a:rPr>
              <a:t>Heading</a:t>
            </a:r>
          </a:p>
        </p:txBody>
      </p:sp>
      <p:sp>
        <p:nvSpPr>
          <p:cNvPr id="13" name="Text Placeholder 12">
            <a:extLst>
              <a:ext uri="{FF2B5EF4-FFF2-40B4-BE49-F238E27FC236}">
                <a16:creationId xmlns:a16="http://schemas.microsoft.com/office/drawing/2014/main" id="{D4137011-AF32-8A5A-47D1-21EF46C5EE14}"/>
              </a:ext>
            </a:extLst>
          </p:cNvPr>
          <p:cNvSpPr>
            <a:spLocks noGrp="1"/>
          </p:cNvSpPr>
          <p:nvPr>
            <p:ph type="body" sz="quarter" idx="4294967295"/>
          </p:nvPr>
        </p:nvSpPr>
        <p:spPr>
          <a:xfrm>
            <a:off x="6255027" y="1643271"/>
            <a:ext cx="5486400" cy="390798"/>
          </a:xfrm>
          <a:prstGeom prst="rect">
            <a:avLst/>
          </a:prstGeom>
        </p:spPr>
        <p:txBody>
          <a:bodyPr/>
          <a:lstStyle/>
          <a:p>
            <a:r>
              <a:rPr lang="en-US">
                <a:sym typeface="BentonSans Medium"/>
              </a:rPr>
              <a:t>Heading</a:t>
            </a:r>
          </a:p>
        </p:txBody>
      </p:sp>
      <p:pic>
        <p:nvPicPr>
          <p:cNvPr id="53" name="Graphic 52">
            <a:extLst>
              <a:ext uri="{FF2B5EF4-FFF2-40B4-BE49-F238E27FC236}">
                <a16:creationId xmlns:a16="http://schemas.microsoft.com/office/drawing/2014/main" id="{6ACF7C51-DC86-A4CF-A570-E4D5D0CBFD6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56875" y="2604254"/>
            <a:ext cx="1082704" cy="1082704"/>
          </a:xfrm>
          <a:prstGeom prst="rect">
            <a:avLst/>
          </a:prstGeom>
        </p:spPr>
      </p:pic>
      <p:pic>
        <p:nvPicPr>
          <p:cNvPr id="54" name="Graphic 53">
            <a:extLst>
              <a:ext uri="{FF2B5EF4-FFF2-40B4-BE49-F238E27FC236}">
                <a16:creationId xmlns:a16="http://schemas.microsoft.com/office/drawing/2014/main" id="{6314542C-D5DC-C4CD-BF9B-87BFDB90BCD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652421" y="2604254"/>
            <a:ext cx="1082704" cy="1082704"/>
          </a:xfrm>
          <a:prstGeom prst="rect">
            <a:avLst/>
          </a:prstGeom>
        </p:spPr>
      </p:pic>
    </p:spTree>
    <p:extLst>
      <p:ext uri="{BB962C8B-B14F-4D97-AF65-F5344CB8AC3E}">
        <p14:creationId xmlns:p14="http://schemas.microsoft.com/office/powerpoint/2010/main" val="1680217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17A0AC5-B6A1-2D72-2988-E9493D2898E4}"/>
              </a:ext>
            </a:extLst>
          </p:cNvPr>
          <p:cNvSpPr>
            <a:spLocks noGrp="1"/>
          </p:cNvSpPr>
          <p:nvPr>
            <p:ph idx="1"/>
          </p:nvPr>
        </p:nvSpPr>
        <p:spPr>
          <a:xfrm>
            <a:off x="544286" y="3954737"/>
            <a:ext cx="3323872" cy="2101506"/>
          </a:xfrm>
        </p:spPr>
        <p:txBody>
          <a:bodyPr/>
          <a:lstStyle/>
          <a:p>
            <a:r>
              <a:rPr lang="en-US"/>
              <a:t>Supporting text here</a:t>
            </a:r>
          </a:p>
          <a:p>
            <a:r>
              <a:rPr lang="en-US"/>
              <a:t>Supporting text here</a:t>
            </a:r>
          </a:p>
          <a:p>
            <a:r>
              <a:rPr lang="en-US"/>
              <a:t>Supporting text here</a:t>
            </a:r>
          </a:p>
          <a:p>
            <a:r>
              <a:rPr lang="en-US"/>
              <a:t>Supporting text here</a:t>
            </a:r>
          </a:p>
        </p:txBody>
      </p:sp>
      <p:sp>
        <p:nvSpPr>
          <p:cNvPr id="6" name="Content Placeholder 5">
            <a:extLst>
              <a:ext uri="{FF2B5EF4-FFF2-40B4-BE49-F238E27FC236}">
                <a16:creationId xmlns:a16="http://schemas.microsoft.com/office/drawing/2014/main" id="{6D164136-9621-C204-FAF4-E5924CB30179}"/>
              </a:ext>
            </a:extLst>
          </p:cNvPr>
          <p:cNvSpPr>
            <a:spLocks noGrp="1"/>
          </p:cNvSpPr>
          <p:nvPr>
            <p:ph idx="12"/>
          </p:nvPr>
        </p:nvSpPr>
        <p:spPr>
          <a:xfrm>
            <a:off x="4438918" y="3954737"/>
            <a:ext cx="3323872" cy="2101506"/>
          </a:xfrm>
        </p:spPr>
        <p:txBody>
          <a:bodyPr/>
          <a:lstStyle/>
          <a:p>
            <a:r>
              <a:rPr lang="en-US"/>
              <a:t>Supporting text here</a:t>
            </a:r>
          </a:p>
          <a:p>
            <a:r>
              <a:rPr lang="en-US"/>
              <a:t>Supporting text here</a:t>
            </a:r>
          </a:p>
          <a:p>
            <a:r>
              <a:rPr lang="en-US"/>
              <a:t>Supporting text here</a:t>
            </a:r>
          </a:p>
          <a:p>
            <a:r>
              <a:rPr lang="en-US"/>
              <a:t>Supporting text here</a:t>
            </a:r>
          </a:p>
        </p:txBody>
      </p:sp>
      <p:sp>
        <p:nvSpPr>
          <p:cNvPr id="11" name="Content Placeholder 10">
            <a:extLst>
              <a:ext uri="{FF2B5EF4-FFF2-40B4-BE49-F238E27FC236}">
                <a16:creationId xmlns:a16="http://schemas.microsoft.com/office/drawing/2014/main" id="{684D9C04-F840-8DAE-4E85-62F6F9275A36}"/>
              </a:ext>
            </a:extLst>
          </p:cNvPr>
          <p:cNvSpPr>
            <a:spLocks noGrp="1"/>
          </p:cNvSpPr>
          <p:nvPr>
            <p:ph idx="17"/>
          </p:nvPr>
        </p:nvSpPr>
        <p:spPr>
          <a:xfrm>
            <a:off x="8323842" y="3954737"/>
            <a:ext cx="3323872" cy="2101506"/>
          </a:xfrm>
          <a:prstGeom prst="rect">
            <a:avLst/>
          </a:prstGeom>
        </p:spPr>
        <p:txBody>
          <a:bodyPr/>
          <a:lstStyle/>
          <a:p>
            <a:r>
              <a:rPr lang="en-US"/>
              <a:t>Supporting text here</a:t>
            </a:r>
          </a:p>
          <a:p>
            <a:r>
              <a:rPr lang="en-US"/>
              <a:t>Supporting text here</a:t>
            </a:r>
          </a:p>
          <a:p>
            <a:r>
              <a:rPr lang="en-US"/>
              <a:t>Supporting text here</a:t>
            </a:r>
          </a:p>
          <a:p>
            <a:r>
              <a:rPr lang="en-US"/>
              <a:t>Supporting text here</a:t>
            </a:r>
          </a:p>
        </p:txBody>
      </p:sp>
      <p:sp>
        <p:nvSpPr>
          <p:cNvPr id="148" name="Title 147">
            <a:extLst>
              <a:ext uri="{FF2B5EF4-FFF2-40B4-BE49-F238E27FC236}">
                <a16:creationId xmlns:a16="http://schemas.microsoft.com/office/drawing/2014/main" id="{3EF88EC2-BB2A-604B-9BFF-21359619AD19}"/>
              </a:ext>
            </a:extLst>
          </p:cNvPr>
          <p:cNvSpPr>
            <a:spLocks noGrp="1"/>
          </p:cNvSpPr>
          <p:nvPr>
            <p:ph type="title"/>
          </p:nvPr>
        </p:nvSpPr>
        <p:spPr/>
        <p:txBody>
          <a:bodyPr/>
          <a:lstStyle/>
          <a:p>
            <a:r>
              <a:rPr lang="en-US"/>
              <a:t>Three Panels, Icons, and Supporting Text</a:t>
            </a:r>
          </a:p>
        </p:txBody>
      </p:sp>
      <p:sp>
        <p:nvSpPr>
          <p:cNvPr id="12" name="Text Placeholder 11">
            <a:extLst>
              <a:ext uri="{FF2B5EF4-FFF2-40B4-BE49-F238E27FC236}">
                <a16:creationId xmlns:a16="http://schemas.microsoft.com/office/drawing/2014/main" id="{799158DA-ABDB-93CC-183E-444ED40FA0B1}"/>
              </a:ext>
            </a:extLst>
          </p:cNvPr>
          <p:cNvSpPr>
            <a:spLocks noGrp="1"/>
          </p:cNvSpPr>
          <p:nvPr>
            <p:ph type="body" sz="quarter" idx="18"/>
          </p:nvPr>
        </p:nvSpPr>
        <p:spPr/>
        <p:txBody>
          <a:bodyPr/>
          <a:lstStyle/>
          <a:p>
            <a:r>
              <a:rPr lang="en-US">
                <a:sym typeface="BentonSans Medium"/>
              </a:rPr>
              <a:t>Heading</a:t>
            </a:r>
          </a:p>
        </p:txBody>
      </p:sp>
      <p:sp>
        <p:nvSpPr>
          <p:cNvPr id="13" name="Text Placeholder 12">
            <a:extLst>
              <a:ext uri="{FF2B5EF4-FFF2-40B4-BE49-F238E27FC236}">
                <a16:creationId xmlns:a16="http://schemas.microsoft.com/office/drawing/2014/main" id="{D4137011-AF32-8A5A-47D1-21EF46C5EE14}"/>
              </a:ext>
            </a:extLst>
          </p:cNvPr>
          <p:cNvSpPr>
            <a:spLocks noGrp="1"/>
          </p:cNvSpPr>
          <p:nvPr>
            <p:ph type="body" sz="quarter" idx="19"/>
          </p:nvPr>
        </p:nvSpPr>
        <p:spPr/>
        <p:txBody>
          <a:bodyPr/>
          <a:lstStyle/>
          <a:p>
            <a:r>
              <a:rPr lang="en-US">
                <a:sym typeface="BentonSans Medium"/>
              </a:rPr>
              <a:t>Heading</a:t>
            </a:r>
          </a:p>
        </p:txBody>
      </p:sp>
      <p:sp>
        <p:nvSpPr>
          <p:cNvPr id="14" name="Text Placeholder 13">
            <a:extLst>
              <a:ext uri="{FF2B5EF4-FFF2-40B4-BE49-F238E27FC236}">
                <a16:creationId xmlns:a16="http://schemas.microsoft.com/office/drawing/2014/main" id="{4786D9EF-5AA0-6D86-0878-256BD1540A73}"/>
              </a:ext>
            </a:extLst>
          </p:cNvPr>
          <p:cNvSpPr>
            <a:spLocks noGrp="1"/>
          </p:cNvSpPr>
          <p:nvPr>
            <p:ph type="body" sz="quarter" idx="20"/>
          </p:nvPr>
        </p:nvSpPr>
        <p:spPr/>
        <p:txBody>
          <a:bodyPr/>
          <a:lstStyle/>
          <a:p>
            <a:r>
              <a:rPr lang="en-US">
                <a:sym typeface="BentonSans Medium"/>
              </a:rPr>
              <a:t>Heading</a:t>
            </a:r>
          </a:p>
        </p:txBody>
      </p:sp>
      <p:pic>
        <p:nvPicPr>
          <p:cNvPr id="43" name="Graphic 42">
            <a:extLst>
              <a:ext uri="{FF2B5EF4-FFF2-40B4-BE49-F238E27FC236}">
                <a16:creationId xmlns:a16="http://schemas.microsoft.com/office/drawing/2014/main" id="{803F2345-6669-96D1-A128-BB09EC93CC7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445998" y="2604254"/>
            <a:ext cx="1082704" cy="1082704"/>
          </a:xfrm>
          <a:prstGeom prst="rect">
            <a:avLst/>
          </a:prstGeom>
        </p:spPr>
      </p:pic>
      <p:pic>
        <p:nvPicPr>
          <p:cNvPr id="44" name="Graphic 43">
            <a:extLst>
              <a:ext uri="{FF2B5EF4-FFF2-40B4-BE49-F238E27FC236}">
                <a16:creationId xmlns:a16="http://schemas.microsoft.com/office/drawing/2014/main" id="{882E1A3A-8EC0-E3F3-A271-1E9E7BDC13B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554648" y="2604254"/>
            <a:ext cx="1082704" cy="1082704"/>
          </a:xfrm>
          <a:prstGeom prst="rect">
            <a:avLst/>
          </a:prstGeom>
        </p:spPr>
      </p:pic>
      <p:pic>
        <p:nvPicPr>
          <p:cNvPr id="45" name="Graphic 44">
            <a:extLst>
              <a:ext uri="{FF2B5EF4-FFF2-40B4-BE49-F238E27FC236}">
                <a16:creationId xmlns:a16="http://schemas.microsoft.com/office/drawing/2014/main" id="{CBE3840F-7446-DC42-B485-6AFC3E9792F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663298" y="2604254"/>
            <a:ext cx="1082704" cy="1082704"/>
          </a:xfrm>
          <a:prstGeom prst="rect">
            <a:avLst/>
          </a:prstGeom>
        </p:spPr>
      </p:pic>
    </p:spTree>
    <p:extLst>
      <p:ext uri="{BB962C8B-B14F-4D97-AF65-F5344CB8AC3E}">
        <p14:creationId xmlns:p14="http://schemas.microsoft.com/office/powerpoint/2010/main" val="3444621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76CB0DD5-962A-A6E5-99E7-AC4DA78E17C1}"/>
              </a:ext>
            </a:extLst>
          </p:cNvPr>
          <p:cNvSpPr>
            <a:spLocks noGrp="1"/>
          </p:cNvSpPr>
          <p:nvPr>
            <p:ph idx="14"/>
          </p:nvPr>
        </p:nvSpPr>
        <p:spPr>
          <a:xfrm>
            <a:off x="9181106" y="3958814"/>
            <a:ext cx="2468880" cy="2101506"/>
          </a:xfrm>
        </p:spPr>
        <p:txBody>
          <a:bodyPr/>
          <a:lstStyle/>
          <a:p>
            <a:r>
              <a:rPr lang="en-US"/>
              <a:t>Supporting text here</a:t>
            </a:r>
          </a:p>
          <a:p>
            <a:r>
              <a:rPr lang="en-US"/>
              <a:t>Supporting text here</a:t>
            </a:r>
          </a:p>
          <a:p>
            <a:r>
              <a:rPr lang="en-US"/>
              <a:t>Supporting text here</a:t>
            </a:r>
          </a:p>
          <a:p>
            <a:r>
              <a:rPr lang="en-US"/>
              <a:t>Supporting text here</a:t>
            </a:r>
          </a:p>
        </p:txBody>
      </p:sp>
      <p:sp>
        <p:nvSpPr>
          <p:cNvPr id="4" name="Content Placeholder 3">
            <a:extLst>
              <a:ext uri="{FF2B5EF4-FFF2-40B4-BE49-F238E27FC236}">
                <a16:creationId xmlns:a16="http://schemas.microsoft.com/office/drawing/2014/main" id="{817A0AC5-B6A1-2D72-2988-E9493D2898E4}"/>
              </a:ext>
            </a:extLst>
          </p:cNvPr>
          <p:cNvSpPr>
            <a:spLocks noGrp="1"/>
          </p:cNvSpPr>
          <p:nvPr>
            <p:ph idx="1"/>
          </p:nvPr>
        </p:nvSpPr>
        <p:spPr>
          <a:xfrm>
            <a:off x="542152" y="3958814"/>
            <a:ext cx="2468880" cy="2101506"/>
          </a:xfrm>
        </p:spPr>
        <p:txBody>
          <a:bodyPr/>
          <a:lstStyle/>
          <a:p>
            <a:r>
              <a:rPr lang="en-US"/>
              <a:t>Supporting text here</a:t>
            </a:r>
          </a:p>
          <a:p>
            <a:r>
              <a:rPr lang="en-US"/>
              <a:t>Supporting text here</a:t>
            </a:r>
          </a:p>
          <a:p>
            <a:r>
              <a:rPr lang="en-US"/>
              <a:t>Supporting text here</a:t>
            </a:r>
          </a:p>
          <a:p>
            <a:r>
              <a:rPr lang="en-US"/>
              <a:t>Supporting text here</a:t>
            </a:r>
          </a:p>
        </p:txBody>
      </p:sp>
      <p:sp>
        <p:nvSpPr>
          <p:cNvPr id="6" name="Content Placeholder 5">
            <a:extLst>
              <a:ext uri="{FF2B5EF4-FFF2-40B4-BE49-F238E27FC236}">
                <a16:creationId xmlns:a16="http://schemas.microsoft.com/office/drawing/2014/main" id="{6D164136-9621-C204-FAF4-E5924CB30179}"/>
              </a:ext>
            </a:extLst>
          </p:cNvPr>
          <p:cNvSpPr>
            <a:spLocks noGrp="1"/>
          </p:cNvSpPr>
          <p:nvPr>
            <p:ph idx="12"/>
          </p:nvPr>
        </p:nvSpPr>
        <p:spPr>
          <a:xfrm>
            <a:off x="3421711" y="3958814"/>
            <a:ext cx="2468880" cy="2101506"/>
          </a:xfrm>
        </p:spPr>
        <p:txBody>
          <a:bodyPr/>
          <a:lstStyle/>
          <a:p>
            <a:r>
              <a:rPr lang="en-US"/>
              <a:t>Supporting text here</a:t>
            </a:r>
          </a:p>
          <a:p>
            <a:r>
              <a:rPr lang="en-US"/>
              <a:t>Supporting text here</a:t>
            </a:r>
          </a:p>
          <a:p>
            <a:r>
              <a:rPr lang="en-US"/>
              <a:t>Supporting text here</a:t>
            </a:r>
          </a:p>
          <a:p>
            <a:r>
              <a:rPr lang="en-US"/>
              <a:t>Supporting text here</a:t>
            </a:r>
          </a:p>
        </p:txBody>
      </p:sp>
      <p:sp>
        <p:nvSpPr>
          <p:cNvPr id="11" name="Content Placeholder 10">
            <a:extLst>
              <a:ext uri="{FF2B5EF4-FFF2-40B4-BE49-F238E27FC236}">
                <a16:creationId xmlns:a16="http://schemas.microsoft.com/office/drawing/2014/main" id="{684D9C04-F840-8DAE-4E85-62F6F9275A36}"/>
              </a:ext>
            </a:extLst>
          </p:cNvPr>
          <p:cNvSpPr>
            <a:spLocks noGrp="1"/>
          </p:cNvSpPr>
          <p:nvPr>
            <p:ph idx="17"/>
          </p:nvPr>
        </p:nvSpPr>
        <p:spPr>
          <a:xfrm>
            <a:off x="6301408" y="3958814"/>
            <a:ext cx="2468880" cy="2101506"/>
          </a:xfrm>
        </p:spPr>
        <p:txBody>
          <a:bodyPr/>
          <a:lstStyle/>
          <a:p>
            <a:r>
              <a:rPr lang="en-US"/>
              <a:t>Supporting text here</a:t>
            </a:r>
          </a:p>
          <a:p>
            <a:r>
              <a:rPr lang="en-US"/>
              <a:t>Supporting text here</a:t>
            </a:r>
          </a:p>
          <a:p>
            <a:r>
              <a:rPr lang="en-US"/>
              <a:t>Supporting text here</a:t>
            </a:r>
          </a:p>
          <a:p>
            <a:r>
              <a:rPr lang="en-US"/>
              <a:t>Supporting text here</a:t>
            </a:r>
          </a:p>
        </p:txBody>
      </p:sp>
      <p:sp>
        <p:nvSpPr>
          <p:cNvPr id="148" name="Title 147">
            <a:extLst>
              <a:ext uri="{FF2B5EF4-FFF2-40B4-BE49-F238E27FC236}">
                <a16:creationId xmlns:a16="http://schemas.microsoft.com/office/drawing/2014/main" id="{3EF88EC2-BB2A-604B-9BFF-21359619AD19}"/>
              </a:ext>
            </a:extLst>
          </p:cNvPr>
          <p:cNvSpPr>
            <a:spLocks noGrp="1"/>
          </p:cNvSpPr>
          <p:nvPr>
            <p:ph type="title"/>
          </p:nvPr>
        </p:nvSpPr>
        <p:spPr>
          <a:xfrm>
            <a:off x="353010" y="264872"/>
            <a:ext cx="11496089" cy="454220"/>
          </a:xfrm>
        </p:spPr>
        <p:txBody>
          <a:bodyPr/>
          <a:lstStyle/>
          <a:p>
            <a:r>
              <a:rPr lang="en-US"/>
              <a:t>Four Panels, Icons, and Supporting Text</a:t>
            </a:r>
          </a:p>
        </p:txBody>
      </p:sp>
      <p:sp>
        <p:nvSpPr>
          <p:cNvPr id="12" name="Text Placeholder 11">
            <a:extLst>
              <a:ext uri="{FF2B5EF4-FFF2-40B4-BE49-F238E27FC236}">
                <a16:creationId xmlns:a16="http://schemas.microsoft.com/office/drawing/2014/main" id="{799158DA-ABDB-93CC-183E-444ED40FA0B1}"/>
              </a:ext>
            </a:extLst>
          </p:cNvPr>
          <p:cNvSpPr>
            <a:spLocks noGrp="1"/>
          </p:cNvSpPr>
          <p:nvPr>
            <p:ph type="body" sz="quarter" idx="18"/>
          </p:nvPr>
        </p:nvSpPr>
        <p:spPr>
          <a:xfrm>
            <a:off x="450712" y="1643271"/>
            <a:ext cx="2651760" cy="390798"/>
          </a:xfrm>
        </p:spPr>
        <p:txBody>
          <a:bodyPr/>
          <a:lstStyle/>
          <a:p>
            <a:r>
              <a:rPr lang="en-US">
                <a:sym typeface="BentonSans Medium"/>
              </a:rPr>
              <a:t>Heading</a:t>
            </a:r>
          </a:p>
        </p:txBody>
      </p:sp>
      <p:sp>
        <p:nvSpPr>
          <p:cNvPr id="13" name="Text Placeholder 12">
            <a:extLst>
              <a:ext uri="{FF2B5EF4-FFF2-40B4-BE49-F238E27FC236}">
                <a16:creationId xmlns:a16="http://schemas.microsoft.com/office/drawing/2014/main" id="{D4137011-AF32-8A5A-47D1-21EF46C5EE14}"/>
              </a:ext>
            </a:extLst>
          </p:cNvPr>
          <p:cNvSpPr>
            <a:spLocks noGrp="1"/>
          </p:cNvSpPr>
          <p:nvPr>
            <p:ph type="body" sz="quarter" idx="19"/>
          </p:nvPr>
        </p:nvSpPr>
        <p:spPr>
          <a:xfrm>
            <a:off x="3330455" y="1643271"/>
            <a:ext cx="2651760" cy="390798"/>
          </a:xfrm>
        </p:spPr>
        <p:txBody>
          <a:bodyPr/>
          <a:lstStyle/>
          <a:p>
            <a:r>
              <a:rPr lang="en-US">
                <a:sym typeface="BentonSans Medium"/>
              </a:rPr>
              <a:t>Heading</a:t>
            </a:r>
          </a:p>
        </p:txBody>
      </p:sp>
      <p:sp>
        <p:nvSpPr>
          <p:cNvPr id="14" name="Text Placeholder 13">
            <a:extLst>
              <a:ext uri="{FF2B5EF4-FFF2-40B4-BE49-F238E27FC236}">
                <a16:creationId xmlns:a16="http://schemas.microsoft.com/office/drawing/2014/main" id="{4786D9EF-5AA0-6D86-0878-256BD1540A73}"/>
              </a:ext>
            </a:extLst>
          </p:cNvPr>
          <p:cNvSpPr>
            <a:spLocks noGrp="1"/>
          </p:cNvSpPr>
          <p:nvPr>
            <p:ph type="body" sz="quarter" idx="20"/>
          </p:nvPr>
        </p:nvSpPr>
        <p:spPr>
          <a:xfrm>
            <a:off x="6210060" y="1643271"/>
            <a:ext cx="2651760" cy="390798"/>
          </a:xfrm>
        </p:spPr>
        <p:txBody>
          <a:bodyPr/>
          <a:lstStyle/>
          <a:p>
            <a:r>
              <a:rPr lang="en-US">
                <a:sym typeface="BentonSans Medium"/>
              </a:rPr>
              <a:t>Heading</a:t>
            </a:r>
          </a:p>
        </p:txBody>
      </p:sp>
      <p:sp>
        <p:nvSpPr>
          <p:cNvPr id="15" name="Text Placeholder 14">
            <a:extLst>
              <a:ext uri="{FF2B5EF4-FFF2-40B4-BE49-F238E27FC236}">
                <a16:creationId xmlns:a16="http://schemas.microsoft.com/office/drawing/2014/main" id="{147BE63C-7663-A3F5-4636-CAE8B6C0FBCE}"/>
              </a:ext>
            </a:extLst>
          </p:cNvPr>
          <p:cNvSpPr>
            <a:spLocks noGrp="1"/>
          </p:cNvSpPr>
          <p:nvPr>
            <p:ph type="body" sz="quarter" idx="21"/>
          </p:nvPr>
        </p:nvSpPr>
        <p:spPr>
          <a:xfrm>
            <a:off x="9089666" y="1643271"/>
            <a:ext cx="2651760" cy="390798"/>
          </a:xfrm>
        </p:spPr>
        <p:txBody>
          <a:bodyPr/>
          <a:lstStyle/>
          <a:p>
            <a:r>
              <a:rPr lang="en-US">
                <a:sym typeface="BentonSans Medium"/>
              </a:rPr>
              <a:t>Heading</a:t>
            </a:r>
          </a:p>
        </p:txBody>
      </p:sp>
      <p:pic>
        <p:nvPicPr>
          <p:cNvPr id="18" name="Graphic 17">
            <a:extLst>
              <a:ext uri="{FF2B5EF4-FFF2-40B4-BE49-F238E27FC236}">
                <a16:creationId xmlns:a16="http://schemas.microsoft.com/office/drawing/2014/main" id="{C18C3541-2776-C90E-C469-2B0796F968D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874194" y="2604254"/>
            <a:ext cx="1082704" cy="1082704"/>
          </a:xfrm>
          <a:prstGeom prst="rect">
            <a:avLst/>
          </a:prstGeom>
        </p:spPr>
      </p:pic>
      <p:pic>
        <p:nvPicPr>
          <p:cNvPr id="19" name="Graphic 18">
            <a:extLst>
              <a:ext uri="{FF2B5EF4-FFF2-40B4-BE49-F238E27FC236}">
                <a16:creationId xmlns:a16="http://schemas.microsoft.com/office/drawing/2014/main" id="{DBF368AB-A477-65FB-B84E-87D70F9739C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994496" y="2604254"/>
            <a:ext cx="1082704" cy="1082704"/>
          </a:xfrm>
          <a:prstGeom prst="rect">
            <a:avLst/>
          </a:prstGeom>
        </p:spPr>
      </p:pic>
      <p:pic>
        <p:nvPicPr>
          <p:cNvPr id="20" name="Graphic 19">
            <a:extLst>
              <a:ext uri="{FF2B5EF4-FFF2-40B4-BE49-F238E27FC236}">
                <a16:creationId xmlns:a16="http://schemas.microsoft.com/office/drawing/2014/main" id="{4119CD0F-A553-48E1-923F-C840504CC9A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14799" y="2604254"/>
            <a:ext cx="1082704" cy="1082704"/>
          </a:xfrm>
          <a:prstGeom prst="rect">
            <a:avLst/>
          </a:prstGeom>
        </p:spPr>
      </p:pic>
      <p:pic>
        <p:nvPicPr>
          <p:cNvPr id="21" name="Graphic 20">
            <a:extLst>
              <a:ext uri="{FF2B5EF4-FFF2-40B4-BE49-F238E27FC236}">
                <a16:creationId xmlns:a16="http://schemas.microsoft.com/office/drawing/2014/main" id="{4B96DD9B-9351-BB9C-4DBE-8F4F55F2399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35102" y="2604254"/>
            <a:ext cx="1082704" cy="1082704"/>
          </a:xfrm>
          <a:prstGeom prst="rect">
            <a:avLst/>
          </a:prstGeom>
        </p:spPr>
      </p:pic>
    </p:spTree>
    <p:extLst>
      <p:ext uri="{BB962C8B-B14F-4D97-AF65-F5344CB8AC3E}">
        <p14:creationId xmlns:p14="http://schemas.microsoft.com/office/powerpoint/2010/main" val="3140052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53010" y="264872"/>
            <a:ext cx="11496089" cy="454220"/>
          </a:xfrm>
        </p:spPr>
        <p:txBody>
          <a:bodyPr/>
          <a:lstStyle/>
          <a:p>
            <a:r>
              <a:rPr lang="en-US"/>
              <a:t>Four Panels with Icons</a:t>
            </a:r>
          </a:p>
        </p:txBody>
      </p:sp>
      <p:sp>
        <p:nvSpPr>
          <p:cNvPr id="21" name="Text Placeholder 20">
            <a:extLst>
              <a:ext uri="{FF2B5EF4-FFF2-40B4-BE49-F238E27FC236}">
                <a16:creationId xmlns:a16="http://schemas.microsoft.com/office/drawing/2014/main" id="{E6CB326F-B879-E454-FC09-685CAD2AB0B1}"/>
              </a:ext>
            </a:extLst>
          </p:cNvPr>
          <p:cNvSpPr>
            <a:spLocks noGrp="1"/>
          </p:cNvSpPr>
          <p:nvPr>
            <p:ph type="body" sz="quarter" idx="18"/>
          </p:nvPr>
        </p:nvSpPr>
        <p:spPr>
          <a:xfrm>
            <a:off x="450712" y="1643271"/>
            <a:ext cx="2651760" cy="390798"/>
          </a:xfrm>
        </p:spPr>
        <p:txBody>
          <a:bodyPr/>
          <a:lstStyle/>
          <a:p>
            <a:r>
              <a:rPr lang="en-US">
                <a:sym typeface="BentonSans Medium"/>
              </a:rPr>
              <a:t>Heading</a:t>
            </a:r>
          </a:p>
        </p:txBody>
      </p:sp>
      <p:sp>
        <p:nvSpPr>
          <p:cNvPr id="23" name="Text Placeholder 22">
            <a:extLst>
              <a:ext uri="{FF2B5EF4-FFF2-40B4-BE49-F238E27FC236}">
                <a16:creationId xmlns:a16="http://schemas.microsoft.com/office/drawing/2014/main" id="{E331D098-F8FE-72B6-3EB3-749A7FD60492}"/>
              </a:ext>
            </a:extLst>
          </p:cNvPr>
          <p:cNvSpPr>
            <a:spLocks noGrp="1"/>
          </p:cNvSpPr>
          <p:nvPr>
            <p:ph type="body" sz="quarter" idx="19"/>
          </p:nvPr>
        </p:nvSpPr>
        <p:spPr>
          <a:xfrm>
            <a:off x="3330455" y="1643271"/>
            <a:ext cx="2651760" cy="390798"/>
          </a:xfrm>
        </p:spPr>
        <p:txBody>
          <a:bodyPr/>
          <a:lstStyle/>
          <a:p>
            <a:r>
              <a:rPr lang="en-US">
                <a:sym typeface="BentonSans Medium"/>
              </a:rPr>
              <a:t>Heading</a:t>
            </a:r>
          </a:p>
        </p:txBody>
      </p:sp>
      <p:sp>
        <p:nvSpPr>
          <p:cNvPr id="26" name="Text Placeholder 25">
            <a:extLst>
              <a:ext uri="{FF2B5EF4-FFF2-40B4-BE49-F238E27FC236}">
                <a16:creationId xmlns:a16="http://schemas.microsoft.com/office/drawing/2014/main" id="{0D3F4EF6-1A88-3084-259F-AFC0D44FABD7}"/>
              </a:ext>
            </a:extLst>
          </p:cNvPr>
          <p:cNvSpPr>
            <a:spLocks noGrp="1"/>
          </p:cNvSpPr>
          <p:nvPr>
            <p:ph type="body" sz="quarter" idx="20"/>
          </p:nvPr>
        </p:nvSpPr>
        <p:spPr>
          <a:xfrm>
            <a:off x="6210060" y="1643271"/>
            <a:ext cx="2651760" cy="390798"/>
          </a:xfrm>
        </p:spPr>
        <p:txBody>
          <a:bodyPr/>
          <a:lstStyle/>
          <a:p>
            <a:r>
              <a:rPr lang="en-US">
                <a:sym typeface="BentonSans Medium"/>
              </a:rPr>
              <a:t>Heading</a:t>
            </a:r>
          </a:p>
        </p:txBody>
      </p:sp>
      <p:sp>
        <p:nvSpPr>
          <p:cNvPr id="31" name="Text Placeholder 30">
            <a:extLst>
              <a:ext uri="{FF2B5EF4-FFF2-40B4-BE49-F238E27FC236}">
                <a16:creationId xmlns:a16="http://schemas.microsoft.com/office/drawing/2014/main" id="{44E34F32-5370-636A-EA1E-6A4C84971ECE}"/>
              </a:ext>
            </a:extLst>
          </p:cNvPr>
          <p:cNvSpPr>
            <a:spLocks noGrp="1"/>
          </p:cNvSpPr>
          <p:nvPr>
            <p:ph type="body" sz="quarter" idx="21"/>
          </p:nvPr>
        </p:nvSpPr>
        <p:spPr>
          <a:xfrm>
            <a:off x="9089666" y="1643271"/>
            <a:ext cx="2651760" cy="390798"/>
          </a:xfrm>
        </p:spPr>
        <p:txBody>
          <a:bodyPr/>
          <a:lstStyle/>
          <a:p>
            <a:r>
              <a:rPr lang="en-US">
                <a:sym typeface="BentonSans Medium"/>
              </a:rPr>
              <a:t>Heading</a:t>
            </a:r>
          </a:p>
        </p:txBody>
      </p:sp>
      <p:pic>
        <p:nvPicPr>
          <p:cNvPr id="28" name="Graphic 27">
            <a:extLst>
              <a:ext uri="{FF2B5EF4-FFF2-40B4-BE49-F238E27FC236}">
                <a16:creationId xmlns:a16="http://schemas.microsoft.com/office/drawing/2014/main" id="{5FFFE930-F23A-3989-ECFB-E2845A659F3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874194" y="2604254"/>
            <a:ext cx="1082704" cy="1082704"/>
          </a:xfrm>
          <a:prstGeom prst="rect">
            <a:avLst/>
          </a:prstGeom>
        </p:spPr>
      </p:pic>
      <p:pic>
        <p:nvPicPr>
          <p:cNvPr id="29" name="Graphic 28">
            <a:extLst>
              <a:ext uri="{FF2B5EF4-FFF2-40B4-BE49-F238E27FC236}">
                <a16:creationId xmlns:a16="http://schemas.microsoft.com/office/drawing/2014/main" id="{839E1E5E-327B-07BF-A492-A12C1FD5A50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994496" y="2604254"/>
            <a:ext cx="1082704" cy="1082704"/>
          </a:xfrm>
          <a:prstGeom prst="rect">
            <a:avLst/>
          </a:prstGeom>
        </p:spPr>
      </p:pic>
      <p:pic>
        <p:nvPicPr>
          <p:cNvPr id="30" name="Graphic 29">
            <a:extLst>
              <a:ext uri="{FF2B5EF4-FFF2-40B4-BE49-F238E27FC236}">
                <a16:creationId xmlns:a16="http://schemas.microsoft.com/office/drawing/2014/main" id="{2B679901-D68A-7D24-9CE2-663C469FA71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114799" y="2604254"/>
            <a:ext cx="1082704" cy="1082704"/>
          </a:xfrm>
          <a:prstGeom prst="rect">
            <a:avLst/>
          </a:prstGeom>
        </p:spPr>
      </p:pic>
      <p:pic>
        <p:nvPicPr>
          <p:cNvPr id="32" name="Graphic 31">
            <a:extLst>
              <a:ext uri="{FF2B5EF4-FFF2-40B4-BE49-F238E27FC236}">
                <a16:creationId xmlns:a16="http://schemas.microsoft.com/office/drawing/2014/main" id="{DDDF8819-A885-1FF5-AE9C-C8E1CDF39F6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35102" y="2604254"/>
            <a:ext cx="1082704" cy="1082704"/>
          </a:xfrm>
          <a:prstGeom prst="rect">
            <a:avLst/>
          </a:prstGeom>
        </p:spPr>
      </p:pic>
    </p:spTree>
    <p:extLst>
      <p:ext uri="{BB962C8B-B14F-4D97-AF65-F5344CB8AC3E}">
        <p14:creationId xmlns:p14="http://schemas.microsoft.com/office/powerpoint/2010/main" val="2169041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9" name="Picture Placeholder 238">
            <a:extLst>
              <a:ext uri="{FF2B5EF4-FFF2-40B4-BE49-F238E27FC236}">
                <a16:creationId xmlns:a16="http://schemas.microsoft.com/office/drawing/2014/main" id="{D48F77FA-907C-5190-9B41-C7042A2F1642}"/>
              </a:ext>
            </a:extLst>
          </p:cNvPr>
          <p:cNvPicPr>
            <a:picLocks noGrp="1" noChangeAspect="1"/>
          </p:cNvPicPr>
          <p:nvPr>
            <p:ph type="pic" sz="quarter" idx="4294967295"/>
          </p:nvPr>
        </p:nvPicPr>
        <p:blipFill rotWithShape="1">
          <a:blip r:embed="rId2" cstate="print">
            <a:extLst>
              <a:ext uri="{28A0092B-C50C-407E-A947-70E740481C1C}">
                <a14:useLocalDpi xmlns:a14="http://schemas.microsoft.com/office/drawing/2010/main"/>
              </a:ext>
            </a:extLst>
          </a:blip>
          <a:srcRect t="4057" b="4057"/>
          <a:stretch/>
        </p:blipFill>
        <p:spPr>
          <a:xfrm>
            <a:off x="460375" y="2127249"/>
            <a:ext cx="5466796" cy="2173407"/>
          </a:xfrm>
          <a:prstGeom prst="rect">
            <a:avLst/>
          </a:prstGeom>
        </p:spPr>
      </p:pic>
      <p:pic>
        <p:nvPicPr>
          <p:cNvPr id="240" name="Picture Placeholder 239">
            <a:extLst>
              <a:ext uri="{FF2B5EF4-FFF2-40B4-BE49-F238E27FC236}">
                <a16:creationId xmlns:a16="http://schemas.microsoft.com/office/drawing/2014/main" id="{A1F09500-581F-08F2-CD78-D5AB4DED5690}"/>
              </a:ext>
            </a:extLst>
          </p:cNvPr>
          <p:cNvPicPr>
            <a:picLocks noGrp="1" noChangeAspect="1"/>
          </p:cNvPicPr>
          <p:nvPr>
            <p:ph type="pic" sz="quarter" idx="4294967295"/>
          </p:nvPr>
        </p:nvPicPr>
        <p:blipFill rotWithShape="1">
          <a:blip r:embed="rId3" cstate="print">
            <a:extLst>
              <a:ext uri="{28A0092B-C50C-407E-A947-70E740481C1C}">
                <a14:useLocalDpi xmlns:a14="http://schemas.microsoft.com/office/drawing/2010/main"/>
              </a:ext>
            </a:extLst>
          </a:blip>
          <a:srcRect t="3781" b="3781"/>
          <a:stretch/>
        </p:blipFill>
        <p:spPr>
          <a:xfrm>
            <a:off x="6264829" y="2127249"/>
            <a:ext cx="5466796" cy="2173407"/>
          </a:xfrm>
          <a:prstGeom prst="rect">
            <a:avLst/>
          </a:prstGeom>
        </p:spPr>
      </p:pic>
      <p:sp>
        <p:nvSpPr>
          <p:cNvPr id="4" name="Content Placeholder 3">
            <a:extLst>
              <a:ext uri="{FF2B5EF4-FFF2-40B4-BE49-F238E27FC236}">
                <a16:creationId xmlns:a16="http://schemas.microsoft.com/office/drawing/2014/main" id="{817A0AC5-B6A1-2D72-2988-E9493D2898E4}"/>
              </a:ext>
            </a:extLst>
          </p:cNvPr>
          <p:cNvSpPr>
            <a:spLocks noGrp="1"/>
          </p:cNvSpPr>
          <p:nvPr>
            <p:ph idx="4294967295"/>
          </p:nvPr>
        </p:nvSpPr>
        <p:spPr>
          <a:xfrm>
            <a:off x="542558" y="4410634"/>
            <a:ext cx="5302430" cy="1645609"/>
          </a:xfrm>
          <a:prstGeom prst="rect">
            <a:avLst/>
          </a:prstGeom>
        </p:spPr>
        <p:txBody>
          <a:bodyPr/>
          <a:lstStyle/>
          <a:p>
            <a:r>
              <a:rPr lang="en-US"/>
              <a:t>Supporting text here</a:t>
            </a:r>
          </a:p>
          <a:p>
            <a:r>
              <a:rPr lang="en-US"/>
              <a:t>Supporting text here</a:t>
            </a:r>
          </a:p>
          <a:p>
            <a:r>
              <a:rPr lang="en-US"/>
              <a:t>Supporting text here</a:t>
            </a:r>
          </a:p>
          <a:p>
            <a:r>
              <a:rPr lang="en-US"/>
              <a:t>Supporting text here</a:t>
            </a:r>
          </a:p>
        </p:txBody>
      </p:sp>
      <p:sp>
        <p:nvSpPr>
          <p:cNvPr id="6" name="Content Placeholder 5">
            <a:extLst>
              <a:ext uri="{FF2B5EF4-FFF2-40B4-BE49-F238E27FC236}">
                <a16:creationId xmlns:a16="http://schemas.microsoft.com/office/drawing/2014/main" id="{6D164136-9621-C204-FAF4-E5924CB30179}"/>
              </a:ext>
            </a:extLst>
          </p:cNvPr>
          <p:cNvSpPr>
            <a:spLocks noGrp="1"/>
          </p:cNvSpPr>
          <p:nvPr>
            <p:ph idx="4294967295"/>
          </p:nvPr>
        </p:nvSpPr>
        <p:spPr>
          <a:xfrm>
            <a:off x="6347012" y="4410634"/>
            <a:ext cx="5302430" cy="1645609"/>
          </a:xfrm>
          <a:prstGeom prst="rect">
            <a:avLst/>
          </a:prstGeom>
        </p:spPr>
        <p:txBody>
          <a:bodyPr/>
          <a:lstStyle/>
          <a:p>
            <a:r>
              <a:rPr lang="en-US"/>
              <a:t>Supporting text here</a:t>
            </a:r>
          </a:p>
          <a:p>
            <a:r>
              <a:rPr lang="en-US"/>
              <a:t>Supporting text here</a:t>
            </a:r>
          </a:p>
          <a:p>
            <a:r>
              <a:rPr lang="en-US"/>
              <a:t>Supporting text here</a:t>
            </a:r>
          </a:p>
          <a:p>
            <a:r>
              <a:rPr lang="en-US"/>
              <a:t>Supporting text here</a:t>
            </a:r>
          </a:p>
        </p:txBody>
      </p:sp>
      <p:sp>
        <p:nvSpPr>
          <p:cNvPr id="148" name="Title 147">
            <a:extLst>
              <a:ext uri="{FF2B5EF4-FFF2-40B4-BE49-F238E27FC236}">
                <a16:creationId xmlns:a16="http://schemas.microsoft.com/office/drawing/2014/main" id="{3EF88EC2-BB2A-604B-9BFF-21359619AD19}"/>
              </a:ext>
            </a:extLst>
          </p:cNvPr>
          <p:cNvSpPr>
            <a:spLocks noGrp="1"/>
          </p:cNvSpPr>
          <p:nvPr>
            <p:ph type="title"/>
          </p:nvPr>
        </p:nvSpPr>
        <p:spPr>
          <a:xfrm>
            <a:off x="353010" y="264872"/>
            <a:ext cx="11496089" cy="454220"/>
          </a:xfrm>
        </p:spPr>
        <p:txBody>
          <a:bodyPr/>
          <a:lstStyle/>
          <a:p>
            <a:r>
              <a:rPr lang="en-US"/>
              <a:t>Two Panels with Pictures and Text</a:t>
            </a:r>
          </a:p>
        </p:txBody>
      </p:sp>
      <p:sp>
        <p:nvSpPr>
          <p:cNvPr id="12" name="Text Placeholder 11">
            <a:extLst>
              <a:ext uri="{FF2B5EF4-FFF2-40B4-BE49-F238E27FC236}">
                <a16:creationId xmlns:a16="http://schemas.microsoft.com/office/drawing/2014/main" id="{799158DA-ABDB-93CC-183E-444ED40FA0B1}"/>
              </a:ext>
            </a:extLst>
          </p:cNvPr>
          <p:cNvSpPr>
            <a:spLocks noGrp="1"/>
          </p:cNvSpPr>
          <p:nvPr>
            <p:ph type="body" sz="quarter" idx="4294967295"/>
          </p:nvPr>
        </p:nvSpPr>
        <p:spPr>
          <a:xfrm>
            <a:off x="450573" y="1643271"/>
            <a:ext cx="5486400" cy="390798"/>
          </a:xfrm>
          <a:prstGeom prst="rect">
            <a:avLst/>
          </a:prstGeom>
        </p:spPr>
        <p:txBody>
          <a:bodyPr/>
          <a:lstStyle/>
          <a:p>
            <a:r>
              <a:rPr lang="en-US" dirty="0">
                <a:sym typeface="BentonSans Medium"/>
              </a:rPr>
              <a:t>Heading</a:t>
            </a:r>
          </a:p>
        </p:txBody>
      </p:sp>
      <p:sp>
        <p:nvSpPr>
          <p:cNvPr id="13" name="Text Placeholder 12">
            <a:extLst>
              <a:ext uri="{FF2B5EF4-FFF2-40B4-BE49-F238E27FC236}">
                <a16:creationId xmlns:a16="http://schemas.microsoft.com/office/drawing/2014/main" id="{D4137011-AF32-8A5A-47D1-21EF46C5EE14}"/>
              </a:ext>
            </a:extLst>
          </p:cNvPr>
          <p:cNvSpPr>
            <a:spLocks noGrp="1"/>
          </p:cNvSpPr>
          <p:nvPr>
            <p:ph type="body" sz="quarter" idx="4294967295"/>
          </p:nvPr>
        </p:nvSpPr>
        <p:spPr>
          <a:xfrm>
            <a:off x="6255027" y="1643271"/>
            <a:ext cx="5486400" cy="390798"/>
          </a:xfrm>
          <a:prstGeom prst="rect">
            <a:avLst/>
          </a:prstGeom>
        </p:spPr>
        <p:txBody>
          <a:bodyPr/>
          <a:lstStyle/>
          <a:p>
            <a:r>
              <a:rPr lang="en-US">
                <a:sym typeface="BentonSans Medium"/>
              </a:rPr>
              <a:t>Heading</a:t>
            </a:r>
          </a:p>
        </p:txBody>
      </p:sp>
    </p:spTree>
    <p:extLst>
      <p:ext uri="{BB962C8B-B14F-4D97-AF65-F5344CB8AC3E}">
        <p14:creationId xmlns:p14="http://schemas.microsoft.com/office/powerpoint/2010/main" val="913712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8" name="Picture Placeholder 187">
            <a:extLst>
              <a:ext uri="{FF2B5EF4-FFF2-40B4-BE49-F238E27FC236}">
                <a16:creationId xmlns:a16="http://schemas.microsoft.com/office/drawing/2014/main" id="{FAF8BC9F-1E13-9BED-E121-06A02E0EAB48}"/>
              </a:ext>
            </a:extLst>
          </p:cNvPr>
          <p:cNvPicPr>
            <a:picLocks noGrp="1" noChangeAspect="1"/>
          </p:cNvPicPr>
          <p:nvPr>
            <p:ph type="pic" sz="quarter" idx="11"/>
          </p:nvPr>
        </p:nvPicPr>
        <p:blipFill rotWithShape="1">
          <a:blip r:embed="rId2" cstate="print">
            <a:extLst>
              <a:ext uri="{28A0092B-C50C-407E-A947-70E740481C1C}">
                <a14:useLocalDpi xmlns:a14="http://schemas.microsoft.com/office/drawing/2010/main"/>
              </a:ext>
            </a:extLst>
          </a:blip>
          <a:srcRect t="1731" b="1731"/>
          <a:stretch/>
        </p:blipFill>
        <p:spPr>
          <a:xfrm>
            <a:off x="463147" y="2127249"/>
            <a:ext cx="3486150" cy="2173407"/>
          </a:xfrm>
        </p:spPr>
      </p:pic>
      <p:pic>
        <p:nvPicPr>
          <p:cNvPr id="189" name="Picture Placeholder 188">
            <a:extLst>
              <a:ext uri="{FF2B5EF4-FFF2-40B4-BE49-F238E27FC236}">
                <a16:creationId xmlns:a16="http://schemas.microsoft.com/office/drawing/2014/main" id="{BFC8886B-21E2-5400-E654-3F720814283C}"/>
              </a:ext>
            </a:extLst>
          </p:cNvPr>
          <p:cNvPicPr>
            <a:picLocks noGrp="1" noChangeAspect="1"/>
          </p:cNvPicPr>
          <p:nvPr>
            <p:ph type="pic" sz="quarter" idx="13"/>
          </p:nvPr>
        </p:nvPicPr>
        <p:blipFill rotWithShape="1">
          <a:blip r:embed="rId3" cstate="print">
            <a:extLst>
              <a:ext uri="{28A0092B-C50C-407E-A947-70E740481C1C}">
                <a14:useLocalDpi xmlns:a14="http://schemas.microsoft.com/office/drawing/2010/main"/>
              </a:ext>
            </a:extLst>
          </a:blip>
          <a:srcRect t="1873" b="1873"/>
          <a:stretch/>
        </p:blipFill>
        <p:spPr>
          <a:xfrm>
            <a:off x="4352925" y="2127249"/>
            <a:ext cx="3486150" cy="2173407"/>
          </a:xfrm>
        </p:spPr>
      </p:pic>
      <p:pic>
        <p:nvPicPr>
          <p:cNvPr id="190" name="Picture Placeholder 189">
            <a:extLst>
              <a:ext uri="{FF2B5EF4-FFF2-40B4-BE49-F238E27FC236}">
                <a16:creationId xmlns:a16="http://schemas.microsoft.com/office/drawing/2014/main" id="{D0F2D318-F265-FD05-2541-AB9AD8DA809B}"/>
              </a:ext>
            </a:extLst>
          </p:cNvPr>
          <p:cNvPicPr>
            <a:picLocks noGrp="1" noChangeAspect="1"/>
          </p:cNvPicPr>
          <p:nvPr>
            <p:ph type="pic" sz="quarter" idx="16"/>
          </p:nvPr>
        </p:nvPicPr>
        <p:blipFill rotWithShape="1">
          <a:blip r:embed="rId4" cstate="print">
            <a:extLst>
              <a:ext uri="{28A0092B-C50C-407E-A947-70E740481C1C}">
                <a14:useLocalDpi xmlns:a14="http://schemas.microsoft.com/office/drawing/2010/main"/>
              </a:ext>
            </a:extLst>
          </a:blip>
          <a:srcRect t="1790" b="1790"/>
          <a:stretch/>
        </p:blipFill>
        <p:spPr>
          <a:xfrm>
            <a:off x="8242703" y="2127249"/>
            <a:ext cx="3486150" cy="2173407"/>
          </a:xfrm>
        </p:spPr>
      </p:pic>
      <p:sp>
        <p:nvSpPr>
          <p:cNvPr id="4" name="Content Placeholder 3">
            <a:extLst>
              <a:ext uri="{FF2B5EF4-FFF2-40B4-BE49-F238E27FC236}">
                <a16:creationId xmlns:a16="http://schemas.microsoft.com/office/drawing/2014/main" id="{817A0AC5-B6A1-2D72-2988-E9493D2898E4}"/>
              </a:ext>
            </a:extLst>
          </p:cNvPr>
          <p:cNvSpPr>
            <a:spLocks noGrp="1"/>
          </p:cNvSpPr>
          <p:nvPr>
            <p:ph idx="1"/>
          </p:nvPr>
        </p:nvSpPr>
        <p:spPr>
          <a:xfrm>
            <a:off x="544286" y="4410634"/>
            <a:ext cx="3323872" cy="1645609"/>
          </a:xfrm>
        </p:spPr>
        <p:txBody>
          <a:bodyPr/>
          <a:lstStyle/>
          <a:p>
            <a:r>
              <a:rPr lang="en-US"/>
              <a:t>Supporting text here</a:t>
            </a:r>
          </a:p>
          <a:p>
            <a:r>
              <a:rPr lang="en-US"/>
              <a:t>Supporting text here</a:t>
            </a:r>
          </a:p>
          <a:p>
            <a:r>
              <a:rPr lang="en-US"/>
              <a:t>Supporting text here</a:t>
            </a:r>
          </a:p>
          <a:p>
            <a:r>
              <a:rPr lang="en-US"/>
              <a:t>Supporting text here</a:t>
            </a:r>
          </a:p>
        </p:txBody>
      </p:sp>
      <p:sp>
        <p:nvSpPr>
          <p:cNvPr id="6" name="Content Placeholder 5">
            <a:extLst>
              <a:ext uri="{FF2B5EF4-FFF2-40B4-BE49-F238E27FC236}">
                <a16:creationId xmlns:a16="http://schemas.microsoft.com/office/drawing/2014/main" id="{6D164136-9621-C204-FAF4-E5924CB30179}"/>
              </a:ext>
            </a:extLst>
          </p:cNvPr>
          <p:cNvSpPr>
            <a:spLocks noGrp="1"/>
          </p:cNvSpPr>
          <p:nvPr>
            <p:ph idx="12"/>
          </p:nvPr>
        </p:nvSpPr>
        <p:spPr>
          <a:xfrm>
            <a:off x="4438918" y="4410634"/>
            <a:ext cx="3323872" cy="1645609"/>
          </a:xfrm>
        </p:spPr>
        <p:txBody>
          <a:bodyPr/>
          <a:lstStyle/>
          <a:p>
            <a:r>
              <a:rPr lang="en-US"/>
              <a:t>Supporting text here</a:t>
            </a:r>
          </a:p>
          <a:p>
            <a:r>
              <a:rPr lang="en-US"/>
              <a:t>Supporting text here</a:t>
            </a:r>
          </a:p>
          <a:p>
            <a:r>
              <a:rPr lang="en-US"/>
              <a:t>Supporting text here</a:t>
            </a:r>
          </a:p>
          <a:p>
            <a:r>
              <a:rPr lang="en-US"/>
              <a:t>Supporting text here</a:t>
            </a:r>
          </a:p>
        </p:txBody>
      </p:sp>
      <p:sp>
        <p:nvSpPr>
          <p:cNvPr id="8" name="Content Placeholder 7">
            <a:extLst>
              <a:ext uri="{FF2B5EF4-FFF2-40B4-BE49-F238E27FC236}">
                <a16:creationId xmlns:a16="http://schemas.microsoft.com/office/drawing/2014/main" id="{76CB0DD5-962A-A6E5-99E7-AC4DA78E17C1}"/>
              </a:ext>
            </a:extLst>
          </p:cNvPr>
          <p:cNvSpPr>
            <a:spLocks noGrp="1"/>
          </p:cNvSpPr>
          <p:nvPr>
            <p:ph idx="17"/>
          </p:nvPr>
        </p:nvSpPr>
        <p:spPr>
          <a:xfrm>
            <a:off x="8323842" y="4410634"/>
            <a:ext cx="3323872" cy="1645609"/>
          </a:xfrm>
        </p:spPr>
        <p:txBody>
          <a:bodyPr/>
          <a:lstStyle/>
          <a:p>
            <a:r>
              <a:rPr lang="en-US"/>
              <a:t>Supporting text here</a:t>
            </a:r>
          </a:p>
          <a:p>
            <a:r>
              <a:rPr lang="en-US"/>
              <a:t>Supporting text here</a:t>
            </a:r>
          </a:p>
          <a:p>
            <a:r>
              <a:rPr lang="en-US"/>
              <a:t>Supporting text here</a:t>
            </a:r>
          </a:p>
          <a:p>
            <a:r>
              <a:rPr lang="en-US"/>
              <a:t>Supporting text here</a:t>
            </a:r>
          </a:p>
        </p:txBody>
      </p:sp>
      <p:sp>
        <p:nvSpPr>
          <p:cNvPr id="148" name="Title 147">
            <a:extLst>
              <a:ext uri="{FF2B5EF4-FFF2-40B4-BE49-F238E27FC236}">
                <a16:creationId xmlns:a16="http://schemas.microsoft.com/office/drawing/2014/main" id="{3EF88EC2-BB2A-604B-9BFF-21359619AD19}"/>
              </a:ext>
            </a:extLst>
          </p:cNvPr>
          <p:cNvSpPr>
            <a:spLocks noGrp="1"/>
          </p:cNvSpPr>
          <p:nvPr>
            <p:ph type="title"/>
          </p:nvPr>
        </p:nvSpPr>
        <p:spPr>
          <a:xfrm>
            <a:off x="353010" y="264872"/>
            <a:ext cx="11496089" cy="454220"/>
          </a:xfrm>
        </p:spPr>
        <p:txBody>
          <a:bodyPr/>
          <a:lstStyle/>
          <a:p>
            <a:r>
              <a:rPr lang="en-US"/>
              <a:t>Three Panels with Pictures and Text</a:t>
            </a:r>
          </a:p>
        </p:txBody>
      </p:sp>
      <p:sp>
        <p:nvSpPr>
          <p:cNvPr id="12" name="Text Placeholder 11">
            <a:extLst>
              <a:ext uri="{FF2B5EF4-FFF2-40B4-BE49-F238E27FC236}">
                <a16:creationId xmlns:a16="http://schemas.microsoft.com/office/drawing/2014/main" id="{799158DA-ABDB-93CC-183E-444ED40FA0B1}"/>
              </a:ext>
            </a:extLst>
          </p:cNvPr>
          <p:cNvSpPr>
            <a:spLocks noGrp="1"/>
          </p:cNvSpPr>
          <p:nvPr>
            <p:ph type="body" sz="quarter" idx="18"/>
          </p:nvPr>
        </p:nvSpPr>
        <p:spPr>
          <a:xfrm>
            <a:off x="450574" y="1643271"/>
            <a:ext cx="3511296" cy="390798"/>
          </a:xfrm>
        </p:spPr>
        <p:txBody>
          <a:bodyPr/>
          <a:lstStyle/>
          <a:p>
            <a:r>
              <a:rPr lang="en-US">
                <a:sym typeface="BentonSans Medium"/>
              </a:rPr>
              <a:t>Heading</a:t>
            </a:r>
          </a:p>
        </p:txBody>
      </p:sp>
      <p:sp>
        <p:nvSpPr>
          <p:cNvPr id="13" name="Text Placeholder 12">
            <a:extLst>
              <a:ext uri="{FF2B5EF4-FFF2-40B4-BE49-F238E27FC236}">
                <a16:creationId xmlns:a16="http://schemas.microsoft.com/office/drawing/2014/main" id="{D4137011-AF32-8A5A-47D1-21EF46C5EE14}"/>
              </a:ext>
            </a:extLst>
          </p:cNvPr>
          <p:cNvSpPr>
            <a:spLocks noGrp="1"/>
          </p:cNvSpPr>
          <p:nvPr>
            <p:ph type="body" sz="quarter" idx="19"/>
          </p:nvPr>
        </p:nvSpPr>
        <p:spPr>
          <a:xfrm>
            <a:off x="4340352" y="1643271"/>
            <a:ext cx="3511296" cy="390798"/>
          </a:xfrm>
        </p:spPr>
        <p:txBody>
          <a:bodyPr/>
          <a:lstStyle/>
          <a:p>
            <a:r>
              <a:rPr lang="en-US">
                <a:sym typeface="BentonSans Medium"/>
              </a:rPr>
              <a:t>Heading</a:t>
            </a:r>
          </a:p>
        </p:txBody>
      </p:sp>
      <p:sp>
        <p:nvSpPr>
          <p:cNvPr id="14" name="Text Placeholder 13">
            <a:extLst>
              <a:ext uri="{FF2B5EF4-FFF2-40B4-BE49-F238E27FC236}">
                <a16:creationId xmlns:a16="http://schemas.microsoft.com/office/drawing/2014/main" id="{4786D9EF-5AA0-6D86-0878-256BD1540A73}"/>
              </a:ext>
            </a:extLst>
          </p:cNvPr>
          <p:cNvSpPr>
            <a:spLocks noGrp="1"/>
          </p:cNvSpPr>
          <p:nvPr>
            <p:ph type="body" sz="quarter" idx="20"/>
          </p:nvPr>
        </p:nvSpPr>
        <p:spPr>
          <a:xfrm>
            <a:off x="8230130" y="1643271"/>
            <a:ext cx="3511296" cy="390798"/>
          </a:xfrm>
        </p:spPr>
        <p:txBody>
          <a:bodyPr/>
          <a:lstStyle/>
          <a:p>
            <a:r>
              <a:rPr lang="en-US">
                <a:sym typeface="BentonSans Medium"/>
              </a:rPr>
              <a:t>Heading</a:t>
            </a:r>
          </a:p>
        </p:txBody>
      </p:sp>
    </p:spTree>
    <p:extLst>
      <p:ext uri="{BB962C8B-B14F-4D97-AF65-F5344CB8AC3E}">
        <p14:creationId xmlns:p14="http://schemas.microsoft.com/office/powerpoint/2010/main" val="424931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 name="Picture Placeholder 125">
            <a:extLst>
              <a:ext uri="{FF2B5EF4-FFF2-40B4-BE49-F238E27FC236}">
                <a16:creationId xmlns:a16="http://schemas.microsoft.com/office/drawing/2014/main" id="{C0709906-651B-9EF6-2E03-1CDD7DECBAA0}"/>
              </a:ext>
            </a:extLst>
          </p:cNvPr>
          <p:cNvPicPr>
            <a:picLocks noGrp="1" noChangeAspect="1"/>
          </p:cNvPicPr>
          <p:nvPr>
            <p:ph type="pic" sz="quarter" idx="11"/>
          </p:nvPr>
        </p:nvPicPr>
        <p:blipFill rotWithShape="1">
          <a:blip r:embed="rId2" cstate="print">
            <a:extLst>
              <a:ext uri="{28A0092B-C50C-407E-A947-70E740481C1C}">
                <a14:useLocalDpi xmlns:a14="http://schemas.microsoft.com/office/drawing/2010/main"/>
              </a:ext>
            </a:extLst>
          </a:blip>
          <a:srcRect l="235" r="235"/>
          <a:stretch/>
        </p:blipFill>
        <p:spPr>
          <a:xfrm>
            <a:off x="459856" y="2127249"/>
            <a:ext cx="2633472" cy="2173407"/>
          </a:xfrm>
        </p:spPr>
      </p:pic>
      <p:pic>
        <p:nvPicPr>
          <p:cNvPr id="129" name="Picture Placeholder 128">
            <a:extLst>
              <a:ext uri="{FF2B5EF4-FFF2-40B4-BE49-F238E27FC236}">
                <a16:creationId xmlns:a16="http://schemas.microsoft.com/office/drawing/2014/main" id="{FA51E6B1-7DAA-7FDC-88AB-248F02803557}"/>
              </a:ext>
            </a:extLst>
          </p:cNvPr>
          <p:cNvPicPr>
            <a:picLocks noGrp="1" noChangeAspect="1"/>
          </p:cNvPicPr>
          <p:nvPr>
            <p:ph type="pic" sz="quarter" idx="13"/>
          </p:nvPr>
        </p:nvPicPr>
        <p:blipFill rotWithShape="1">
          <a:blip r:embed="rId3" cstate="print">
            <a:extLst>
              <a:ext uri="{28A0092B-C50C-407E-A947-70E740481C1C}">
                <a14:useLocalDpi xmlns:a14="http://schemas.microsoft.com/office/drawing/2010/main"/>
              </a:ext>
            </a:extLst>
          </a:blip>
          <a:srcRect l="235" r="235"/>
          <a:stretch/>
        </p:blipFill>
        <p:spPr>
          <a:xfrm>
            <a:off x="3339507" y="2127249"/>
            <a:ext cx="2633472" cy="2173407"/>
          </a:xfrm>
        </p:spPr>
      </p:pic>
      <p:pic>
        <p:nvPicPr>
          <p:cNvPr id="132" name="Picture Placeholder 131">
            <a:extLst>
              <a:ext uri="{FF2B5EF4-FFF2-40B4-BE49-F238E27FC236}">
                <a16:creationId xmlns:a16="http://schemas.microsoft.com/office/drawing/2014/main" id="{46BCB1DE-0BE2-64A0-EEC0-F5822EAA48A5}"/>
              </a:ext>
            </a:extLst>
          </p:cNvPr>
          <p:cNvPicPr>
            <a:picLocks noGrp="1" noChangeAspect="1"/>
          </p:cNvPicPr>
          <p:nvPr>
            <p:ph type="pic" sz="quarter" idx="16"/>
          </p:nvPr>
        </p:nvPicPr>
        <p:blipFill rotWithShape="1">
          <a:blip r:embed="rId4" cstate="print">
            <a:extLst>
              <a:ext uri="{28A0092B-C50C-407E-A947-70E740481C1C}">
                <a14:useLocalDpi xmlns:a14="http://schemas.microsoft.com/office/drawing/2010/main"/>
              </a:ext>
            </a:extLst>
          </a:blip>
          <a:srcRect l="265" r="265"/>
          <a:stretch/>
        </p:blipFill>
        <p:spPr>
          <a:xfrm>
            <a:off x="6219158" y="2127249"/>
            <a:ext cx="2633472" cy="2173407"/>
          </a:xfrm>
        </p:spPr>
      </p:pic>
      <p:pic>
        <p:nvPicPr>
          <p:cNvPr id="135" name="Picture Placeholder 134">
            <a:extLst>
              <a:ext uri="{FF2B5EF4-FFF2-40B4-BE49-F238E27FC236}">
                <a16:creationId xmlns:a16="http://schemas.microsoft.com/office/drawing/2014/main" id="{D73C0DB5-C469-682E-598B-7FE6910218CF}"/>
              </a:ext>
            </a:extLst>
          </p:cNvPr>
          <p:cNvPicPr>
            <a:picLocks noGrp="1" noChangeAspect="1"/>
          </p:cNvPicPr>
          <p:nvPr>
            <p:ph type="pic" sz="quarter" idx="15"/>
          </p:nvPr>
        </p:nvPicPr>
        <p:blipFill rotWithShape="1">
          <a:blip r:embed="rId5" cstate="print">
            <a:extLst>
              <a:ext uri="{28A0092B-C50C-407E-A947-70E740481C1C}">
                <a14:useLocalDpi xmlns:a14="http://schemas.microsoft.com/office/drawing/2010/main"/>
              </a:ext>
            </a:extLst>
          </a:blip>
          <a:srcRect l="265" r="265"/>
          <a:stretch/>
        </p:blipFill>
        <p:spPr>
          <a:xfrm>
            <a:off x="9098810" y="2127249"/>
            <a:ext cx="2633472" cy="2173407"/>
          </a:xfrm>
        </p:spPr>
      </p:pic>
      <p:sp>
        <p:nvSpPr>
          <p:cNvPr id="8" name="Content Placeholder 7">
            <a:extLst>
              <a:ext uri="{FF2B5EF4-FFF2-40B4-BE49-F238E27FC236}">
                <a16:creationId xmlns:a16="http://schemas.microsoft.com/office/drawing/2014/main" id="{76CB0DD5-962A-A6E5-99E7-AC4DA78E17C1}"/>
              </a:ext>
            </a:extLst>
          </p:cNvPr>
          <p:cNvSpPr>
            <a:spLocks noGrp="1"/>
          </p:cNvSpPr>
          <p:nvPr>
            <p:ph idx="14"/>
          </p:nvPr>
        </p:nvSpPr>
        <p:spPr>
          <a:xfrm>
            <a:off x="9181106" y="4410634"/>
            <a:ext cx="2468880" cy="1645609"/>
          </a:xfrm>
        </p:spPr>
        <p:txBody>
          <a:bodyPr/>
          <a:lstStyle/>
          <a:p>
            <a:r>
              <a:rPr lang="en-US"/>
              <a:t>Supporting text here</a:t>
            </a:r>
          </a:p>
          <a:p>
            <a:r>
              <a:rPr lang="en-US"/>
              <a:t>Supporting text here</a:t>
            </a:r>
          </a:p>
          <a:p>
            <a:r>
              <a:rPr lang="en-US"/>
              <a:t>Supporting text here</a:t>
            </a:r>
          </a:p>
          <a:p>
            <a:r>
              <a:rPr lang="en-US"/>
              <a:t>Supporting text here</a:t>
            </a:r>
          </a:p>
        </p:txBody>
      </p:sp>
      <p:sp>
        <p:nvSpPr>
          <p:cNvPr id="4" name="Content Placeholder 3">
            <a:extLst>
              <a:ext uri="{FF2B5EF4-FFF2-40B4-BE49-F238E27FC236}">
                <a16:creationId xmlns:a16="http://schemas.microsoft.com/office/drawing/2014/main" id="{817A0AC5-B6A1-2D72-2988-E9493D2898E4}"/>
              </a:ext>
            </a:extLst>
          </p:cNvPr>
          <p:cNvSpPr>
            <a:spLocks noGrp="1"/>
          </p:cNvSpPr>
          <p:nvPr>
            <p:ph idx="1"/>
          </p:nvPr>
        </p:nvSpPr>
        <p:spPr>
          <a:xfrm>
            <a:off x="542152" y="4410634"/>
            <a:ext cx="2468880" cy="1645609"/>
          </a:xfrm>
        </p:spPr>
        <p:txBody>
          <a:bodyPr/>
          <a:lstStyle/>
          <a:p>
            <a:r>
              <a:rPr lang="en-US"/>
              <a:t>Supporting text here</a:t>
            </a:r>
          </a:p>
          <a:p>
            <a:r>
              <a:rPr lang="en-US"/>
              <a:t>Supporting text here</a:t>
            </a:r>
          </a:p>
          <a:p>
            <a:r>
              <a:rPr lang="en-US"/>
              <a:t>Supporting text here</a:t>
            </a:r>
          </a:p>
          <a:p>
            <a:r>
              <a:rPr lang="en-US"/>
              <a:t>Supporting text here</a:t>
            </a:r>
          </a:p>
        </p:txBody>
      </p:sp>
      <p:sp>
        <p:nvSpPr>
          <p:cNvPr id="6" name="Content Placeholder 5">
            <a:extLst>
              <a:ext uri="{FF2B5EF4-FFF2-40B4-BE49-F238E27FC236}">
                <a16:creationId xmlns:a16="http://schemas.microsoft.com/office/drawing/2014/main" id="{6D164136-9621-C204-FAF4-E5924CB30179}"/>
              </a:ext>
            </a:extLst>
          </p:cNvPr>
          <p:cNvSpPr>
            <a:spLocks noGrp="1"/>
          </p:cNvSpPr>
          <p:nvPr>
            <p:ph idx="12"/>
          </p:nvPr>
        </p:nvSpPr>
        <p:spPr>
          <a:xfrm>
            <a:off x="3421711" y="4410634"/>
            <a:ext cx="2468880" cy="1645609"/>
          </a:xfrm>
        </p:spPr>
        <p:txBody>
          <a:bodyPr/>
          <a:lstStyle/>
          <a:p>
            <a:r>
              <a:rPr lang="en-US"/>
              <a:t>Supporting text here</a:t>
            </a:r>
          </a:p>
          <a:p>
            <a:r>
              <a:rPr lang="en-US"/>
              <a:t>Supporting text here</a:t>
            </a:r>
          </a:p>
          <a:p>
            <a:r>
              <a:rPr lang="en-US"/>
              <a:t>Supporting text here</a:t>
            </a:r>
          </a:p>
          <a:p>
            <a:r>
              <a:rPr lang="en-US"/>
              <a:t>Supporting text here</a:t>
            </a:r>
          </a:p>
        </p:txBody>
      </p:sp>
      <p:sp>
        <p:nvSpPr>
          <p:cNvPr id="11" name="Content Placeholder 10">
            <a:extLst>
              <a:ext uri="{FF2B5EF4-FFF2-40B4-BE49-F238E27FC236}">
                <a16:creationId xmlns:a16="http://schemas.microsoft.com/office/drawing/2014/main" id="{684D9C04-F840-8DAE-4E85-62F6F9275A36}"/>
              </a:ext>
            </a:extLst>
          </p:cNvPr>
          <p:cNvSpPr>
            <a:spLocks noGrp="1"/>
          </p:cNvSpPr>
          <p:nvPr>
            <p:ph idx="17"/>
          </p:nvPr>
        </p:nvSpPr>
        <p:spPr>
          <a:xfrm>
            <a:off x="6301408" y="4410634"/>
            <a:ext cx="2468880" cy="1645609"/>
          </a:xfrm>
        </p:spPr>
        <p:txBody>
          <a:bodyPr/>
          <a:lstStyle/>
          <a:p>
            <a:r>
              <a:rPr lang="en-US"/>
              <a:t>Supporting text here</a:t>
            </a:r>
          </a:p>
          <a:p>
            <a:r>
              <a:rPr lang="en-US"/>
              <a:t>Supporting text here</a:t>
            </a:r>
          </a:p>
          <a:p>
            <a:r>
              <a:rPr lang="en-US"/>
              <a:t>Supporting text here</a:t>
            </a:r>
          </a:p>
          <a:p>
            <a:r>
              <a:rPr lang="en-US"/>
              <a:t>Supporting text here</a:t>
            </a:r>
          </a:p>
        </p:txBody>
      </p:sp>
      <p:sp>
        <p:nvSpPr>
          <p:cNvPr id="148" name="Title 147">
            <a:extLst>
              <a:ext uri="{FF2B5EF4-FFF2-40B4-BE49-F238E27FC236}">
                <a16:creationId xmlns:a16="http://schemas.microsoft.com/office/drawing/2014/main" id="{3EF88EC2-BB2A-604B-9BFF-21359619AD19}"/>
              </a:ext>
            </a:extLst>
          </p:cNvPr>
          <p:cNvSpPr>
            <a:spLocks noGrp="1"/>
          </p:cNvSpPr>
          <p:nvPr>
            <p:ph type="title"/>
          </p:nvPr>
        </p:nvSpPr>
        <p:spPr>
          <a:xfrm>
            <a:off x="353010" y="264872"/>
            <a:ext cx="11496089" cy="454220"/>
          </a:xfrm>
        </p:spPr>
        <p:txBody>
          <a:bodyPr/>
          <a:lstStyle/>
          <a:p>
            <a:r>
              <a:rPr lang="en-US"/>
              <a:t>Four Panels with Pictures and w/Text</a:t>
            </a:r>
          </a:p>
        </p:txBody>
      </p:sp>
      <p:sp>
        <p:nvSpPr>
          <p:cNvPr id="12" name="Text Placeholder 11">
            <a:extLst>
              <a:ext uri="{FF2B5EF4-FFF2-40B4-BE49-F238E27FC236}">
                <a16:creationId xmlns:a16="http://schemas.microsoft.com/office/drawing/2014/main" id="{799158DA-ABDB-93CC-183E-444ED40FA0B1}"/>
              </a:ext>
            </a:extLst>
          </p:cNvPr>
          <p:cNvSpPr>
            <a:spLocks noGrp="1"/>
          </p:cNvSpPr>
          <p:nvPr>
            <p:ph type="body" sz="quarter" idx="18"/>
          </p:nvPr>
        </p:nvSpPr>
        <p:spPr>
          <a:xfrm>
            <a:off x="450712" y="1643271"/>
            <a:ext cx="2651760" cy="390798"/>
          </a:xfrm>
        </p:spPr>
        <p:txBody>
          <a:bodyPr/>
          <a:lstStyle/>
          <a:p>
            <a:r>
              <a:rPr lang="en-US">
                <a:sym typeface="BentonSans Medium"/>
              </a:rPr>
              <a:t>Heading</a:t>
            </a:r>
          </a:p>
        </p:txBody>
      </p:sp>
      <p:sp>
        <p:nvSpPr>
          <p:cNvPr id="13" name="Text Placeholder 12">
            <a:extLst>
              <a:ext uri="{FF2B5EF4-FFF2-40B4-BE49-F238E27FC236}">
                <a16:creationId xmlns:a16="http://schemas.microsoft.com/office/drawing/2014/main" id="{D4137011-AF32-8A5A-47D1-21EF46C5EE14}"/>
              </a:ext>
            </a:extLst>
          </p:cNvPr>
          <p:cNvSpPr>
            <a:spLocks noGrp="1"/>
          </p:cNvSpPr>
          <p:nvPr>
            <p:ph type="body" sz="quarter" idx="19"/>
          </p:nvPr>
        </p:nvSpPr>
        <p:spPr>
          <a:xfrm>
            <a:off x="3330455" y="1643271"/>
            <a:ext cx="2651760" cy="390798"/>
          </a:xfrm>
        </p:spPr>
        <p:txBody>
          <a:bodyPr/>
          <a:lstStyle/>
          <a:p>
            <a:r>
              <a:rPr lang="en-US">
                <a:sym typeface="BentonSans Medium"/>
              </a:rPr>
              <a:t>Heading</a:t>
            </a:r>
          </a:p>
        </p:txBody>
      </p:sp>
      <p:sp>
        <p:nvSpPr>
          <p:cNvPr id="14" name="Text Placeholder 13">
            <a:extLst>
              <a:ext uri="{FF2B5EF4-FFF2-40B4-BE49-F238E27FC236}">
                <a16:creationId xmlns:a16="http://schemas.microsoft.com/office/drawing/2014/main" id="{4786D9EF-5AA0-6D86-0878-256BD1540A73}"/>
              </a:ext>
            </a:extLst>
          </p:cNvPr>
          <p:cNvSpPr>
            <a:spLocks noGrp="1"/>
          </p:cNvSpPr>
          <p:nvPr>
            <p:ph type="body" sz="quarter" idx="20"/>
          </p:nvPr>
        </p:nvSpPr>
        <p:spPr>
          <a:xfrm>
            <a:off x="6210060" y="1643271"/>
            <a:ext cx="2651760" cy="390798"/>
          </a:xfrm>
        </p:spPr>
        <p:txBody>
          <a:bodyPr/>
          <a:lstStyle/>
          <a:p>
            <a:r>
              <a:rPr lang="en-US">
                <a:sym typeface="BentonSans Medium"/>
              </a:rPr>
              <a:t>Heading</a:t>
            </a:r>
          </a:p>
        </p:txBody>
      </p:sp>
      <p:sp>
        <p:nvSpPr>
          <p:cNvPr id="15" name="Text Placeholder 14">
            <a:extLst>
              <a:ext uri="{FF2B5EF4-FFF2-40B4-BE49-F238E27FC236}">
                <a16:creationId xmlns:a16="http://schemas.microsoft.com/office/drawing/2014/main" id="{147BE63C-7663-A3F5-4636-CAE8B6C0FBCE}"/>
              </a:ext>
            </a:extLst>
          </p:cNvPr>
          <p:cNvSpPr>
            <a:spLocks noGrp="1"/>
          </p:cNvSpPr>
          <p:nvPr>
            <p:ph type="body" sz="quarter" idx="21"/>
          </p:nvPr>
        </p:nvSpPr>
        <p:spPr>
          <a:xfrm>
            <a:off x="9089666" y="1643271"/>
            <a:ext cx="2651760" cy="390798"/>
          </a:xfrm>
        </p:spPr>
        <p:txBody>
          <a:bodyPr/>
          <a:lstStyle/>
          <a:p>
            <a:r>
              <a:rPr lang="en-US">
                <a:sym typeface="BentonSans Medium"/>
              </a:rPr>
              <a:t>Heading</a:t>
            </a:r>
          </a:p>
        </p:txBody>
      </p:sp>
    </p:spTree>
    <p:extLst>
      <p:ext uri="{BB962C8B-B14F-4D97-AF65-F5344CB8AC3E}">
        <p14:creationId xmlns:p14="http://schemas.microsoft.com/office/powerpoint/2010/main" val="2825694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 name="Picture Placeholder 125">
            <a:extLst>
              <a:ext uri="{FF2B5EF4-FFF2-40B4-BE49-F238E27FC236}">
                <a16:creationId xmlns:a16="http://schemas.microsoft.com/office/drawing/2014/main" id="{C0709906-651B-9EF6-2E03-1CDD7DECBAA0}"/>
              </a:ext>
            </a:extLst>
          </p:cNvPr>
          <p:cNvPicPr>
            <a:picLocks noGrp="1" noChangeAspect="1"/>
          </p:cNvPicPr>
          <p:nvPr>
            <p:ph type="pic" sz="quarter" idx="11"/>
          </p:nvPr>
        </p:nvPicPr>
        <p:blipFill rotWithShape="1">
          <a:blip r:embed="rId2" cstate="print">
            <a:extLst>
              <a:ext uri="{28A0092B-C50C-407E-A947-70E740481C1C}">
                <a14:useLocalDpi xmlns:a14="http://schemas.microsoft.com/office/drawing/2010/main"/>
              </a:ext>
            </a:extLst>
          </a:blip>
          <a:srcRect t="598" b="598"/>
          <a:stretch/>
        </p:blipFill>
        <p:spPr>
          <a:xfrm>
            <a:off x="437606" y="2127249"/>
            <a:ext cx="2677972" cy="2173407"/>
          </a:xfrm>
        </p:spPr>
      </p:pic>
      <p:pic>
        <p:nvPicPr>
          <p:cNvPr id="129" name="Picture Placeholder 128">
            <a:extLst>
              <a:ext uri="{FF2B5EF4-FFF2-40B4-BE49-F238E27FC236}">
                <a16:creationId xmlns:a16="http://schemas.microsoft.com/office/drawing/2014/main" id="{FA51E6B1-7DAA-7FDC-88AB-248F02803557}"/>
              </a:ext>
            </a:extLst>
          </p:cNvPr>
          <p:cNvPicPr>
            <a:picLocks noGrp="1" noChangeAspect="1"/>
          </p:cNvPicPr>
          <p:nvPr>
            <p:ph type="pic" sz="quarter" idx="13"/>
          </p:nvPr>
        </p:nvPicPr>
        <p:blipFill rotWithShape="1">
          <a:blip r:embed="rId3" cstate="print">
            <a:extLst>
              <a:ext uri="{28A0092B-C50C-407E-A947-70E740481C1C}">
                <a14:useLocalDpi xmlns:a14="http://schemas.microsoft.com/office/drawing/2010/main"/>
              </a:ext>
            </a:extLst>
          </a:blip>
          <a:srcRect t="598" b="598"/>
          <a:stretch/>
        </p:blipFill>
        <p:spPr>
          <a:xfrm>
            <a:off x="3317257" y="2127249"/>
            <a:ext cx="2677972" cy="2173407"/>
          </a:xfrm>
        </p:spPr>
      </p:pic>
      <p:pic>
        <p:nvPicPr>
          <p:cNvPr id="132" name="Picture Placeholder 131">
            <a:extLst>
              <a:ext uri="{FF2B5EF4-FFF2-40B4-BE49-F238E27FC236}">
                <a16:creationId xmlns:a16="http://schemas.microsoft.com/office/drawing/2014/main" id="{46BCB1DE-0BE2-64A0-EEC0-F5822EAA48A5}"/>
              </a:ext>
            </a:extLst>
          </p:cNvPr>
          <p:cNvPicPr>
            <a:picLocks noGrp="1" noChangeAspect="1"/>
          </p:cNvPicPr>
          <p:nvPr>
            <p:ph type="pic" sz="quarter" idx="16"/>
          </p:nvPr>
        </p:nvPicPr>
        <p:blipFill rotWithShape="1">
          <a:blip r:embed="rId4" cstate="print">
            <a:extLst>
              <a:ext uri="{28A0092B-C50C-407E-A947-70E740481C1C}">
                <a14:useLocalDpi xmlns:a14="http://schemas.microsoft.com/office/drawing/2010/main"/>
              </a:ext>
            </a:extLst>
          </a:blip>
          <a:srcRect t="568" b="568"/>
          <a:stretch/>
        </p:blipFill>
        <p:spPr>
          <a:xfrm>
            <a:off x="6196908" y="2127249"/>
            <a:ext cx="2677972" cy="2173407"/>
          </a:xfrm>
        </p:spPr>
      </p:pic>
      <p:pic>
        <p:nvPicPr>
          <p:cNvPr id="135" name="Picture Placeholder 134">
            <a:extLst>
              <a:ext uri="{FF2B5EF4-FFF2-40B4-BE49-F238E27FC236}">
                <a16:creationId xmlns:a16="http://schemas.microsoft.com/office/drawing/2014/main" id="{D73C0DB5-C469-682E-598B-7FE6910218CF}"/>
              </a:ext>
            </a:extLst>
          </p:cNvPr>
          <p:cNvPicPr>
            <a:picLocks noGrp="1" noChangeAspect="1"/>
          </p:cNvPicPr>
          <p:nvPr>
            <p:ph type="pic" sz="quarter" idx="15"/>
          </p:nvPr>
        </p:nvPicPr>
        <p:blipFill rotWithShape="1">
          <a:blip r:embed="rId5" cstate="print">
            <a:extLst>
              <a:ext uri="{28A0092B-C50C-407E-A947-70E740481C1C}">
                <a14:useLocalDpi xmlns:a14="http://schemas.microsoft.com/office/drawing/2010/main"/>
              </a:ext>
            </a:extLst>
          </a:blip>
          <a:srcRect t="568" b="568"/>
          <a:stretch/>
        </p:blipFill>
        <p:spPr>
          <a:xfrm>
            <a:off x="9076560" y="2127249"/>
            <a:ext cx="2677972" cy="2173407"/>
          </a:xfrm>
        </p:spPr>
      </p:pic>
      <p:sp>
        <p:nvSpPr>
          <p:cNvPr id="148" name="Title 147">
            <a:extLst>
              <a:ext uri="{FF2B5EF4-FFF2-40B4-BE49-F238E27FC236}">
                <a16:creationId xmlns:a16="http://schemas.microsoft.com/office/drawing/2014/main" id="{3EF88EC2-BB2A-604B-9BFF-21359619AD19}"/>
              </a:ext>
            </a:extLst>
          </p:cNvPr>
          <p:cNvSpPr>
            <a:spLocks noGrp="1"/>
          </p:cNvSpPr>
          <p:nvPr>
            <p:ph type="title"/>
          </p:nvPr>
        </p:nvSpPr>
        <p:spPr>
          <a:xfrm>
            <a:off x="353010" y="264872"/>
            <a:ext cx="11496089" cy="454220"/>
          </a:xfrm>
        </p:spPr>
        <p:txBody>
          <a:bodyPr/>
          <a:lstStyle/>
          <a:p>
            <a:r>
              <a:rPr lang="en-US"/>
              <a:t>Four Panels with Pictures</a:t>
            </a:r>
          </a:p>
        </p:txBody>
      </p:sp>
      <p:sp>
        <p:nvSpPr>
          <p:cNvPr id="12" name="Text Placeholder 11">
            <a:extLst>
              <a:ext uri="{FF2B5EF4-FFF2-40B4-BE49-F238E27FC236}">
                <a16:creationId xmlns:a16="http://schemas.microsoft.com/office/drawing/2014/main" id="{799158DA-ABDB-93CC-183E-444ED40FA0B1}"/>
              </a:ext>
            </a:extLst>
          </p:cNvPr>
          <p:cNvSpPr>
            <a:spLocks noGrp="1"/>
          </p:cNvSpPr>
          <p:nvPr>
            <p:ph type="body" sz="quarter" idx="18"/>
          </p:nvPr>
        </p:nvSpPr>
        <p:spPr>
          <a:xfrm>
            <a:off x="450712" y="1643271"/>
            <a:ext cx="2651760" cy="390798"/>
          </a:xfrm>
        </p:spPr>
        <p:txBody>
          <a:bodyPr/>
          <a:lstStyle/>
          <a:p>
            <a:r>
              <a:rPr lang="en-US">
                <a:sym typeface="BentonSans Medium"/>
              </a:rPr>
              <a:t>Heading</a:t>
            </a:r>
          </a:p>
        </p:txBody>
      </p:sp>
      <p:sp>
        <p:nvSpPr>
          <p:cNvPr id="13" name="Text Placeholder 12">
            <a:extLst>
              <a:ext uri="{FF2B5EF4-FFF2-40B4-BE49-F238E27FC236}">
                <a16:creationId xmlns:a16="http://schemas.microsoft.com/office/drawing/2014/main" id="{D4137011-AF32-8A5A-47D1-21EF46C5EE14}"/>
              </a:ext>
            </a:extLst>
          </p:cNvPr>
          <p:cNvSpPr>
            <a:spLocks noGrp="1"/>
          </p:cNvSpPr>
          <p:nvPr>
            <p:ph type="body" sz="quarter" idx="19"/>
          </p:nvPr>
        </p:nvSpPr>
        <p:spPr>
          <a:xfrm>
            <a:off x="3330455" y="1643271"/>
            <a:ext cx="2651760" cy="390798"/>
          </a:xfrm>
        </p:spPr>
        <p:txBody>
          <a:bodyPr/>
          <a:lstStyle/>
          <a:p>
            <a:r>
              <a:rPr lang="en-US">
                <a:sym typeface="BentonSans Medium"/>
              </a:rPr>
              <a:t>Heading</a:t>
            </a:r>
          </a:p>
        </p:txBody>
      </p:sp>
      <p:sp>
        <p:nvSpPr>
          <p:cNvPr id="14" name="Text Placeholder 13">
            <a:extLst>
              <a:ext uri="{FF2B5EF4-FFF2-40B4-BE49-F238E27FC236}">
                <a16:creationId xmlns:a16="http://schemas.microsoft.com/office/drawing/2014/main" id="{4786D9EF-5AA0-6D86-0878-256BD1540A73}"/>
              </a:ext>
            </a:extLst>
          </p:cNvPr>
          <p:cNvSpPr>
            <a:spLocks noGrp="1"/>
          </p:cNvSpPr>
          <p:nvPr>
            <p:ph type="body" sz="quarter" idx="20"/>
          </p:nvPr>
        </p:nvSpPr>
        <p:spPr>
          <a:xfrm>
            <a:off x="6210060" y="1643271"/>
            <a:ext cx="2651760" cy="390798"/>
          </a:xfrm>
        </p:spPr>
        <p:txBody>
          <a:bodyPr/>
          <a:lstStyle/>
          <a:p>
            <a:r>
              <a:rPr lang="en-US">
                <a:sym typeface="BentonSans Medium"/>
              </a:rPr>
              <a:t>Heading</a:t>
            </a:r>
          </a:p>
        </p:txBody>
      </p:sp>
      <p:sp>
        <p:nvSpPr>
          <p:cNvPr id="15" name="Text Placeholder 14">
            <a:extLst>
              <a:ext uri="{FF2B5EF4-FFF2-40B4-BE49-F238E27FC236}">
                <a16:creationId xmlns:a16="http://schemas.microsoft.com/office/drawing/2014/main" id="{147BE63C-7663-A3F5-4636-CAE8B6C0FBCE}"/>
              </a:ext>
            </a:extLst>
          </p:cNvPr>
          <p:cNvSpPr>
            <a:spLocks noGrp="1"/>
          </p:cNvSpPr>
          <p:nvPr>
            <p:ph type="body" sz="quarter" idx="21"/>
          </p:nvPr>
        </p:nvSpPr>
        <p:spPr>
          <a:xfrm>
            <a:off x="9089666" y="1643271"/>
            <a:ext cx="2651760" cy="390798"/>
          </a:xfrm>
        </p:spPr>
        <p:txBody>
          <a:bodyPr/>
          <a:lstStyle/>
          <a:p>
            <a:r>
              <a:rPr lang="en-US">
                <a:sym typeface="BentonSans Medium"/>
              </a:rPr>
              <a:t>Heading</a:t>
            </a:r>
          </a:p>
        </p:txBody>
      </p:sp>
    </p:spTree>
    <p:extLst>
      <p:ext uri="{BB962C8B-B14F-4D97-AF65-F5344CB8AC3E}">
        <p14:creationId xmlns:p14="http://schemas.microsoft.com/office/powerpoint/2010/main" val="109256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17A0AC5-B6A1-2D72-2988-E9493D2898E4}"/>
              </a:ext>
            </a:extLst>
          </p:cNvPr>
          <p:cNvSpPr>
            <a:spLocks noGrp="1"/>
          </p:cNvSpPr>
          <p:nvPr>
            <p:ph idx="1"/>
          </p:nvPr>
        </p:nvSpPr>
        <p:spPr>
          <a:xfrm>
            <a:off x="544286" y="2348564"/>
            <a:ext cx="3323872" cy="3707679"/>
          </a:xfrm>
        </p:spPr>
        <p:txBody>
          <a:bodyPr/>
          <a:lstStyle/>
          <a:p>
            <a:r>
              <a:rPr lang="en-US"/>
              <a:t>Supporting text here</a:t>
            </a:r>
          </a:p>
          <a:p>
            <a:r>
              <a:rPr lang="en-US"/>
              <a:t>Supporting text here</a:t>
            </a:r>
          </a:p>
          <a:p>
            <a:r>
              <a:rPr lang="en-US"/>
              <a:t>Supporting text here</a:t>
            </a:r>
          </a:p>
          <a:p>
            <a:r>
              <a:rPr lang="en-US"/>
              <a:t>Supporting text here</a:t>
            </a:r>
          </a:p>
        </p:txBody>
      </p:sp>
      <p:sp>
        <p:nvSpPr>
          <p:cNvPr id="8" name="Content Placeholder 7">
            <a:extLst>
              <a:ext uri="{FF2B5EF4-FFF2-40B4-BE49-F238E27FC236}">
                <a16:creationId xmlns:a16="http://schemas.microsoft.com/office/drawing/2014/main" id="{76CB0DD5-962A-A6E5-99E7-AC4DA78E17C1}"/>
              </a:ext>
            </a:extLst>
          </p:cNvPr>
          <p:cNvSpPr>
            <a:spLocks noGrp="1"/>
          </p:cNvSpPr>
          <p:nvPr>
            <p:ph idx="12"/>
          </p:nvPr>
        </p:nvSpPr>
        <p:spPr>
          <a:xfrm>
            <a:off x="4438918" y="2348564"/>
            <a:ext cx="3323872" cy="3707679"/>
          </a:xfrm>
        </p:spPr>
        <p:txBody>
          <a:bodyPr/>
          <a:lstStyle/>
          <a:p>
            <a:r>
              <a:rPr lang="en-US"/>
              <a:t>Supporting text here</a:t>
            </a:r>
          </a:p>
          <a:p>
            <a:r>
              <a:rPr lang="en-US"/>
              <a:t>Supporting text here</a:t>
            </a:r>
          </a:p>
          <a:p>
            <a:r>
              <a:rPr lang="en-US"/>
              <a:t>Supporting text here</a:t>
            </a:r>
          </a:p>
          <a:p>
            <a:r>
              <a:rPr lang="en-US"/>
              <a:t>Supporting text here</a:t>
            </a:r>
          </a:p>
        </p:txBody>
      </p:sp>
      <p:sp>
        <p:nvSpPr>
          <p:cNvPr id="17" name="Content Placeholder 16">
            <a:extLst>
              <a:ext uri="{FF2B5EF4-FFF2-40B4-BE49-F238E27FC236}">
                <a16:creationId xmlns:a16="http://schemas.microsoft.com/office/drawing/2014/main" id="{03199911-48D0-99B9-3828-BB21B584D769}"/>
              </a:ext>
            </a:extLst>
          </p:cNvPr>
          <p:cNvSpPr>
            <a:spLocks noGrp="1"/>
          </p:cNvSpPr>
          <p:nvPr>
            <p:ph idx="17"/>
          </p:nvPr>
        </p:nvSpPr>
        <p:spPr>
          <a:xfrm>
            <a:off x="8323842" y="2348564"/>
            <a:ext cx="3323872" cy="3707679"/>
          </a:xfrm>
        </p:spPr>
        <p:txBody>
          <a:bodyPr/>
          <a:lstStyle/>
          <a:p>
            <a:r>
              <a:rPr lang="en-US"/>
              <a:t>Supporting text here</a:t>
            </a:r>
          </a:p>
          <a:p>
            <a:r>
              <a:rPr lang="en-US"/>
              <a:t>Supporting text here</a:t>
            </a:r>
          </a:p>
          <a:p>
            <a:r>
              <a:rPr lang="en-US"/>
              <a:t>Supporting text here</a:t>
            </a:r>
          </a:p>
          <a:p>
            <a:r>
              <a:rPr lang="en-US"/>
              <a:t>Supporting text here</a:t>
            </a:r>
          </a:p>
        </p:txBody>
      </p:sp>
      <p:sp>
        <p:nvSpPr>
          <p:cNvPr id="148" name="Title 147">
            <a:extLst>
              <a:ext uri="{FF2B5EF4-FFF2-40B4-BE49-F238E27FC236}">
                <a16:creationId xmlns:a16="http://schemas.microsoft.com/office/drawing/2014/main" id="{3EF88EC2-BB2A-604B-9BFF-21359619AD19}"/>
              </a:ext>
            </a:extLst>
          </p:cNvPr>
          <p:cNvSpPr>
            <a:spLocks noGrp="1"/>
          </p:cNvSpPr>
          <p:nvPr>
            <p:ph type="title"/>
          </p:nvPr>
        </p:nvSpPr>
        <p:spPr>
          <a:xfrm>
            <a:off x="353010" y="264872"/>
            <a:ext cx="11496089" cy="454220"/>
          </a:xfrm>
        </p:spPr>
        <p:txBody>
          <a:bodyPr/>
          <a:lstStyle/>
          <a:p>
            <a:r>
              <a:rPr lang="en-US"/>
              <a:t>Three Panels and Text</a:t>
            </a:r>
          </a:p>
        </p:txBody>
      </p:sp>
      <p:sp>
        <p:nvSpPr>
          <p:cNvPr id="12" name="Text Placeholder 11">
            <a:extLst>
              <a:ext uri="{FF2B5EF4-FFF2-40B4-BE49-F238E27FC236}">
                <a16:creationId xmlns:a16="http://schemas.microsoft.com/office/drawing/2014/main" id="{799158DA-ABDB-93CC-183E-444ED40FA0B1}"/>
              </a:ext>
            </a:extLst>
          </p:cNvPr>
          <p:cNvSpPr>
            <a:spLocks noGrp="1"/>
          </p:cNvSpPr>
          <p:nvPr>
            <p:ph type="body" sz="quarter" idx="18"/>
          </p:nvPr>
        </p:nvSpPr>
        <p:spPr>
          <a:xfrm>
            <a:off x="450574" y="1643271"/>
            <a:ext cx="3511296" cy="390798"/>
          </a:xfrm>
        </p:spPr>
        <p:txBody>
          <a:bodyPr/>
          <a:lstStyle/>
          <a:p>
            <a:r>
              <a:rPr lang="en-US">
                <a:sym typeface="BentonSans Medium"/>
              </a:rPr>
              <a:t>Heading</a:t>
            </a:r>
          </a:p>
        </p:txBody>
      </p:sp>
      <p:sp>
        <p:nvSpPr>
          <p:cNvPr id="13" name="Text Placeholder 12">
            <a:extLst>
              <a:ext uri="{FF2B5EF4-FFF2-40B4-BE49-F238E27FC236}">
                <a16:creationId xmlns:a16="http://schemas.microsoft.com/office/drawing/2014/main" id="{D4137011-AF32-8A5A-47D1-21EF46C5EE14}"/>
              </a:ext>
            </a:extLst>
          </p:cNvPr>
          <p:cNvSpPr>
            <a:spLocks noGrp="1"/>
          </p:cNvSpPr>
          <p:nvPr>
            <p:ph type="body" sz="quarter" idx="19"/>
          </p:nvPr>
        </p:nvSpPr>
        <p:spPr>
          <a:xfrm>
            <a:off x="4340352" y="1643271"/>
            <a:ext cx="3511296" cy="390798"/>
          </a:xfrm>
        </p:spPr>
        <p:txBody>
          <a:bodyPr/>
          <a:lstStyle/>
          <a:p>
            <a:r>
              <a:rPr lang="en-US">
                <a:sym typeface="BentonSans Medium"/>
              </a:rPr>
              <a:t>Heading</a:t>
            </a:r>
          </a:p>
        </p:txBody>
      </p:sp>
      <p:sp>
        <p:nvSpPr>
          <p:cNvPr id="14" name="Text Placeholder 13">
            <a:extLst>
              <a:ext uri="{FF2B5EF4-FFF2-40B4-BE49-F238E27FC236}">
                <a16:creationId xmlns:a16="http://schemas.microsoft.com/office/drawing/2014/main" id="{4786D9EF-5AA0-6D86-0878-256BD1540A73}"/>
              </a:ext>
            </a:extLst>
          </p:cNvPr>
          <p:cNvSpPr>
            <a:spLocks noGrp="1"/>
          </p:cNvSpPr>
          <p:nvPr>
            <p:ph type="body" sz="quarter" idx="20"/>
          </p:nvPr>
        </p:nvSpPr>
        <p:spPr>
          <a:xfrm>
            <a:off x="8230130" y="1643271"/>
            <a:ext cx="3511296" cy="390798"/>
          </a:xfrm>
        </p:spPr>
        <p:txBody>
          <a:bodyPr/>
          <a:lstStyle/>
          <a:p>
            <a:r>
              <a:rPr lang="en-US">
                <a:sym typeface="BentonSans Medium"/>
              </a:rPr>
              <a:t>Heading</a:t>
            </a:r>
          </a:p>
        </p:txBody>
      </p:sp>
      <p:sp>
        <p:nvSpPr>
          <p:cNvPr id="25" name="Content Placeholder 24">
            <a:extLst>
              <a:ext uri="{FF2B5EF4-FFF2-40B4-BE49-F238E27FC236}">
                <a16:creationId xmlns:a16="http://schemas.microsoft.com/office/drawing/2014/main" id="{614AD760-0309-BBA5-C308-24AE6F6A99D2}"/>
              </a:ext>
            </a:extLst>
          </p:cNvPr>
          <p:cNvSpPr>
            <a:spLocks noGrp="1"/>
          </p:cNvSpPr>
          <p:nvPr>
            <p:ph sz="quarter" idx="11"/>
          </p:nvPr>
        </p:nvSpPr>
        <p:spPr>
          <a:xfrm>
            <a:off x="353011" y="714413"/>
            <a:ext cx="11325225" cy="328417"/>
          </a:xfrm>
        </p:spPr>
        <p:txBody>
          <a:bodyPr/>
          <a:lstStyle/>
          <a:p>
            <a:r>
              <a:rPr lang="en-US"/>
              <a:t>Subtitle is </a:t>
            </a:r>
            <a:r>
              <a:rPr lang="en-US" b="0"/>
              <a:t>Arial </a:t>
            </a:r>
            <a:r>
              <a:rPr lang="en-US"/>
              <a:t>Regular 18pt. color gray, (R: 127 G:127 B:127) sentence case</a:t>
            </a:r>
          </a:p>
        </p:txBody>
      </p:sp>
    </p:spTree>
    <p:extLst>
      <p:ext uri="{BB962C8B-B14F-4D97-AF65-F5344CB8AC3E}">
        <p14:creationId xmlns:p14="http://schemas.microsoft.com/office/powerpoint/2010/main" val="4055968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Content Placeholder 22">
            <a:extLst>
              <a:ext uri="{FF2B5EF4-FFF2-40B4-BE49-F238E27FC236}">
                <a16:creationId xmlns:a16="http://schemas.microsoft.com/office/drawing/2014/main" id="{1CA27FCF-1922-916B-8E61-94607A39885E}"/>
              </a:ext>
            </a:extLst>
          </p:cNvPr>
          <p:cNvSpPr>
            <a:spLocks noGrp="1"/>
          </p:cNvSpPr>
          <p:nvPr>
            <p:ph idx="14"/>
          </p:nvPr>
        </p:nvSpPr>
        <p:spPr>
          <a:xfrm>
            <a:off x="9137086" y="2982214"/>
            <a:ext cx="2327292" cy="2327318"/>
          </a:xfrm>
        </p:spPr>
        <p:txBody>
          <a:bodyPr/>
          <a:lstStyle/>
          <a:p>
            <a:r>
              <a:rPr lang="en-US"/>
              <a:t>Supporting text here</a:t>
            </a:r>
          </a:p>
          <a:p>
            <a:r>
              <a:rPr lang="en-US"/>
              <a:t>Supporting text here</a:t>
            </a:r>
          </a:p>
          <a:p>
            <a:r>
              <a:rPr lang="en-US"/>
              <a:t>Supporting text here</a:t>
            </a:r>
          </a:p>
          <a:p>
            <a:r>
              <a:rPr lang="en-US"/>
              <a:t>Supporting text here</a:t>
            </a:r>
          </a:p>
        </p:txBody>
      </p:sp>
      <p:sp>
        <p:nvSpPr>
          <p:cNvPr id="21" name="Content Placeholder 20">
            <a:extLst>
              <a:ext uri="{FF2B5EF4-FFF2-40B4-BE49-F238E27FC236}">
                <a16:creationId xmlns:a16="http://schemas.microsoft.com/office/drawing/2014/main" id="{CF07AE0D-045F-9DF2-2441-EB13DD697C2C}"/>
              </a:ext>
            </a:extLst>
          </p:cNvPr>
          <p:cNvSpPr>
            <a:spLocks noGrp="1"/>
          </p:cNvSpPr>
          <p:nvPr>
            <p:ph idx="1"/>
          </p:nvPr>
        </p:nvSpPr>
        <p:spPr>
          <a:xfrm>
            <a:off x="725409" y="2982214"/>
            <a:ext cx="2331720" cy="2327318"/>
          </a:xfrm>
        </p:spPr>
        <p:txBody>
          <a:bodyPr/>
          <a:lstStyle/>
          <a:p>
            <a:r>
              <a:rPr lang="en-US"/>
              <a:t>Supporting text here</a:t>
            </a:r>
          </a:p>
          <a:p>
            <a:r>
              <a:rPr lang="en-US"/>
              <a:t>Supporting text here</a:t>
            </a:r>
          </a:p>
          <a:p>
            <a:r>
              <a:rPr lang="en-US"/>
              <a:t>Supporting text here</a:t>
            </a:r>
          </a:p>
          <a:p>
            <a:r>
              <a:rPr lang="en-US"/>
              <a:t>Supporting text here</a:t>
            </a:r>
          </a:p>
        </p:txBody>
      </p:sp>
      <p:sp>
        <p:nvSpPr>
          <p:cNvPr id="22" name="Content Placeholder 21">
            <a:extLst>
              <a:ext uri="{FF2B5EF4-FFF2-40B4-BE49-F238E27FC236}">
                <a16:creationId xmlns:a16="http://schemas.microsoft.com/office/drawing/2014/main" id="{415D684D-3804-B15B-40A6-8B1F6BB9CAF7}"/>
              </a:ext>
            </a:extLst>
          </p:cNvPr>
          <p:cNvSpPr>
            <a:spLocks noGrp="1"/>
          </p:cNvSpPr>
          <p:nvPr>
            <p:ph idx="12"/>
          </p:nvPr>
        </p:nvSpPr>
        <p:spPr>
          <a:xfrm>
            <a:off x="3530777" y="2982214"/>
            <a:ext cx="2327292" cy="2327318"/>
          </a:xfrm>
        </p:spPr>
        <p:txBody>
          <a:bodyPr/>
          <a:lstStyle/>
          <a:p>
            <a:r>
              <a:rPr lang="en-US"/>
              <a:t>Supporting text here</a:t>
            </a:r>
          </a:p>
          <a:p>
            <a:r>
              <a:rPr lang="en-US"/>
              <a:t>Supporting text here</a:t>
            </a:r>
          </a:p>
          <a:p>
            <a:r>
              <a:rPr lang="en-US"/>
              <a:t>Supporting text here</a:t>
            </a:r>
          </a:p>
          <a:p>
            <a:r>
              <a:rPr lang="en-US"/>
              <a:t>Supporting text here</a:t>
            </a:r>
          </a:p>
        </p:txBody>
      </p:sp>
      <p:sp>
        <p:nvSpPr>
          <p:cNvPr id="24" name="Content Placeholder 23">
            <a:extLst>
              <a:ext uri="{FF2B5EF4-FFF2-40B4-BE49-F238E27FC236}">
                <a16:creationId xmlns:a16="http://schemas.microsoft.com/office/drawing/2014/main" id="{B9CA1E8F-94DE-F7ED-6E59-406AA28654AB}"/>
              </a:ext>
            </a:extLst>
          </p:cNvPr>
          <p:cNvSpPr>
            <a:spLocks noGrp="1"/>
          </p:cNvSpPr>
          <p:nvPr>
            <p:ph idx="17"/>
          </p:nvPr>
        </p:nvSpPr>
        <p:spPr>
          <a:xfrm>
            <a:off x="6333931" y="2982214"/>
            <a:ext cx="2327292" cy="2327318"/>
          </a:xfrm>
        </p:spPr>
        <p:txBody>
          <a:bodyPr/>
          <a:lstStyle/>
          <a:p>
            <a:r>
              <a:rPr lang="en-US"/>
              <a:t>Supporting text here</a:t>
            </a:r>
          </a:p>
          <a:p>
            <a:r>
              <a:rPr lang="en-US"/>
              <a:t>Supporting text here</a:t>
            </a:r>
          </a:p>
          <a:p>
            <a:r>
              <a:rPr lang="en-US"/>
              <a:t>Supporting text here</a:t>
            </a:r>
          </a:p>
          <a:p>
            <a:r>
              <a:rPr lang="en-US"/>
              <a:t>Supporting text here</a:t>
            </a:r>
          </a:p>
        </p:txBody>
      </p:sp>
      <p:sp>
        <p:nvSpPr>
          <p:cNvPr id="50" name="Title 49">
            <a:extLst>
              <a:ext uri="{FF2B5EF4-FFF2-40B4-BE49-F238E27FC236}">
                <a16:creationId xmlns:a16="http://schemas.microsoft.com/office/drawing/2014/main" id="{36F85CEF-A68E-EF0F-15A9-E7371B37DC38}"/>
              </a:ext>
            </a:extLst>
          </p:cNvPr>
          <p:cNvSpPr>
            <a:spLocks noGrp="1"/>
          </p:cNvSpPr>
          <p:nvPr>
            <p:ph type="title"/>
          </p:nvPr>
        </p:nvSpPr>
        <p:spPr/>
        <p:txBody>
          <a:bodyPr/>
          <a:lstStyle/>
          <a:p>
            <a:r>
              <a:rPr lang="en-US"/>
              <a:t>Four Panels, Icons, and Supporting Text</a:t>
            </a:r>
          </a:p>
        </p:txBody>
      </p:sp>
      <p:sp>
        <p:nvSpPr>
          <p:cNvPr id="25" name="Text Placeholder 24">
            <a:extLst>
              <a:ext uri="{FF2B5EF4-FFF2-40B4-BE49-F238E27FC236}">
                <a16:creationId xmlns:a16="http://schemas.microsoft.com/office/drawing/2014/main" id="{78C27CF1-57CD-2DE1-209D-FCCC7B973500}"/>
              </a:ext>
            </a:extLst>
          </p:cNvPr>
          <p:cNvSpPr>
            <a:spLocks noGrp="1"/>
          </p:cNvSpPr>
          <p:nvPr>
            <p:ph type="body" sz="quarter" idx="18"/>
          </p:nvPr>
        </p:nvSpPr>
        <p:spPr>
          <a:xfrm>
            <a:off x="725409" y="2519970"/>
            <a:ext cx="2331720" cy="390798"/>
          </a:xfrm>
        </p:spPr>
        <p:txBody>
          <a:bodyPr/>
          <a:lstStyle/>
          <a:p>
            <a:r>
              <a:rPr lang="en-US"/>
              <a:t>heading</a:t>
            </a:r>
          </a:p>
        </p:txBody>
      </p:sp>
      <p:sp>
        <p:nvSpPr>
          <p:cNvPr id="26" name="Text Placeholder 25">
            <a:extLst>
              <a:ext uri="{FF2B5EF4-FFF2-40B4-BE49-F238E27FC236}">
                <a16:creationId xmlns:a16="http://schemas.microsoft.com/office/drawing/2014/main" id="{1B66910F-12F3-1D73-EDF5-88049998B5DB}"/>
              </a:ext>
            </a:extLst>
          </p:cNvPr>
          <p:cNvSpPr>
            <a:spLocks noGrp="1"/>
          </p:cNvSpPr>
          <p:nvPr>
            <p:ph type="body" sz="quarter" idx="19"/>
          </p:nvPr>
        </p:nvSpPr>
        <p:spPr>
          <a:xfrm>
            <a:off x="3528563" y="2519970"/>
            <a:ext cx="2331720" cy="390798"/>
          </a:xfrm>
        </p:spPr>
        <p:txBody>
          <a:bodyPr/>
          <a:lstStyle/>
          <a:p>
            <a:r>
              <a:rPr lang="en-US"/>
              <a:t>heading</a:t>
            </a:r>
          </a:p>
        </p:txBody>
      </p:sp>
      <p:sp>
        <p:nvSpPr>
          <p:cNvPr id="27" name="Text Placeholder 26">
            <a:extLst>
              <a:ext uri="{FF2B5EF4-FFF2-40B4-BE49-F238E27FC236}">
                <a16:creationId xmlns:a16="http://schemas.microsoft.com/office/drawing/2014/main" id="{E8488F95-7F57-EF31-B977-48B4819FFD4F}"/>
              </a:ext>
            </a:extLst>
          </p:cNvPr>
          <p:cNvSpPr>
            <a:spLocks noGrp="1"/>
          </p:cNvSpPr>
          <p:nvPr>
            <p:ph type="body" sz="quarter" idx="20"/>
          </p:nvPr>
        </p:nvSpPr>
        <p:spPr>
          <a:xfrm>
            <a:off x="6331717" y="2519970"/>
            <a:ext cx="2331720" cy="390798"/>
          </a:xfrm>
        </p:spPr>
        <p:txBody>
          <a:bodyPr/>
          <a:lstStyle/>
          <a:p>
            <a:r>
              <a:rPr lang="en-US"/>
              <a:t>heading</a:t>
            </a:r>
          </a:p>
        </p:txBody>
      </p:sp>
      <p:sp>
        <p:nvSpPr>
          <p:cNvPr id="28" name="Text Placeholder 27">
            <a:extLst>
              <a:ext uri="{FF2B5EF4-FFF2-40B4-BE49-F238E27FC236}">
                <a16:creationId xmlns:a16="http://schemas.microsoft.com/office/drawing/2014/main" id="{0824B9BB-BD04-95C6-CF2F-DCFFC2417567}"/>
              </a:ext>
            </a:extLst>
          </p:cNvPr>
          <p:cNvSpPr>
            <a:spLocks noGrp="1"/>
          </p:cNvSpPr>
          <p:nvPr>
            <p:ph type="body" sz="quarter" idx="21"/>
          </p:nvPr>
        </p:nvSpPr>
        <p:spPr>
          <a:xfrm>
            <a:off x="9134872" y="2519970"/>
            <a:ext cx="2331720" cy="390798"/>
          </a:xfrm>
        </p:spPr>
        <p:txBody>
          <a:bodyPr/>
          <a:lstStyle/>
          <a:p>
            <a:r>
              <a:rPr lang="en-US"/>
              <a:t>heading</a:t>
            </a:r>
          </a:p>
        </p:txBody>
      </p:sp>
      <p:pic>
        <p:nvPicPr>
          <p:cNvPr id="29" name="Graphic 28">
            <a:extLst>
              <a:ext uri="{FF2B5EF4-FFF2-40B4-BE49-F238E27FC236}">
                <a16:creationId xmlns:a16="http://schemas.microsoft.com/office/drawing/2014/main" id="{89554812-4995-BA2B-45C2-2F22F0AC220C}"/>
              </a:ext>
            </a:extLst>
          </p:cNvPr>
          <p:cNvPicPr>
            <a:picLocks noChangeAspect="1"/>
          </p:cNvPicPr>
          <p:nvPr/>
        </p:nvPicPr>
        <p:blipFill>
          <a:blip r:embed="rId2">
            <a:extLst>
              <a:ext uri="{96DAC541-7B7A-43D3-8B79-37D633B846F1}">
                <asvg:svgBlip xmlns:asvg="http://schemas.microsoft.com/office/drawing/2016/SVG/main" r:embed="rId3"/>
              </a:ext>
            </a:extLst>
          </a:blip>
          <a:srcRect t="783" b="783"/>
          <a:stretch/>
        </p:blipFill>
        <p:spPr>
          <a:xfrm>
            <a:off x="1386955" y="1284395"/>
            <a:ext cx="1005840" cy="1005840"/>
          </a:xfrm>
          <a:prstGeom prst="rect">
            <a:avLst/>
          </a:prstGeom>
        </p:spPr>
      </p:pic>
      <p:pic>
        <p:nvPicPr>
          <p:cNvPr id="30" name="Graphic 29">
            <a:extLst>
              <a:ext uri="{FF2B5EF4-FFF2-40B4-BE49-F238E27FC236}">
                <a16:creationId xmlns:a16="http://schemas.microsoft.com/office/drawing/2014/main" id="{F67534E3-3D12-A7DB-1043-686E3FDD9B7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40377" y="1352562"/>
            <a:ext cx="914400" cy="914400"/>
          </a:xfrm>
          <a:prstGeom prst="rect">
            <a:avLst/>
          </a:prstGeom>
        </p:spPr>
      </p:pic>
      <p:pic>
        <p:nvPicPr>
          <p:cNvPr id="31" name="Graphic 30">
            <a:extLst>
              <a:ext uri="{FF2B5EF4-FFF2-40B4-BE49-F238E27FC236}">
                <a16:creationId xmlns:a16="http://schemas.microsoft.com/office/drawing/2014/main" id="{8639CA56-15B4-FA9F-865B-C0D987D5FE5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797812" y="1326006"/>
            <a:ext cx="1005840" cy="1005840"/>
          </a:xfrm>
          <a:prstGeom prst="rect">
            <a:avLst/>
          </a:prstGeom>
        </p:spPr>
      </p:pic>
      <p:pic>
        <p:nvPicPr>
          <p:cNvPr id="32" name="Graphic 31">
            <a:extLst>
              <a:ext uri="{FF2B5EF4-FFF2-40B4-BE49-F238E27FC236}">
                <a16:creationId xmlns:a16="http://schemas.microsoft.com/office/drawing/2014/main" id="{32904F85-7EE1-AD85-238F-F1918BF2483C}"/>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4191503" y="1306842"/>
            <a:ext cx="1005840" cy="1005840"/>
          </a:xfrm>
          <a:prstGeom prst="rect">
            <a:avLst/>
          </a:prstGeom>
        </p:spPr>
      </p:pic>
    </p:spTree>
    <p:extLst>
      <p:ext uri="{BB962C8B-B14F-4D97-AF65-F5344CB8AC3E}">
        <p14:creationId xmlns:p14="http://schemas.microsoft.com/office/powerpoint/2010/main" val="522863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Content Placeholder 22">
            <a:extLst>
              <a:ext uri="{FF2B5EF4-FFF2-40B4-BE49-F238E27FC236}">
                <a16:creationId xmlns:a16="http://schemas.microsoft.com/office/drawing/2014/main" id="{1CA27FCF-1922-916B-8E61-94607A39885E}"/>
              </a:ext>
            </a:extLst>
          </p:cNvPr>
          <p:cNvSpPr>
            <a:spLocks noGrp="1"/>
          </p:cNvSpPr>
          <p:nvPr>
            <p:ph idx="14"/>
          </p:nvPr>
        </p:nvSpPr>
        <p:spPr>
          <a:xfrm>
            <a:off x="9137086" y="2982214"/>
            <a:ext cx="2327292" cy="2327318"/>
          </a:xfrm>
        </p:spPr>
        <p:txBody>
          <a:bodyPr/>
          <a:lstStyle/>
          <a:p>
            <a:r>
              <a:rPr lang="en-US"/>
              <a:t>Supporting text here</a:t>
            </a:r>
          </a:p>
          <a:p>
            <a:r>
              <a:rPr lang="en-US"/>
              <a:t>Supporting text here</a:t>
            </a:r>
          </a:p>
          <a:p>
            <a:r>
              <a:rPr lang="en-US"/>
              <a:t>Supporting text here</a:t>
            </a:r>
          </a:p>
          <a:p>
            <a:r>
              <a:rPr lang="en-US"/>
              <a:t>Supporting text here</a:t>
            </a:r>
          </a:p>
        </p:txBody>
      </p:sp>
      <p:sp>
        <p:nvSpPr>
          <p:cNvPr id="21" name="Content Placeholder 20">
            <a:extLst>
              <a:ext uri="{FF2B5EF4-FFF2-40B4-BE49-F238E27FC236}">
                <a16:creationId xmlns:a16="http://schemas.microsoft.com/office/drawing/2014/main" id="{CF07AE0D-045F-9DF2-2441-EB13DD697C2C}"/>
              </a:ext>
            </a:extLst>
          </p:cNvPr>
          <p:cNvSpPr>
            <a:spLocks noGrp="1"/>
          </p:cNvSpPr>
          <p:nvPr>
            <p:ph idx="1"/>
          </p:nvPr>
        </p:nvSpPr>
        <p:spPr>
          <a:xfrm>
            <a:off x="725409" y="2982214"/>
            <a:ext cx="2331720" cy="2327318"/>
          </a:xfrm>
        </p:spPr>
        <p:txBody>
          <a:bodyPr/>
          <a:lstStyle/>
          <a:p>
            <a:r>
              <a:rPr lang="en-US"/>
              <a:t>Supporting text here</a:t>
            </a:r>
          </a:p>
          <a:p>
            <a:r>
              <a:rPr lang="en-US"/>
              <a:t>Supporting text here</a:t>
            </a:r>
          </a:p>
          <a:p>
            <a:r>
              <a:rPr lang="en-US"/>
              <a:t>Supporting text here</a:t>
            </a:r>
          </a:p>
          <a:p>
            <a:r>
              <a:rPr lang="en-US"/>
              <a:t>Supporting text here</a:t>
            </a:r>
          </a:p>
        </p:txBody>
      </p:sp>
      <p:sp>
        <p:nvSpPr>
          <p:cNvPr id="22" name="Content Placeholder 21">
            <a:extLst>
              <a:ext uri="{FF2B5EF4-FFF2-40B4-BE49-F238E27FC236}">
                <a16:creationId xmlns:a16="http://schemas.microsoft.com/office/drawing/2014/main" id="{415D684D-3804-B15B-40A6-8B1F6BB9CAF7}"/>
              </a:ext>
            </a:extLst>
          </p:cNvPr>
          <p:cNvSpPr>
            <a:spLocks noGrp="1"/>
          </p:cNvSpPr>
          <p:nvPr>
            <p:ph idx="12"/>
          </p:nvPr>
        </p:nvSpPr>
        <p:spPr>
          <a:xfrm>
            <a:off x="3530777" y="2982214"/>
            <a:ext cx="2327292" cy="2327318"/>
          </a:xfrm>
        </p:spPr>
        <p:txBody>
          <a:bodyPr/>
          <a:lstStyle/>
          <a:p>
            <a:r>
              <a:rPr lang="en-US"/>
              <a:t>Supporting text here</a:t>
            </a:r>
          </a:p>
          <a:p>
            <a:r>
              <a:rPr lang="en-US"/>
              <a:t>Supporting text here</a:t>
            </a:r>
          </a:p>
          <a:p>
            <a:r>
              <a:rPr lang="en-US"/>
              <a:t>Supporting text here</a:t>
            </a:r>
          </a:p>
          <a:p>
            <a:r>
              <a:rPr lang="en-US"/>
              <a:t>Supporting text here</a:t>
            </a:r>
          </a:p>
        </p:txBody>
      </p:sp>
      <p:sp>
        <p:nvSpPr>
          <p:cNvPr id="24" name="Content Placeholder 23">
            <a:extLst>
              <a:ext uri="{FF2B5EF4-FFF2-40B4-BE49-F238E27FC236}">
                <a16:creationId xmlns:a16="http://schemas.microsoft.com/office/drawing/2014/main" id="{B9CA1E8F-94DE-F7ED-6E59-406AA28654AB}"/>
              </a:ext>
            </a:extLst>
          </p:cNvPr>
          <p:cNvSpPr>
            <a:spLocks noGrp="1"/>
          </p:cNvSpPr>
          <p:nvPr>
            <p:ph idx="17"/>
          </p:nvPr>
        </p:nvSpPr>
        <p:spPr>
          <a:xfrm>
            <a:off x="6333931" y="2982214"/>
            <a:ext cx="2327292" cy="2327318"/>
          </a:xfrm>
        </p:spPr>
        <p:txBody>
          <a:bodyPr/>
          <a:lstStyle/>
          <a:p>
            <a:r>
              <a:rPr lang="en-US"/>
              <a:t>Supporting text here</a:t>
            </a:r>
          </a:p>
          <a:p>
            <a:r>
              <a:rPr lang="en-US"/>
              <a:t>Supporting text here</a:t>
            </a:r>
          </a:p>
          <a:p>
            <a:r>
              <a:rPr lang="en-US"/>
              <a:t>Supporting text here</a:t>
            </a:r>
          </a:p>
          <a:p>
            <a:r>
              <a:rPr lang="en-US"/>
              <a:t>Supporting text here</a:t>
            </a:r>
          </a:p>
        </p:txBody>
      </p:sp>
      <p:sp>
        <p:nvSpPr>
          <p:cNvPr id="50" name="Title 49">
            <a:extLst>
              <a:ext uri="{FF2B5EF4-FFF2-40B4-BE49-F238E27FC236}">
                <a16:creationId xmlns:a16="http://schemas.microsoft.com/office/drawing/2014/main" id="{36F85CEF-A68E-EF0F-15A9-E7371B37DC38}"/>
              </a:ext>
            </a:extLst>
          </p:cNvPr>
          <p:cNvSpPr>
            <a:spLocks noGrp="1"/>
          </p:cNvSpPr>
          <p:nvPr>
            <p:ph type="title"/>
          </p:nvPr>
        </p:nvSpPr>
        <p:spPr>
          <a:xfrm>
            <a:off x="353010" y="264872"/>
            <a:ext cx="11496089" cy="454220"/>
          </a:xfrm>
        </p:spPr>
        <p:txBody>
          <a:bodyPr/>
          <a:lstStyle/>
          <a:p>
            <a:r>
              <a:rPr lang="en-US"/>
              <a:t>Four Panels, Icons, and Supporting Text</a:t>
            </a:r>
          </a:p>
        </p:txBody>
      </p:sp>
      <p:sp>
        <p:nvSpPr>
          <p:cNvPr id="25" name="Text Placeholder 24">
            <a:extLst>
              <a:ext uri="{FF2B5EF4-FFF2-40B4-BE49-F238E27FC236}">
                <a16:creationId xmlns:a16="http://schemas.microsoft.com/office/drawing/2014/main" id="{78C27CF1-57CD-2DE1-209D-FCCC7B973500}"/>
              </a:ext>
            </a:extLst>
          </p:cNvPr>
          <p:cNvSpPr>
            <a:spLocks noGrp="1"/>
          </p:cNvSpPr>
          <p:nvPr>
            <p:ph type="body" sz="quarter" idx="18"/>
          </p:nvPr>
        </p:nvSpPr>
        <p:spPr>
          <a:xfrm>
            <a:off x="725409" y="2519970"/>
            <a:ext cx="2331720" cy="390798"/>
          </a:xfrm>
        </p:spPr>
        <p:txBody>
          <a:bodyPr/>
          <a:lstStyle/>
          <a:p>
            <a:r>
              <a:rPr lang="en-US"/>
              <a:t>heading</a:t>
            </a:r>
          </a:p>
        </p:txBody>
      </p:sp>
      <p:sp>
        <p:nvSpPr>
          <p:cNvPr id="26" name="Text Placeholder 25">
            <a:extLst>
              <a:ext uri="{FF2B5EF4-FFF2-40B4-BE49-F238E27FC236}">
                <a16:creationId xmlns:a16="http://schemas.microsoft.com/office/drawing/2014/main" id="{1B66910F-12F3-1D73-EDF5-88049998B5DB}"/>
              </a:ext>
            </a:extLst>
          </p:cNvPr>
          <p:cNvSpPr>
            <a:spLocks noGrp="1"/>
          </p:cNvSpPr>
          <p:nvPr>
            <p:ph type="body" sz="quarter" idx="19"/>
          </p:nvPr>
        </p:nvSpPr>
        <p:spPr>
          <a:xfrm>
            <a:off x="3528563" y="2519970"/>
            <a:ext cx="2331720" cy="390798"/>
          </a:xfrm>
        </p:spPr>
        <p:txBody>
          <a:bodyPr/>
          <a:lstStyle/>
          <a:p>
            <a:r>
              <a:rPr lang="en-US"/>
              <a:t>heading</a:t>
            </a:r>
          </a:p>
        </p:txBody>
      </p:sp>
      <p:sp>
        <p:nvSpPr>
          <p:cNvPr id="27" name="Text Placeholder 26">
            <a:extLst>
              <a:ext uri="{FF2B5EF4-FFF2-40B4-BE49-F238E27FC236}">
                <a16:creationId xmlns:a16="http://schemas.microsoft.com/office/drawing/2014/main" id="{E8488F95-7F57-EF31-B977-48B4819FFD4F}"/>
              </a:ext>
            </a:extLst>
          </p:cNvPr>
          <p:cNvSpPr>
            <a:spLocks noGrp="1"/>
          </p:cNvSpPr>
          <p:nvPr>
            <p:ph type="body" sz="quarter" idx="20"/>
          </p:nvPr>
        </p:nvSpPr>
        <p:spPr>
          <a:xfrm>
            <a:off x="6331717" y="2519970"/>
            <a:ext cx="2331720" cy="390798"/>
          </a:xfrm>
        </p:spPr>
        <p:txBody>
          <a:bodyPr/>
          <a:lstStyle/>
          <a:p>
            <a:r>
              <a:rPr lang="en-US"/>
              <a:t>heading</a:t>
            </a:r>
          </a:p>
        </p:txBody>
      </p:sp>
      <p:sp>
        <p:nvSpPr>
          <p:cNvPr id="28" name="Text Placeholder 27">
            <a:extLst>
              <a:ext uri="{FF2B5EF4-FFF2-40B4-BE49-F238E27FC236}">
                <a16:creationId xmlns:a16="http://schemas.microsoft.com/office/drawing/2014/main" id="{0824B9BB-BD04-95C6-CF2F-DCFFC2417567}"/>
              </a:ext>
            </a:extLst>
          </p:cNvPr>
          <p:cNvSpPr>
            <a:spLocks noGrp="1"/>
          </p:cNvSpPr>
          <p:nvPr>
            <p:ph type="body" sz="quarter" idx="21"/>
          </p:nvPr>
        </p:nvSpPr>
        <p:spPr>
          <a:xfrm>
            <a:off x="9134872" y="2519970"/>
            <a:ext cx="2331720" cy="390798"/>
          </a:xfrm>
        </p:spPr>
        <p:txBody>
          <a:bodyPr/>
          <a:lstStyle/>
          <a:p>
            <a:r>
              <a:rPr lang="en-US"/>
              <a:t>heading</a:t>
            </a:r>
          </a:p>
        </p:txBody>
      </p:sp>
      <p:pic>
        <p:nvPicPr>
          <p:cNvPr id="29" name="Graphic 28">
            <a:extLst>
              <a:ext uri="{FF2B5EF4-FFF2-40B4-BE49-F238E27FC236}">
                <a16:creationId xmlns:a16="http://schemas.microsoft.com/office/drawing/2014/main" id="{89554812-4995-BA2B-45C2-2F22F0AC220C}"/>
              </a:ext>
            </a:extLst>
          </p:cNvPr>
          <p:cNvPicPr>
            <a:picLocks noChangeAspect="1"/>
          </p:cNvPicPr>
          <p:nvPr/>
        </p:nvPicPr>
        <p:blipFill>
          <a:blip r:embed="rId2">
            <a:extLst>
              <a:ext uri="{96DAC541-7B7A-43D3-8B79-37D633B846F1}">
                <asvg:svgBlip xmlns:asvg="http://schemas.microsoft.com/office/drawing/2016/SVG/main" r:embed="rId3"/>
              </a:ext>
            </a:extLst>
          </a:blip>
          <a:srcRect t="783" b="783"/>
          <a:stretch/>
        </p:blipFill>
        <p:spPr>
          <a:xfrm>
            <a:off x="1386955" y="1284395"/>
            <a:ext cx="1005840" cy="1005840"/>
          </a:xfrm>
          <a:prstGeom prst="rect">
            <a:avLst/>
          </a:prstGeom>
        </p:spPr>
      </p:pic>
      <p:pic>
        <p:nvPicPr>
          <p:cNvPr id="30" name="Graphic 29">
            <a:extLst>
              <a:ext uri="{FF2B5EF4-FFF2-40B4-BE49-F238E27FC236}">
                <a16:creationId xmlns:a16="http://schemas.microsoft.com/office/drawing/2014/main" id="{F67534E3-3D12-A7DB-1043-686E3FDD9B7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40377" y="1352562"/>
            <a:ext cx="914400" cy="914400"/>
          </a:xfrm>
          <a:prstGeom prst="rect">
            <a:avLst/>
          </a:prstGeom>
        </p:spPr>
      </p:pic>
      <p:pic>
        <p:nvPicPr>
          <p:cNvPr id="31" name="Graphic 30">
            <a:extLst>
              <a:ext uri="{FF2B5EF4-FFF2-40B4-BE49-F238E27FC236}">
                <a16:creationId xmlns:a16="http://schemas.microsoft.com/office/drawing/2014/main" id="{8639CA56-15B4-FA9F-865B-C0D987D5FE5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797812" y="1326006"/>
            <a:ext cx="1005840" cy="1005840"/>
          </a:xfrm>
          <a:prstGeom prst="rect">
            <a:avLst/>
          </a:prstGeom>
        </p:spPr>
      </p:pic>
      <p:pic>
        <p:nvPicPr>
          <p:cNvPr id="32" name="Graphic 31">
            <a:extLst>
              <a:ext uri="{FF2B5EF4-FFF2-40B4-BE49-F238E27FC236}">
                <a16:creationId xmlns:a16="http://schemas.microsoft.com/office/drawing/2014/main" id="{32904F85-7EE1-AD85-238F-F1918BF2483C}"/>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4191503" y="1306842"/>
            <a:ext cx="1005840" cy="1005840"/>
          </a:xfrm>
          <a:prstGeom prst="rect">
            <a:avLst/>
          </a:prstGeom>
        </p:spPr>
      </p:pic>
    </p:spTree>
    <p:extLst>
      <p:ext uri="{BB962C8B-B14F-4D97-AF65-F5344CB8AC3E}">
        <p14:creationId xmlns:p14="http://schemas.microsoft.com/office/powerpoint/2010/main" val="2033277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itle 49">
            <a:extLst>
              <a:ext uri="{FF2B5EF4-FFF2-40B4-BE49-F238E27FC236}">
                <a16:creationId xmlns:a16="http://schemas.microsoft.com/office/drawing/2014/main" id="{36F85CEF-A68E-EF0F-15A9-E7371B37DC38}"/>
              </a:ext>
            </a:extLst>
          </p:cNvPr>
          <p:cNvSpPr>
            <a:spLocks noGrp="1"/>
          </p:cNvSpPr>
          <p:nvPr>
            <p:ph type="title"/>
          </p:nvPr>
        </p:nvSpPr>
        <p:spPr>
          <a:xfrm>
            <a:off x="353010" y="264872"/>
            <a:ext cx="11496089" cy="454220"/>
          </a:xfrm>
        </p:spPr>
        <p:txBody>
          <a:bodyPr/>
          <a:lstStyle/>
          <a:p>
            <a:r>
              <a:rPr lang="en-US"/>
              <a:t>Quadrant Cards with Stats</a:t>
            </a:r>
          </a:p>
        </p:txBody>
      </p:sp>
      <p:sp>
        <p:nvSpPr>
          <p:cNvPr id="23" name="Content Placeholder 22">
            <a:extLst>
              <a:ext uri="{FF2B5EF4-FFF2-40B4-BE49-F238E27FC236}">
                <a16:creationId xmlns:a16="http://schemas.microsoft.com/office/drawing/2014/main" id="{1CA27FCF-1922-916B-8E61-94607A39885E}"/>
              </a:ext>
            </a:extLst>
          </p:cNvPr>
          <p:cNvSpPr>
            <a:spLocks noGrp="1"/>
          </p:cNvSpPr>
          <p:nvPr>
            <p:ph idx="14"/>
          </p:nvPr>
        </p:nvSpPr>
        <p:spPr>
          <a:xfrm>
            <a:off x="6257014" y="4900028"/>
            <a:ext cx="4572000" cy="922721"/>
          </a:xfrm>
        </p:spPr>
        <p:txBody>
          <a:bodyPr/>
          <a:lstStyle/>
          <a:p>
            <a:r>
              <a:rPr lang="en-US"/>
              <a:t>Supporting text here</a:t>
            </a:r>
          </a:p>
          <a:p>
            <a:r>
              <a:rPr lang="en-US"/>
              <a:t>Supporting text here</a:t>
            </a:r>
          </a:p>
          <a:p>
            <a:r>
              <a:rPr lang="en-US"/>
              <a:t>Supporting text here</a:t>
            </a:r>
          </a:p>
        </p:txBody>
      </p:sp>
      <p:sp>
        <p:nvSpPr>
          <p:cNvPr id="21" name="Content Placeholder 20">
            <a:extLst>
              <a:ext uri="{FF2B5EF4-FFF2-40B4-BE49-F238E27FC236}">
                <a16:creationId xmlns:a16="http://schemas.microsoft.com/office/drawing/2014/main" id="{CF07AE0D-045F-9DF2-2441-EB13DD697C2C}"/>
              </a:ext>
            </a:extLst>
          </p:cNvPr>
          <p:cNvSpPr>
            <a:spLocks noGrp="1"/>
          </p:cNvSpPr>
          <p:nvPr>
            <p:ph idx="1"/>
          </p:nvPr>
        </p:nvSpPr>
        <p:spPr>
          <a:xfrm>
            <a:off x="358154" y="2550695"/>
            <a:ext cx="4572000" cy="922721"/>
          </a:xfrm>
        </p:spPr>
        <p:txBody>
          <a:bodyPr/>
          <a:lstStyle/>
          <a:p>
            <a:r>
              <a:rPr lang="en-US"/>
              <a:t>Supporting text here</a:t>
            </a:r>
          </a:p>
          <a:p>
            <a:r>
              <a:rPr lang="en-US"/>
              <a:t>Supporting text here</a:t>
            </a:r>
          </a:p>
          <a:p>
            <a:r>
              <a:rPr lang="en-US"/>
              <a:t>Supporting text here</a:t>
            </a:r>
          </a:p>
        </p:txBody>
      </p:sp>
      <p:sp>
        <p:nvSpPr>
          <p:cNvPr id="22" name="Content Placeholder 21">
            <a:extLst>
              <a:ext uri="{FF2B5EF4-FFF2-40B4-BE49-F238E27FC236}">
                <a16:creationId xmlns:a16="http://schemas.microsoft.com/office/drawing/2014/main" id="{415D684D-3804-B15B-40A6-8B1F6BB9CAF7}"/>
              </a:ext>
            </a:extLst>
          </p:cNvPr>
          <p:cNvSpPr>
            <a:spLocks noGrp="1"/>
          </p:cNvSpPr>
          <p:nvPr>
            <p:ph idx="12"/>
          </p:nvPr>
        </p:nvSpPr>
        <p:spPr>
          <a:xfrm>
            <a:off x="6257014" y="2550695"/>
            <a:ext cx="4572000" cy="922721"/>
          </a:xfrm>
        </p:spPr>
        <p:txBody>
          <a:bodyPr/>
          <a:lstStyle/>
          <a:p>
            <a:r>
              <a:rPr lang="en-US"/>
              <a:t>Supporting text here</a:t>
            </a:r>
          </a:p>
          <a:p>
            <a:r>
              <a:rPr lang="en-US"/>
              <a:t>Supporting text here</a:t>
            </a:r>
          </a:p>
          <a:p>
            <a:r>
              <a:rPr lang="en-US"/>
              <a:t>Supporting text here</a:t>
            </a:r>
          </a:p>
        </p:txBody>
      </p:sp>
      <p:sp>
        <p:nvSpPr>
          <p:cNvPr id="24" name="Content Placeholder 23">
            <a:extLst>
              <a:ext uri="{FF2B5EF4-FFF2-40B4-BE49-F238E27FC236}">
                <a16:creationId xmlns:a16="http://schemas.microsoft.com/office/drawing/2014/main" id="{B9CA1E8F-94DE-F7ED-6E59-406AA28654AB}"/>
              </a:ext>
            </a:extLst>
          </p:cNvPr>
          <p:cNvSpPr>
            <a:spLocks noGrp="1"/>
          </p:cNvSpPr>
          <p:nvPr>
            <p:ph idx="17"/>
          </p:nvPr>
        </p:nvSpPr>
        <p:spPr>
          <a:xfrm>
            <a:off x="360645" y="4900028"/>
            <a:ext cx="4572000" cy="922721"/>
          </a:xfrm>
        </p:spPr>
        <p:txBody>
          <a:bodyPr/>
          <a:lstStyle/>
          <a:p>
            <a:r>
              <a:rPr lang="en-US"/>
              <a:t>Supporting text here</a:t>
            </a:r>
          </a:p>
          <a:p>
            <a:r>
              <a:rPr lang="en-US"/>
              <a:t>Supporting text here</a:t>
            </a:r>
          </a:p>
          <a:p>
            <a:r>
              <a:rPr lang="en-US"/>
              <a:t>Supporting text here</a:t>
            </a:r>
          </a:p>
        </p:txBody>
      </p:sp>
      <p:sp>
        <p:nvSpPr>
          <p:cNvPr id="25" name="Text Placeholder 24">
            <a:extLst>
              <a:ext uri="{FF2B5EF4-FFF2-40B4-BE49-F238E27FC236}">
                <a16:creationId xmlns:a16="http://schemas.microsoft.com/office/drawing/2014/main" id="{78C27CF1-57CD-2DE1-209D-FCCC7B973500}"/>
              </a:ext>
            </a:extLst>
          </p:cNvPr>
          <p:cNvSpPr>
            <a:spLocks noGrp="1"/>
          </p:cNvSpPr>
          <p:nvPr>
            <p:ph type="body" sz="quarter" idx="18"/>
          </p:nvPr>
        </p:nvSpPr>
        <p:spPr>
          <a:xfrm>
            <a:off x="358775" y="1962150"/>
            <a:ext cx="2743200" cy="588963"/>
          </a:xfrm>
        </p:spPr>
        <p:txBody>
          <a:bodyPr/>
          <a:lstStyle/>
          <a:p>
            <a:r>
              <a:rPr lang="en-US"/>
              <a:t>heading</a:t>
            </a:r>
          </a:p>
        </p:txBody>
      </p:sp>
      <p:sp>
        <p:nvSpPr>
          <p:cNvPr id="26" name="Text Placeholder 25">
            <a:extLst>
              <a:ext uri="{FF2B5EF4-FFF2-40B4-BE49-F238E27FC236}">
                <a16:creationId xmlns:a16="http://schemas.microsoft.com/office/drawing/2014/main" id="{1B66910F-12F3-1D73-EDF5-88049998B5DB}"/>
              </a:ext>
            </a:extLst>
          </p:cNvPr>
          <p:cNvSpPr>
            <a:spLocks noGrp="1"/>
          </p:cNvSpPr>
          <p:nvPr>
            <p:ph type="body" sz="quarter" idx="19"/>
          </p:nvPr>
        </p:nvSpPr>
        <p:spPr>
          <a:xfrm>
            <a:off x="6257012" y="1961936"/>
            <a:ext cx="2743200" cy="588759"/>
          </a:xfrm>
        </p:spPr>
        <p:txBody>
          <a:bodyPr/>
          <a:lstStyle/>
          <a:p>
            <a:r>
              <a:rPr lang="en-US"/>
              <a:t>heading</a:t>
            </a:r>
          </a:p>
        </p:txBody>
      </p:sp>
      <p:sp>
        <p:nvSpPr>
          <p:cNvPr id="27" name="Text Placeholder 26">
            <a:extLst>
              <a:ext uri="{FF2B5EF4-FFF2-40B4-BE49-F238E27FC236}">
                <a16:creationId xmlns:a16="http://schemas.microsoft.com/office/drawing/2014/main" id="{E8488F95-7F57-EF31-B977-48B4819FFD4F}"/>
              </a:ext>
            </a:extLst>
          </p:cNvPr>
          <p:cNvSpPr>
            <a:spLocks noGrp="1"/>
          </p:cNvSpPr>
          <p:nvPr>
            <p:ph type="body" sz="quarter" idx="20"/>
          </p:nvPr>
        </p:nvSpPr>
        <p:spPr>
          <a:xfrm>
            <a:off x="358154" y="4311269"/>
            <a:ext cx="2743200" cy="588759"/>
          </a:xfrm>
        </p:spPr>
        <p:txBody>
          <a:bodyPr/>
          <a:lstStyle/>
          <a:p>
            <a:r>
              <a:rPr lang="en-US"/>
              <a:t>heading</a:t>
            </a:r>
          </a:p>
        </p:txBody>
      </p:sp>
      <p:sp>
        <p:nvSpPr>
          <p:cNvPr id="28" name="Text Placeholder 27">
            <a:extLst>
              <a:ext uri="{FF2B5EF4-FFF2-40B4-BE49-F238E27FC236}">
                <a16:creationId xmlns:a16="http://schemas.microsoft.com/office/drawing/2014/main" id="{0824B9BB-BD04-95C6-CF2F-DCFFC2417567}"/>
              </a:ext>
            </a:extLst>
          </p:cNvPr>
          <p:cNvSpPr>
            <a:spLocks noGrp="1"/>
          </p:cNvSpPr>
          <p:nvPr>
            <p:ph type="body" sz="quarter" idx="21"/>
          </p:nvPr>
        </p:nvSpPr>
        <p:spPr>
          <a:xfrm>
            <a:off x="6257012" y="4311269"/>
            <a:ext cx="2743200" cy="588759"/>
          </a:xfrm>
        </p:spPr>
        <p:txBody>
          <a:bodyPr/>
          <a:lstStyle/>
          <a:p>
            <a:r>
              <a:rPr lang="en-US"/>
              <a:t>heading</a:t>
            </a:r>
          </a:p>
        </p:txBody>
      </p:sp>
      <p:sp>
        <p:nvSpPr>
          <p:cNvPr id="12" name="TextBox 11">
            <a:extLst>
              <a:ext uri="{FF2B5EF4-FFF2-40B4-BE49-F238E27FC236}">
                <a16:creationId xmlns:a16="http://schemas.microsoft.com/office/drawing/2014/main" id="{1945C50C-FBE9-E7EA-057A-6F128670F14D}"/>
              </a:ext>
            </a:extLst>
          </p:cNvPr>
          <p:cNvSpPr txBox="1"/>
          <p:nvPr/>
        </p:nvSpPr>
        <p:spPr>
          <a:xfrm>
            <a:off x="4518287" y="1720116"/>
            <a:ext cx="1417376" cy="830997"/>
          </a:xfrm>
          <a:prstGeom prst="rect">
            <a:avLst/>
          </a:prstGeom>
          <a:noFill/>
        </p:spPr>
        <p:txBody>
          <a:bodyPr wrap="square" rtlCol="0" anchor="b">
            <a:spAutoFit/>
          </a:bodyPr>
          <a:lstStyle/>
          <a:p>
            <a:pPr algn="ctr"/>
            <a:r>
              <a:rPr lang="en-US" sz="4800" b="1">
                <a:solidFill>
                  <a:schemeClr val="bg1"/>
                </a:solidFill>
              </a:rPr>
              <a:t>00%</a:t>
            </a:r>
          </a:p>
        </p:txBody>
      </p:sp>
      <p:sp>
        <p:nvSpPr>
          <p:cNvPr id="14" name="TextBox 13">
            <a:extLst>
              <a:ext uri="{FF2B5EF4-FFF2-40B4-BE49-F238E27FC236}">
                <a16:creationId xmlns:a16="http://schemas.microsoft.com/office/drawing/2014/main" id="{C58F9BC7-4D85-ABEE-31C9-3CF36FB3B56E}"/>
              </a:ext>
            </a:extLst>
          </p:cNvPr>
          <p:cNvSpPr txBox="1"/>
          <p:nvPr/>
        </p:nvSpPr>
        <p:spPr>
          <a:xfrm>
            <a:off x="4476664" y="1529754"/>
            <a:ext cx="1417376" cy="307777"/>
          </a:xfrm>
          <a:prstGeom prst="rect">
            <a:avLst/>
          </a:prstGeom>
          <a:noFill/>
        </p:spPr>
        <p:txBody>
          <a:bodyPr wrap="square">
            <a:spAutoFit/>
          </a:bodyPr>
          <a:lstStyle/>
          <a:p>
            <a:pPr algn="r"/>
            <a:r>
              <a:rPr lang="en-US" sz="1400">
                <a:solidFill>
                  <a:schemeClr val="bg1"/>
                </a:solidFill>
              </a:rPr>
              <a:t>Description text</a:t>
            </a:r>
          </a:p>
        </p:txBody>
      </p:sp>
      <p:sp>
        <p:nvSpPr>
          <p:cNvPr id="15" name="TextBox 14">
            <a:extLst>
              <a:ext uri="{FF2B5EF4-FFF2-40B4-BE49-F238E27FC236}">
                <a16:creationId xmlns:a16="http://schemas.microsoft.com/office/drawing/2014/main" id="{917F541F-B9F5-3F9D-ABCD-F31FEF6C66BF}"/>
              </a:ext>
            </a:extLst>
          </p:cNvPr>
          <p:cNvSpPr txBox="1"/>
          <p:nvPr/>
        </p:nvSpPr>
        <p:spPr>
          <a:xfrm>
            <a:off x="10415849" y="1720116"/>
            <a:ext cx="1417376" cy="830997"/>
          </a:xfrm>
          <a:prstGeom prst="rect">
            <a:avLst/>
          </a:prstGeom>
          <a:noFill/>
        </p:spPr>
        <p:txBody>
          <a:bodyPr wrap="square" rtlCol="0" anchor="b">
            <a:spAutoFit/>
          </a:bodyPr>
          <a:lstStyle/>
          <a:p>
            <a:pPr algn="ctr"/>
            <a:r>
              <a:rPr lang="en-US" sz="4800" b="1">
                <a:solidFill>
                  <a:schemeClr val="bg1"/>
                </a:solidFill>
              </a:rPr>
              <a:t>00%</a:t>
            </a:r>
          </a:p>
        </p:txBody>
      </p:sp>
      <p:sp>
        <p:nvSpPr>
          <p:cNvPr id="16" name="TextBox 15">
            <a:extLst>
              <a:ext uri="{FF2B5EF4-FFF2-40B4-BE49-F238E27FC236}">
                <a16:creationId xmlns:a16="http://schemas.microsoft.com/office/drawing/2014/main" id="{771CDF6B-457B-1F8B-4F81-84FF75368D28}"/>
              </a:ext>
            </a:extLst>
          </p:cNvPr>
          <p:cNvSpPr txBox="1"/>
          <p:nvPr/>
        </p:nvSpPr>
        <p:spPr>
          <a:xfrm>
            <a:off x="10374226" y="1529754"/>
            <a:ext cx="1417376" cy="307777"/>
          </a:xfrm>
          <a:prstGeom prst="rect">
            <a:avLst/>
          </a:prstGeom>
          <a:noFill/>
        </p:spPr>
        <p:txBody>
          <a:bodyPr wrap="square">
            <a:spAutoFit/>
          </a:bodyPr>
          <a:lstStyle/>
          <a:p>
            <a:pPr algn="r"/>
            <a:r>
              <a:rPr lang="en-US" sz="1400">
                <a:solidFill>
                  <a:schemeClr val="bg1"/>
                </a:solidFill>
              </a:rPr>
              <a:t>Description text</a:t>
            </a:r>
          </a:p>
        </p:txBody>
      </p:sp>
      <p:sp>
        <p:nvSpPr>
          <p:cNvPr id="17" name="TextBox 16">
            <a:extLst>
              <a:ext uri="{FF2B5EF4-FFF2-40B4-BE49-F238E27FC236}">
                <a16:creationId xmlns:a16="http://schemas.microsoft.com/office/drawing/2014/main" id="{7BC34F4B-54A1-7ED9-BE8C-20C91A059D70}"/>
              </a:ext>
            </a:extLst>
          </p:cNvPr>
          <p:cNvSpPr txBox="1"/>
          <p:nvPr/>
        </p:nvSpPr>
        <p:spPr>
          <a:xfrm>
            <a:off x="4518287" y="4069617"/>
            <a:ext cx="1417376" cy="830997"/>
          </a:xfrm>
          <a:prstGeom prst="rect">
            <a:avLst/>
          </a:prstGeom>
          <a:noFill/>
        </p:spPr>
        <p:txBody>
          <a:bodyPr wrap="square" rtlCol="0" anchor="b">
            <a:spAutoFit/>
          </a:bodyPr>
          <a:lstStyle/>
          <a:p>
            <a:pPr algn="ctr"/>
            <a:r>
              <a:rPr lang="en-US" sz="4800" b="1">
                <a:solidFill>
                  <a:schemeClr val="bg1"/>
                </a:solidFill>
              </a:rPr>
              <a:t>00%</a:t>
            </a:r>
          </a:p>
        </p:txBody>
      </p:sp>
      <p:sp>
        <p:nvSpPr>
          <p:cNvPr id="18" name="TextBox 17">
            <a:extLst>
              <a:ext uri="{FF2B5EF4-FFF2-40B4-BE49-F238E27FC236}">
                <a16:creationId xmlns:a16="http://schemas.microsoft.com/office/drawing/2014/main" id="{28C84939-19DD-A987-5858-51D1273DB286}"/>
              </a:ext>
            </a:extLst>
          </p:cNvPr>
          <p:cNvSpPr txBox="1"/>
          <p:nvPr/>
        </p:nvSpPr>
        <p:spPr>
          <a:xfrm>
            <a:off x="4476664" y="3879255"/>
            <a:ext cx="1417376" cy="307777"/>
          </a:xfrm>
          <a:prstGeom prst="rect">
            <a:avLst/>
          </a:prstGeom>
          <a:noFill/>
        </p:spPr>
        <p:txBody>
          <a:bodyPr wrap="square">
            <a:spAutoFit/>
          </a:bodyPr>
          <a:lstStyle/>
          <a:p>
            <a:pPr algn="r"/>
            <a:r>
              <a:rPr lang="en-US" sz="1400">
                <a:solidFill>
                  <a:schemeClr val="bg1"/>
                </a:solidFill>
              </a:rPr>
              <a:t>Description text</a:t>
            </a:r>
          </a:p>
        </p:txBody>
      </p:sp>
      <p:sp>
        <p:nvSpPr>
          <p:cNvPr id="19" name="TextBox 18">
            <a:extLst>
              <a:ext uri="{FF2B5EF4-FFF2-40B4-BE49-F238E27FC236}">
                <a16:creationId xmlns:a16="http://schemas.microsoft.com/office/drawing/2014/main" id="{727E900E-9962-563F-557C-257A2A1767E5}"/>
              </a:ext>
            </a:extLst>
          </p:cNvPr>
          <p:cNvSpPr txBox="1"/>
          <p:nvPr/>
        </p:nvSpPr>
        <p:spPr>
          <a:xfrm>
            <a:off x="10415849" y="4069617"/>
            <a:ext cx="1417376" cy="830997"/>
          </a:xfrm>
          <a:prstGeom prst="rect">
            <a:avLst/>
          </a:prstGeom>
          <a:noFill/>
        </p:spPr>
        <p:txBody>
          <a:bodyPr wrap="square" rtlCol="0" anchor="b">
            <a:spAutoFit/>
          </a:bodyPr>
          <a:lstStyle/>
          <a:p>
            <a:pPr algn="ctr"/>
            <a:r>
              <a:rPr lang="en-US" sz="4800" b="1">
                <a:solidFill>
                  <a:schemeClr val="bg1"/>
                </a:solidFill>
              </a:rPr>
              <a:t>00%</a:t>
            </a:r>
          </a:p>
        </p:txBody>
      </p:sp>
      <p:sp>
        <p:nvSpPr>
          <p:cNvPr id="20" name="TextBox 19">
            <a:extLst>
              <a:ext uri="{FF2B5EF4-FFF2-40B4-BE49-F238E27FC236}">
                <a16:creationId xmlns:a16="http://schemas.microsoft.com/office/drawing/2014/main" id="{08C34518-2219-B425-E556-FD3D948BB12D}"/>
              </a:ext>
            </a:extLst>
          </p:cNvPr>
          <p:cNvSpPr txBox="1"/>
          <p:nvPr/>
        </p:nvSpPr>
        <p:spPr>
          <a:xfrm>
            <a:off x="10374226" y="3879255"/>
            <a:ext cx="1417376" cy="307777"/>
          </a:xfrm>
          <a:prstGeom prst="rect">
            <a:avLst/>
          </a:prstGeom>
          <a:noFill/>
        </p:spPr>
        <p:txBody>
          <a:bodyPr wrap="square">
            <a:spAutoFit/>
          </a:bodyPr>
          <a:lstStyle/>
          <a:p>
            <a:pPr algn="r"/>
            <a:r>
              <a:rPr lang="en-US" sz="1400">
                <a:solidFill>
                  <a:schemeClr val="bg1"/>
                </a:solidFill>
              </a:rPr>
              <a:t>Description text</a:t>
            </a:r>
          </a:p>
        </p:txBody>
      </p:sp>
    </p:spTree>
    <p:extLst>
      <p:ext uri="{BB962C8B-B14F-4D97-AF65-F5344CB8AC3E}">
        <p14:creationId xmlns:p14="http://schemas.microsoft.com/office/powerpoint/2010/main" val="1144229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itle 49">
            <a:extLst>
              <a:ext uri="{FF2B5EF4-FFF2-40B4-BE49-F238E27FC236}">
                <a16:creationId xmlns:a16="http://schemas.microsoft.com/office/drawing/2014/main" id="{36F85CEF-A68E-EF0F-15A9-E7371B37DC38}"/>
              </a:ext>
            </a:extLst>
          </p:cNvPr>
          <p:cNvSpPr>
            <a:spLocks noGrp="1"/>
          </p:cNvSpPr>
          <p:nvPr>
            <p:ph type="title"/>
          </p:nvPr>
        </p:nvSpPr>
        <p:spPr>
          <a:xfrm>
            <a:off x="353010" y="264872"/>
            <a:ext cx="11496089" cy="454220"/>
          </a:xfrm>
        </p:spPr>
        <p:txBody>
          <a:bodyPr/>
          <a:lstStyle/>
          <a:p>
            <a:r>
              <a:rPr lang="en-US"/>
              <a:t>Eight Cards, Icons, and Supporting Text</a:t>
            </a:r>
          </a:p>
        </p:txBody>
      </p:sp>
      <p:sp>
        <p:nvSpPr>
          <p:cNvPr id="23" name="Content Placeholder 22">
            <a:extLst>
              <a:ext uri="{FF2B5EF4-FFF2-40B4-BE49-F238E27FC236}">
                <a16:creationId xmlns:a16="http://schemas.microsoft.com/office/drawing/2014/main" id="{1CA27FCF-1922-916B-8E61-94607A39885E}"/>
              </a:ext>
            </a:extLst>
          </p:cNvPr>
          <p:cNvSpPr>
            <a:spLocks noGrp="1"/>
          </p:cNvSpPr>
          <p:nvPr>
            <p:ph idx="14"/>
          </p:nvPr>
        </p:nvSpPr>
        <p:spPr>
          <a:xfrm>
            <a:off x="9215136" y="2884657"/>
            <a:ext cx="2616218" cy="588759"/>
          </a:xfrm>
        </p:spPr>
        <p:txBody>
          <a:bodyPr/>
          <a:lstStyle/>
          <a:p>
            <a:r>
              <a:rPr lang="en-US"/>
              <a:t>Supporting text here</a:t>
            </a:r>
          </a:p>
        </p:txBody>
      </p:sp>
      <p:sp>
        <p:nvSpPr>
          <p:cNvPr id="21" name="Content Placeholder 20">
            <a:extLst>
              <a:ext uri="{FF2B5EF4-FFF2-40B4-BE49-F238E27FC236}">
                <a16:creationId xmlns:a16="http://schemas.microsoft.com/office/drawing/2014/main" id="{CF07AE0D-045F-9DF2-2441-EB13DD697C2C}"/>
              </a:ext>
            </a:extLst>
          </p:cNvPr>
          <p:cNvSpPr>
            <a:spLocks noGrp="1"/>
          </p:cNvSpPr>
          <p:nvPr>
            <p:ph idx="1"/>
          </p:nvPr>
        </p:nvSpPr>
        <p:spPr>
          <a:xfrm>
            <a:off x="358156" y="2884657"/>
            <a:ext cx="2621196" cy="588759"/>
          </a:xfrm>
        </p:spPr>
        <p:txBody>
          <a:bodyPr/>
          <a:lstStyle/>
          <a:p>
            <a:r>
              <a:rPr lang="en-US"/>
              <a:t>Supporting text here</a:t>
            </a:r>
          </a:p>
        </p:txBody>
      </p:sp>
      <p:sp>
        <p:nvSpPr>
          <p:cNvPr id="22" name="Content Placeholder 21">
            <a:extLst>
              <a:ext uri="{FF2B5EF4-FFF2-40B4-BE49-F238E27FC236}">
                <a16:creationId xmlns:a16="http://schemas.microsoft.com/office/drawing/2014/main" id="{415D684D-3804-B15B-40A6-8B1F6BB9CAF7}"/>
              </a:ext>
            </a:extLst>
          </p:cNvPr>
          <p:cNvSpPr>
            <a:spLocks noGrp="1"/>
          </p:cNvSpPr>
          <p:nvPr>
            <p:ph idx="12"/>
          </p:nvPr>
        </p:nvSpPr>
        <p:spPr>
          <a:xfrm>
            <a:off x="3312142" y="2884657"/>
            <a:ext cx="2616218" cy="588759"/>
          </a:xfrm>
        </p:spPr>
        <p:txBody>
          <a:bodyPr/>
          <a:lstStyle/>
          <a:p>
            <a:r>
              <a:rPr lang="en-US"/>
              <a:t>Supporting text here</a:t>
            </a:r>
          </a:p>
        </p:txBody>
      </p:sp>
      <p:sp>
        <p:nvSpPr>
          <p:cNvPr id="24" name="Content Placeholder 23">
            <a:extLst>
              <a:ext uri="{FF2B5EF4-FFF2-40B4-BE49-F238E27FC236}">
                <a16:creationId xmlns:a16="http://schemas.microsoft.com/office/drawing/2014/main" id="{B9CA1E8F-94DE-F7ED-6E59-406AA28654AB}"/>
              </a:ext>
            </a:extLst>
          </p:cNvPr>
          <p:cNvSpPr>
            <a:spLocks noGrp="1"/>
          </p:cNvSpPr>
          <p:nvPr>
            <p:ph idx="17"/>
          </p:nvPr>
        </p:nvSpPr>
        <p:spPr>
          <a:xfrm>
            <a:off x="6263639" y="2884657"/>
            <a:ext cx="2616218" cy="588759"/>
          </a:xfrm>
        </p:spPr>
        <p:txBody>
          <a:bodyPr/>
          <a:lstStyle/>
          <a:p>
            <a:r>
              <a:rPr lang="en-US"/>
              <a:t>Supporting text here</a:t>
            </a:r>
          </a:p>
        </p:txBody>
      </p:sp>
      <p:sp>
        <p:nvSpPr>
          <p:cNvPr id="25" name="Text Placeholder 24">
            <a:extLst>
              <a:ext uri="{FF2B5EF4-FFF2-40B4-BE49-F238E27FC236}">
                <a16:creationId xmlns:a16="http://schemas.microsoft.com/office/drawing/2014/main" id="{78C27CF1-57CD-2DE1-209D-FCCC7B973500}"/>
              </a:ext>
            </a:extLst>
          </p:cNvPr>
          <p:cNvSpPr>
            <a:spLocks noGrp="1"/>
          </p:cNvSpPr>
          <p:nvPr>
            <p:ph type="body" sz="quarter" idx="18"/>
          </p:nvPr>
        </p:nvSpPr>
        <p:spPr>
          <a:xfrm>
            <a:off x="358156" y="1438680"/>
            <a:ext cx="2621196" cy="588759"/>
          </a:xfrm>
        </p:spPr>
        <p:txBody>
          <a:bodyPr/>
          <a:lstStyle/>
          <a:p>
            <a:r>
              <a:rPr lang="en-US"/>
              <a:t>heading</a:t>
            </a:r>
          </a:p>
        </p:txBody>
      </p:sp>
      <p:sp>
        <p:nvSpPr>
          <p:cNvPr id="26" name="Text Placeholder 25">
            <a:extLst>
              <a:ext uri="{FF2B5EF4-FFF2-40B4-BE49-F238E27FC236}">
                <a16:creationId xmlns:a16="http://schemas.microsoft.com/office/drawing/2014/main" id="{1B66910F-12F3-1D73-EDF5-88049998B5DB}"/>
              </a:ext>
            </a:extLst>
          </p:cNvPr>
          <p:cNvSpPr>
            <a:spLocks noGrp="1"/>
          </p:cNvSpPr>
          <p:nvPr>
            <p:ph type="body" sz="quarter" idx="19"/>
          </p:nvPr>
        </p:nvSpPr>
        <p:spPr>
          <a:xfrm>
            <a:off x="3309653" y="1438680"/>
            <a:ext cx="2621196" cy="588759"/>
          </a:xfrm>
        </p:spPr>
        <p:txBody>
          <a:bodyPr/>
          <a:lstStyle/>
          <a:p>
            <a:r>
              <a:rPr lang="en-US"/>
              <a:t>heading</a:t>
            </a:r>
          </a:p>
        </p:txBody>
      </p:sp>
      <p:sp>
        <p:nvSpPr>
          <p:cNvPr id="27" name="Text Placeholder 26">
            <a:extLst>
              <a:ext uri="{FF2B5EF4-FFF2-40B4-BE49-F238E27FC236}">
                <a16:creationId xmlns:a16="http://schemas.microsoft.com/office/drawing/2014/main" id="{E8488F95-7F57-EF31-B977-48B4819FFD4F}"/>
              </a:ext>
            </a:extLst>
          </p:cNvPr>
          <p:cNvSpPr>
            <a:spLocks noGrp="1"/>
          </p:cNvSpPr>
          <p:nvPr>
            <p:ph type="body" sz="quarter" idx="20"/>
          </p:nvPr>
        </p:nvSpPr>
        <p:spPr>
          <a:xfrm>
            <a:off x="6261150" y="1438680"/>
            <a:ext cx="2621196" cy="588759"/>
          </a:xfrm>
        </p:spPr>
        <p:txBody>
          <a:bodyPr/>
          <a:lstStyle/>
          <a:p>
            <a:r>
              <a:rPr lang="en-US"/>
              <a:t>heading</a:t>
            </a:r>
          </a:p>
        </p:txBody>
      </p:sp>
      <p:sp>
        <p:nvSpPr>
          <p:cNvPr id="28" name="Text Placeholder 27">
            <a:extLst>
              <a:ext uri="{FF2B5EF4-FFF2-40B4-BE49-F238E27FC236}">
                <a16:creationId xmlns:a16="http://schemas.microsoft.com/office/drawing/2014/main" id="{0824B9BB-BD04-95C6-CF2F-DCFFC2417567}"/>
              </a:ext>
            </a:extLst>
          </p:cNvPr>
          <p:cNvSpPr>
            <a:spLocks noGrp="1"/>
          </p:cNvSpPr>
          <p:nvPr>
            <p:ph type="body" sz="quarter" idx="21"/>
          </p:nvPr>
        </p:nvSpPr>
        <p:spPr>
          <a:xfrm>
            <a:off x="9212647" y="1438680"/>
            <a:ext cx="2621196" cy="588759"/>
          </a:xfrm>
        </p:spPr>
        <p:txBody>
          <a:bodyPr/>
          <a:lstStyle/>
          <a:p>
            <a:r>
              <a:rPr lang="en-US"/>
              <a:t>heading</a:t>
            </a:r>
          </a:p>
        </p:txBody>
      </p:sp>
      <p:sp>
        <p:nvSpPr>
          <p:cNvPr id="2" name="Content Placeholder 1">
            <a:extLst>
              <a:ext uri="{FF2B5EF4-FFF2-40B4-BE49-F238E27FC236}">
                <a16:creationId xmlns:a16="http://schemas.microsoft.com/office/drawing/2014/main" id="{2E7CD619-77AF-3686-EDBA-AF5F6249BD6A}"/>
              </a:ext>
            </a:extLst>
          </p:cNvPr>
          <p:cNvSpPr>
            <a:spLocks noGrp="1"/>
          </p:cNvSpPr>
          <p:nvPr>
            <p:ph idx="22"/>
          </p:nvPr>
        </p:nvSpPr>
        <p:spPr>
          <a:xfrm>
            <a:off x="9215136" y="5233221"/>
            <a:ext cx="2616218" cy="588759"/>
          </a:xfrm>
        </p:spPr>
        <p:txBody>
          <a:bodyPr/>
          <a:lstStyle/>
          <a:p>
            <a:r>
              <a:rPr lang="en-US"/>
              <a:t>Supporting text here</a:t>
            </a:r>
          </a:p>
        </p:txBody>
      </p:sp>
      <p:sp>
        <p:nvSpPr>
          <p:cNvPr id="3" name="Content Placeholder 2">
            <a:extLst>
              <a:ext uri="{FF2B5EF4-FFF2-40B4-BE49-F238E27FC236}">
                <a16:creationId xmlns:a16="http://schemas.microsoft.com/office/drawing/2014/main" id="{A5830065-90B3-93D2-1205-3789AF335F08}"/>
              </a:ext>
            </a:extLst>
          </p:cNvPr>
          <p:cNvSpPr>
            <a:spLocks noGrp="1"/>
          </p:cNvSpPr>
          <p:nvPr>
            <p:ph idx="23"/>
          </p:nvPr>
        </p:nvSpPr>
        <p:spPr>
          <a:xfrm>
            <a:off x="358156" y="5233221"/>
            <a:ext cx="2621196" cy="588759"/>
          </a:xfrm>
        </p:spPr>
        <p:txBody>
          <a:bodyPr/>
          <a:lstStyle/>
          <a:p>
            <a:r>
              <a:rPr lang="en-US"/>
              <a:t>Supporting text here</a:t>
            </a:r>
          </a:p>
        </p:txBody>
      </p:sp>
      <p:sp>
        <p:nvSpPr>
          <p:cNvPr id="4" name="Content Placeholder 3">
            <a:extLst>
              <a:ext uri="{FF2B5EF4-FFF2-40B4-BE49-F238E27FC236}">
                <a16:creationId xmlns:a16="http://schemas.microsoft.com/office/drawing/2014/main" id="{2536F824-B9D4-4A93-877F-964E78B27C9B}"/>
              </a:ext>
            </a:extLst>
          </p:cNvPr>
          <p:cNvSpPr>
            <a:spLocks noGrp="1"/>
          </p:cNvSpPr>
          <p:nvPr>
            <p:ph idx="24"/>
          </p:nvPr>
        </p:nvSpPr>
        <p:spPr>
          <a:xfrm>
            <a:off x="3312142" y="5233221"/>
            <a:ext cx="2616218" cy="588759"/>
          </a:xfrm>
        </p:spPr>
        <p:txBody>
          <a:bodyPr/>
          <a:lstStyle/>
          <a:p>
            <a:r>
              <a:rPr lang="en-US"/>
              <a:t>Supporting text here</a:t>
            </a:r>
          </a:p>
        </p:txBody>
      </p:sp>
      <p:sp>
        <p:nvSpPr>
          <p:cNvPr id="5" name="Content Placeholder 4">
            <a:extLst>
              <a:ext uri="{FF2B5EF4-FFF2-40B4-BE49-F238E27FC236}">
                <a16:creationId xmlns:a16="http://schemas.microsoft.com/office/drawing/2014/main" id="{9A528F3C-3DD1-BAEA-8AB3-5F0243630101}"/>
              </a:ext>
            </a:extLst>
          </p:cNvPr>
          <p:cNvSpPr>
            <a:spLocks noGrp="1"/>
          </p:cNvSpPr>
          <p:nvPr>
            <p:ph idx="25"/>
          </p:nvPr>
        </p:nvSpPr>
        <p:spPr>
          <a:xfrm>
            <a:off x="6263639" y="5233221"/>
            <a:ext cx="2616218" cy="588759"/>
          </a:xfrm>
        </p:spPr>
        <p:txBody>
          <a:bodyPr/>
          <a:lstStyle/>
          <a:p>
            <a:r>
              <a:rPr lang="en-US"/>
              <a:t>Supporting text here</a:t>
            </a:r>
          </a:p>
        </p:txBody>
      </p:sp>
      <p:sp>
        <p:nvSpPr>
          <p:cNvPr id="6" name="Text Placeholder 5">
            <a:extLst>
              <a:ext uri="{FF2B5EF4-FFF2-40B4-BE49-F238E27FC236}">
                <a16:creationId xmlns:a16="http://schemas.microsoft.com/office/drawing/2014/main" id="{CADB3FD9-5F51-93E8-3878-546D655E999F}"/>
              </a:ext>
            </a:extLst>
          </p:cNvPr>
          <p:cNvSpPr>
            <a:spLocks noGrp="1"/>
          </p:cNvSpPr>
          <p:nvPr>
            <p:ph type="body" sz="quarter" idx="26"/>
          </p:nvPr>
        </p:nvSpPr>
        <p:spPr>
          <a:xfrm>
            <a:off x="358156" y="3787244"/>
            <a:ext cx="2621196" cy="588759"/>
          </a:xfrm>
        </p:spPr>
        <p:txBody>
          <a:bodyPr/>
          <a:lstStyle/>
          <a:p>
            <a:r>
              <a:rPr lang="en-US"/>
              <a:t>heading</a:t>
            </a:r>
          </a:p>
        </p:txBody>
      </p:sp>
      <p:sp>
        <p:nvSpPr>
          <p:cNvPr id="7" name="Text Placeholder 6">
            <a:extLst>
              <a:ext uri="{FF2B5EF4-FFF2-40B4-BE49-F238E27FC236}">
                <a16:creationId xmlns:a16="http://schemas.microsoft.com/office/drawing/2014/main" id="{8AF57C09-1197-EC74-411F-B72E263A02FA}"/>
              </a:ext>
            </a:extLst>
          </p:cNvPr>
          <p:cNvSpPr>
            <a:spLocks noGrp="1"/>
          </p:cNvSpPr>
          <p:nvPr>
            <p:ph type="body" sz="quarter" idx="27"/>
          </p:nvPr>
        </p:nvSpPr>
        <p:spPr>
          <a:xfrm>
            <a:off x="3309653" y="3787244"/>
            <a:ext cx="2621196" cy="588759"/>
          </a:xfrm>
        </p:spPr>
        <p:txBody>
          <a:bodyPr/>
          <a:lstStyle/>
          <a:p>
            <a:r>
              <a:rPr lang="en-US"/>
              <a:t>heading</a:t>
            </a:r>
          </a:p>
        </p:txBody>
      </p:sp>
      <p:sp>
        <p:nvSpPr>
          <p:cNvPr id="8" name="Text Placeholder 7">
            <a:extLst>
              <a:ext uri="{FF2B5EF4-FFF2-40B4-BE49-F238E27FC236}">
                <a16:creationId xmlns:a16="http://schemas.microsoft.com/office/drawing/2014/main" id="{2F41B186-8852-4EC6-26B7-31F448E5D303}"/>
              </a:ext>
            </a:extLst>
          </p:cNvPr>
          <p:cNvSpPr>
            <a:spLocks noGrp="1"/>
          </p:cNvSpPr>
          <p:nvPr>
            <p:ph type="body" sz="quarter" idx="28"/>
          </p:nvPr>
        </p:nvSpPr>
        <p:spPr>
          <a:xfrm>
            <a:off x="6261150" y="3787244"/>
            <a:ext cx="2621196" cy="588759"/>
          </a:xfrm>
        </p:spPr>
        <p:txBody>
          <a:bodyPr/>
          <a:lstStyle/>
          <a:p>
            <a:r>
              <a:rPr lang="en-US"/>
              <a:t>heading</a:t>
            </a:r>
          </a:p>
        </p:txBody>
      </p:sp>
      <p:sp>
        <p:nvSpPr>
          <p:cNvPr id="9" name="Text Placeholder 8">
            <a:extLst>
              <a:ext uri="{FF2B5EF4-FFF2-40B4-BE49-F238E27FC236}">
                <a16:creationId xmlns:a16="http://schemas.microsoft.com/office/drawing/2014/main" id="{0634F4ED-622B-F301-1902-758B0AAB5B25}"/>
              </a:ext>
            </a:extLst>
          </p:cNvPr>
          <p:cNvSpPr>
            <a:spLocks noGrp="1"/>
          </p:cNvSpPr>
          <p:nvPr>
            <p:ph type="body" sz="quarter" idx="29"/>
          </p:nvPr>
        </p:nvSpPr>
        <p:spPr>
          <a:xfrm>
            <a:off x="9212647" y="3787244"/>
            <a:ext cx="2621196" cy="588759"/>
          </a:xfrm>
        </p:spPr>
        <p:txBody>
          <a:bodyPr/>
          <a:lstStyle/>
          <a:p>
            <a:r>
              <a:rPr lang="en-US"/>
              <a:t>heading</a:t>
            </a:r>
          </a:p>
        </p:txBody>
      </p:sp>
      <p:pic>
        <p:nvPicPr>
          <p:cNvPr id="39" name="Picture 38">
            <a:extLst>
              <a:ext uri="{FF2B5EF4-FFF2-40B4-BE49-F238E27FC236}">
                <a16:creationId xmlns:a16="http://schemas.microsoft.com/office/drawing/2014/main" id="{20A59EF6-E6F6-B467-1CEE-760688ED002E}"/>
              </a:ext>
            </a:extLst>
          </p:cNvPr>
          <p:cNvPicPr>
            <a:picLocks noChangeAspect="1"/>
          </p:cNvPicPr>
          <p:nvPr/>
        </p:nvPicPr>
        <p:blipFill>
          <a:blip r:embed="rId2"/>
          <a:stretch>
            <a:fillRect/>
          </a:stretch>
        </p:blipFill>
        <p:spPr>
          <a:xfrm>
            <a:off x="4294853" y="2206645"/>
            <a:ext cx="651132" cy="527642"/>
          </a:xfrm>
          <a:prstGeom prst="rect">
            <a:avLst/>
          </a:prstGeom>
        </p:spPr>
      </p:pic>
      <p:pic>
        <p:nvPicPr>
          <p:cNvPr id="40" name="Picture 39">
            <a:extLst>
              <a:ext uri="{FF2B5EF4-FFF2-40B4-BE49-F238E27FC236}">
                <a16:creationId xmlns:a16="http://schemas.microsoft.com/office/drawing/2014/main" id="{4F9EEFC2-2F9F-54DB-9366-173D07A59D19}"/>
              </a:ext>
            </a:extLst>
          </p:cNvPr>
          <p:cNvPicPr>
            <a:picLocks noChangeAspect="1"/>
          </p:cNvPicPr>
          <p:nvPr/>
        </p:nvPicPr>
        <p:blipFill>
          <a:blip r:embed="rId3"/>
          <a:stretch>
            <a:fillRect/>
          </a:stretch>
        </p:blipFill>
        <p:spPr>
          <a:xfrm>
            <a:off x="1409633" y="2129710"/>
            <a:ext cx="519246" cy="681512"/>
          </a:xfrm>
          <a:prstGeom prst="rect">
            <a:avLst/>
          </a:prstGeom>
        </p:spPr>
      </p:pic>
      <p:pic>
        <p:nvPicPr>
          <p:cNvPr id="41" name="Picture 40">
            <a:extLst>
              <a:ext uri="{FF2B5EF4-FFF2-40B4-BE49-F238E27FC236}">
                <a16:creationId xmlns:a16="http://schemas.microsoft.com/office/drawing/2014/main" id="{38CDF59E-EA74-2A65-3632-F667362B8D32}"/>
              </a:ext>
            </a:extLst>
          </p:cNvPr>
          <p:cNvPicPr>
            <a:picLocks noChangeAspect="1"/>
          </p:cNvPicPr>
          <p:nvPr/>
        </p:nvPicPr>
        <p:blipFill>
          <a:blip r:embed="rId4"/>
          <a:stretch>
            <a:fillRect/>
          </a:stretch>
        </p:blipFill>
        <p:spPr>
          <a:xfrm>
            <a:off x="10157345" y="2105066"/>
            <a:ext cx="730798" cy="730800"/>
          </a:xfrm>
          <a:prstGeom prst="rect">
            <a:avLst/>
          </a:prstGeom>
        </p:spPr>
      </p:pic>
      <p:pic>
        <p:nvPicPr>
          <p:cNvPr id="42" name="Picture 41">
            <a:extLst>
              <a:ext uri="{FF2B5EF4-FFF2-40B4-BE49-F238E27FC236}">
                <a16:creationId xmlns:a16="http://schemas.microsoft.com/office/drawing/2014/main" id="{0D08C408-4F80-E3E7-E538-60BC028FCB26}"/>
              </a:ext>
            </a:extLst>
          </p:cNvPr>
          <p:cNvPicPr>
            <a:picLocks noChangeAspect="1"/>
          </p:cNvPicPr>
          <p:nvPr/>
        </p:nvPicPr>
        <p:blipFill>
          <a:blip r:embed="rId5"/>
          <a:stretch>
            <a:fillRect/>
          </a:stretch>
        </p:blipFill>
        <p:spPr>
          <a:xfrm>
            <a:off x="4184732" y="4472761"/>
            <a:ext cx="871374" cy="666050"/>
          </a:xfrm>
          <a:prstGeom prst="rect">
            <a:avLst/>
          </a:prstGeom>
        </p:spPr>
      </p:pic>
      <p:pic>
        <p:nvPicPr>
          <p:cNvPr id="44" name="Picture 43">
            <a:extLst>
              <a:ext uri="{FF2B5EF4-FFF2-40B4-BE49-F238E27FC236}">
                <a16:creationId xmlns:a16="http://schemas.microsoft.com/office/drawing/2014/main" id="{B2FFDF77-1C96-31DC-D6E2-289AA50D190D}"/>
              </a:ext>
            </a:extLst>
          </p:cNvPr>
          <p:cNvPicPr>
            <a:picLocks noChangeAspect="1"/>
          </p:cNvPicPr>
          <p:nvPr/>
        </p:nvPicPr>
        <p:blipFill>
          <a:blip r:embed="rId6"/>
          <a:stretch>
            <a:fillRect/>
          </a:stretch>
        </p:blipFill>
        <p:spPr>
          <a:xfrm>
            <a:off x="7162857" y="2193118"/>
            <a:ext cx="817448" cy="554696"/>
          </a:xfrm>
          <a:prstGeom prst="rect">
            <a:avLst/>
          </a:prstGeom>
        </p:spPr>
      </p:pic>
      <p:pic>
        <p:nvPicPr>
          <p:cNvPr id="46" name="Graphic 45">
            <a:extLst>
              <a:ext uri="{FF2B5EF4-FFF2-40B4-BE49-F238E27FC236}">
                <a16:creationId xmlns:a16="http://schemas.microsoft.com/office/drawing/2014/main" id="{DF73053A-A591-DAAD-2D48-DC1920BC605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94542" y="4377584"/>
            <a:ext cx="856404" cy="856404"/>
          </a:xfrm>
          <a:prstGeom prst="rect">
            <a:avLst/>
          </a:prstGeom>
        </p:spPr>
      </p:pic>
      <p:grpSp>
        <p:nvGrpSpPr>
          <p:cNvPr id="49" name="Group 48">
            <a:extLst>
              <a:ext uri="{FF2B5EF4-FFF2-40B4-BE49-F238E27FC236}">
                <a16:creationId xmlns:a16="http://schemas.microsoft.com/office/drawing/2014/main" id="{03FA52FC-C469-E295-D217-28C8C2073AC5}"/>
              </a:ext>
            </a:extLst>
          </p:cNvPr>
          <p:cNvGrpSpPr/>
          <p:nvPr/>
        </p:nvGrpSpPr>
        <p:grpSpPr>
          <a:xfrm>
            <a:off x="1279836" y="4391399"/>
            <a:ext cx="771356" cy="771356"/>
            <a:chOff x="610009" y="5889541"/>
            <a:chExt cx="1599247" cy="1599247"/>
          </a:xfrm>
          <a:solidFill>
            <a:schemeClr val="bg1"/>
          </a:solidFill>
        </p:grpSpPr>
        <p:sp>
          <p:nvSpPr>
            <p:cNvPr id="14" name="Freeform 13">
              <a:extLst>
                <a:ext uri="{FF2B5EF4-FFF2-40B4-BE49-F238E27FC236}">
                  <a16:creationId xmlns:a16="http://schemas.microsoft.com/office/drawing/2014/main" id="{390FD1FB-2A34-D779-1A29-1116DB66D41A}"/>
                </a:ext>
              </a:extLst>
            </p:cNvPr>
            <p:cNvSpPr/>
            <p:nvPr/>
          </p:nvSpPr>
          <p:spPr>
            <a:xfrm>
              <a:off x="610009" y="5889541"/>
              <a:ext cx="1599247" cy="1599247"/>
            </a:xfrm>
            <a:custGeom>
              <a:avLst/>
              <a:gdLst>
                <a:gd name="connsiteX0" fmla="*/ 799624 w 1599247"/>
                <a:gd name="connsiteY0" fmla="*/ 1599247 h 1599247"/>
                <a:gd name="connsiteX1" fmla="*/ 0 w 1599247"/>
                <a:gd name="connsiteY1" fmla="*/ 799624 h 1599247"/>
                <a:gd name="connsiteX2" fmla="*/ 799624 w 1599247"/>
                <a:gd name="connsiteY2" fmla="*/ 0 h 1599247"/>
                <a:gd name="connsiteX3" fmla="*/ 1599248 w 1599247"/>
                <a:gd name="connsiteY3" fmla="*/ 799624 h 1599247"/>
                <a:gd name="connsiteX4" fmla="*/ 799624 w 1599247"/>
                <a:gd name="connsiteY4" fmla="*/ 1599247 h 1599247"/>
                <a:gd name="connsiteX5" fmla="*/ 799624 w 1599247"/>
                <a:gd name="connsiteY5" fmla="*/ 38100 h 1599247"/>
                <a:gd name="connsiteX6" fmla="*/ 38100 w 1599247"/>
                <a:gd name="connsiteY6" fmla="*/ 799624 h 1599247"/>
                <a:gd name="connsiteX7" fmla="*/ 799624 w 1599247"/>
                <a:gd name="connsiteY7" fmla="*/ 1561147 h 1599247"/>
                <a:gd name="connsiteX8" fmla="*/ 1561148 w 1599247"/>
                <a:gd name="connsiteY8" fmla="*/ 799624 h 1599247"/>
                <a:gd name="connsiteX9" fmla="*/ 799624 w 1599247"/>
                <a:gd name="connsiteY9" fmla="*/ 38100 h 1599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99247" h="1599247">
                  <a:moveTo>
                    <a:pt x="799624" y="1599247"/>
                  </a:moveTo>
                  <a:cubicBezTo>
                    <a:pt x="358712" y="1599247"/>
                    <a:pt x="0" y="1240536"/>
                    <a:pt x="0" y="799624"/>
                  </a:cubicBezTo>
                  <a:cubicBezTo>
                    <a:pt x="0" y="358712"/>
                    <a:pt x="358712" y="0"/>
                    <a:pt x="799624" y="0"/>
                  </a:cubicBezTo>
                  <a:cubicBezTo>
                    <a:pt x="1240536" y="0"/>
                    <a:pt x="1599248" y="358712"/>
                    <a:pt x="1599248" y="799624"/>
                  </a:cubicBezTo>
                  <a:cubicBezTo>
                    <a:pt x="1599248" y="1240536"/>
                    <a:pt x="1240536" y="1599247"/>
                    <a:pt x="799624" y="1599247"/>
                  </a:cubicBezTo>
                  <a:close/>
                  <a:moveTo>
                    <a:pt x="799624" y="38100"/>
                  </a:moveTo>
                  <a:cubicBezTo>
                    <a:pt x="379762" y="38100"/>
                    <a:pt x="38100" y="379762"/>
                    <a:pt x="38100" y="799624"/>
                  </a:cubicBezTo>
                  <a:cubicBezTo>
                    <a:pt x="38100" y="1219486"/>
                    <a:pt x="379667" y="1561147"/>
                    <a:pt x="799624" y="1561147"/>
                  </a:cubicBezTo>
                  <a:cubicBezTo>
                    <a:pt x="1219581" y="1561147"/>
                    <a:pt x="1561148" y="1219486"/>
                    <a:pt x="1561148" y="799624"/>
                  </a:cubicBezTo>
                  <a:cubicBezTo>
                    <a:pt x="1561148" y="379762"/>
                    <a:pt x="1219486" y="38100"/>
                    <a:pt x="799624" y="38100"/>
                  </a:cubicBezTo>
                  <a:close/>
                </a:path>
              </a:pathLst>
            </a:custGeom>
            <a:grpFill/>
            <a:ln w="9525"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89F65887-A8C4-63CB-6942-5516DC87E4C9}"/>
                </a:ext>
              </a:extLst>
            </p:cNvPr>
            <p:cNvSpPr/>
            <p:nvPr/>
          </p:nvSpPr>
          <p:spPr>
            <a:xfrm>
              <a:off x="1390583" y="5988030"/>
              <a:ext cx="720185" cy="720185"/>
            </a:xfrm>
            <a:custGeom>
              <a:avLst/>
              <a:gdLst>
                <a:gd name="connsiteX0" fmla="*/ 701135 w 720185"/>
                <a:gd name="connsiteY0" fmla="*/ 720185 h 720185"/>
                <a:gd name="connsiteX1" fmla="*/ 682085 w 720185"/>
                <a:gd name="connsiteY1" fmla="*/ 701135 h 720185"/>
                <a:gd name="connsiteX2" fmla="*/ 19050 w 720185"/>
                <a:gd name="connsiteY2" fmla="*/ 38100 h 720185"/>
                <a:gd name="connsiteX3" fmla="*/ 0 w 720185"/>
                <a:gd name="connsiteY3" fmla="*/ 19050 h 720185"/>
                <a:gd name="connsiteX4" fmla="*/ 19050 w 720185"/>
                <a:gd name="connsiteY4" fmla="*/ 0 h 720185"/>
                <a:gd name="connsiteX5" fmla="*/ 720185 w 720185"/>
                <a:gd name="connsiteY5" fmla="*/ 701135 h 720185"/>
                <a:gd name="connsiteX6" fmla="*/ 701135 w 720185"/>
                <a:gd name="connsiteY6" fmla="*/ 720185 h 720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20185" h="720185">
                  <a:moveTo>
                    <a:pt x="701135" y="720185"/>
                  </a:moveTo>
                  <a:cubicBezTo>
                    <a:pt x="690658" y="720185"/>
                    <a:pt x="682085" y="711613"/>
                    <a:pt x="682085" y="701135"/>
                  </a:cubicBezTo>
                  <a:cubicBezTo>
                    <a:pt x="682085" y="335566"/>
                    <a:pt x="384620" y="38100"/>
                    <a:pt x="19050" y="38100"/>
                  </a:cubicBezTo>
                  <a:cubicBezTo>
                    <a:pt x="8573" y="38100"/>
                    <a:pt x="0" y="29527"/>
                    <a:pt x="0" y="19050"/>
                  </a:cubicBezTo>
                  <a:cubicBezTo>
                    <a:pt x="0" y="8572"/>
                    <a:pt x="8573" y="0"/>
                    <a:pt x="19050" y="0"/>
                  </a:cubicBezTo>
                  <a:cubicBezTo>
                    <a:pt x="405670" y="0"/>
                    <a:pt x="720185" y="314516"/>
                    <a:pt x="720185" y="701135"/>
                  </a:cubicBezTo>
                  <a:cubicBezTo>
                    <a:pt x="720185" y="711613"/>
                    <a:pt x="711613" y="720185"/>
                    <a:pt x="701135" y="720185"/>
                  </a:cubicBezTo>
                  <a:close/>
                </a:path>
              </a:pathLst>
            </a:custGeom>
            <a:grpFill/>
            <a:ln w="952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6B3C2D22-3CF9-A11F-47CD-2D66B2EA37DA}"/>
                </a:ext>
              </a:extLst>
            </p:cNvPr>
            <p:cNvSpPr/>
            <p:nvPr/>
          </p:nvSpPr>
          <p:spPr>
            <a:xfrm>
              <a:off x="1390583" y="6086614"/>
              <a:ext cx="621601" cy="621601"/>
            </a:xfrm>
            <a:custGeom>
              <a:avLst/>
              <a:gdLst>
                <a:gd name="connsiteX0" fmla="*/ 602551 w 621601"/>
                <a:gd name="connsiteY0" fmla="*/ 621602 h 621601"/>
                <a:gd name="connsiteX1" fmla="*/ 583501 w 621601"/>
                <a:gd name="connsiteY1" fmla="*/ 602552 h 621601"/>
                <a:gd name="connsiteX2" fmla="*/ 19050 w 621601"/>
                <a:gd name="connsiteY2" fmla="*/ 38100 h 621601"/>
                <a:gd name="connsiteX3" fmla="*/ 0 w 621601"/>
                <a:gd name="connsiteY3" fmla="*/ 19050 h 621601"/>
                <a:gd name="connsiteX4" fmla="*/ 19050 w 621601"/>
                <a:gd name="connsiteY4" fmla="*/ 0 h 621601"/>
                <a:gd name="connsiteX5" fmla="*/ 621601 w 621601"/>
                <a:gd name="connsiteY5" fmla="*/ 602552 h 621601"/>
                <a:gd name="connsiteX6" fmla="*/ 602551 w 621601"/>
                <a:gd name="connsiteY6" fmla="*/ 621602 h 621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1601" h="621601">
                  <a:moveTo>
                    <a:pt x="602551" y="621602"/>
                  </a:moveTo>
                  <a:cubicBezTo>
                    <a:pt x="592074" y="621602"/>
                    <a:pt x="583501" y="613029"/>
                    <a:pt x="583501" y="602552"/>
                  </a:cubicBezTo>
                  <a:cubicBezTo>
                    <a:pt x="583501" y="291274"/>
                    <a:pt x="330232" y="38100"/>
                    <a:pt x="19050" y="38100"/>
                  </a:cubicBezTo>
                  <a:cubicBezTo>
                    <a:pt x="8573" y="38100"/>
                    <a:pt x="0" y="29527"/>
                    <a:pt x="0" y="19050"/>
                  </a:cubicBezTo>
                  <a:cubicBezTo>
                    <a:pt x="0" y="8572"/>
                    <a:pt x="8573" y="0"/>
                    <a:pt x="19050" y="0"/>
                  </a:cubicBezTo>
                  <a:cubicBezTo>
                    <a:pt x="351282" y="0"/>
                    <a:pt x="621601" y="270319"/>
                    <a:pt x="621601" y="602552"/>
                  </a:cubicBezTo>
                  <a:cubicBezTo>
                    <a:pt x="621601" y="613029"/>
                    <a:pt x="613029" y="621602"/>
                    <a:pt x="602551" y="621602"/>
                  </a:cubicBezTo>
                  <a:close/>
                </a:path>
              </a:pathLst>
            </a:custGeom>
            <a:grpFill/>
            <a:ln w="952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86FF8D83-5F62-AFE5-FF60-1BDFF4B07C2C}"/>
                </a:ext>
              </a:extLst>
            </p:cNvPr>
            <p:cNvSpPr/>
            <p:nvPr/>
          </p:nvSpPr>
          <p:spPr>
            <a:xfrm>
              <a:off x="1390583" y="6185102"/>
              <a:ext cx="523112" cy="523113"/>
            </a:xfrm>
            <a:custGeom>
              <a:avLst/>
              <a:gdLst>
                <a:gd name="connsiteX0" fmla="*/ 504063 w 523112"/>
                <a:gd name="connsiteY0" fmla="*/ 523113 h 523113"/>
                <a:gd name="connsiteX1" fmla="*/ 485013 w 523112"/>
                <a:gd name="connsiteY1" fmla="*/ 504063 h 523113"/>
                <a:gd name="connsiteX2" fmla="*/ 19050 w 523112"/>
                <a:gd name="connsiteY2" fmla="*/ 38100 h 523113"/>
                <a:gd name="connsiteX3" fmla="*/ 0 w 523112"/>
                <a:gd name="connsiteY3" fmla="*/ 19050 h 523113"/>
                <a:gd name="connsiteX4" fmla="*/ 19050 w 523112"/>
                <a:gd name="connsiteY4" fmla="*/ 0 h 523113"/>
                <a:gd name="connsiteX5" fmla="*/ 523113 w 523112"/>
                <a:gd name="connsiteY5" fmla="*/ 504063 h 523113"/>
                <a:gd name="connsiteX6" fmla="*/ 504063 w 523112"/>
                <a:gd name="connsiteY6" fmla="*/ 523113 h 523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112" h="523113">
                  <a:moveTo>
                    <a:pt x="504063" y="523113"/>
                  </a:moveTo>
                  <a:cubicBezTo>
                    <a:pt x="493586" y="523113"/>
                    <a:pt x="485013" y="514541"/>
                    <a:pt x="485013" y="504063"/>
                  </a:cubicBezTo>
                  <a:cubicBezTo>
                    <a:pt x="485013" y="247078"/>
                    <a:pt x="275939" y="38100"/>
                    <a:pt x="19050" y="38100"/>
                  </a:cubicBezTo>
                  <a:cubicBezTo>
                    <a:pt x="8573" y="38100"/>
                    <a:pt x="0" y="29527"/>
                    <a:pt x="0" y="19050"/>
                  </a:cubicBezTo>
                  <a:cubicBezTo>
                    <a:pt x="0" y="8572"/>
                    <a:pt x="8573" y="0"/>
                    <a:pt x="19050" y="0"/>
                  </a:cubicBezTo>
                  <a:cubicBezTo>
                    <a:pt x="296990" y="0"/>
                    <a:pt x="523113" y="226124"/>
                    <a:pt x="523113" y="504063"/>
                  </a:cubicBezTo>
                  <a:cubicBezTo>
                    <a:pt x="523113" y="514541"/>
                    <a:pt x="514541" y="523113"/>
                    <a:pt x="504063" y="523113"/>
                  </a:cubicBezTo>
                  <a:close/>
                </a:path>
              </a:pathLst>
            </a:custGeom>
            <a:grpFill/>
            <a:ln w="952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E45600F2-4735-134F-A7AC-62B516C28943}"/>
                </a:ext>
              </a:extLst>
            </p:cNvPr>
            <p:cNvSpPr/>
            <p:nvPr/>
          </p:nvSpPr>
          <p:spPr>
            <a:xfrm>
              <a:off x="1390583" y="6283591"/>
              <a:ext cx="424624" cy="424624"/>
            </a:xfrm>
            <a:custGeom>
              <a:avLst/>
              <a:gdLst>
                <a:gd name="connsiteX0" fmla="*/ 405575 w 424624"/>
                <a:gd name="connsiteY0" fmla="*/ 424625 h 424624"/>
                <a:gd name="connsiteX1" fmla="*/ 386525 w 424624"/>
                <a:gd name="connsiteY1" fmla="*/ 405575 h 424624"/>
                <a:gd name="connsiteX2" fmla="*/ 19050 w 424624"/>
                <a:gd name="connsiteY2" fmla="*/ 38100 h 424624"/>
                <a:gd name="connsiteX3" fmla="*/ 0 w 424624"/>
                <a:gd name="connsiteY3" fmla="*/ 19050 h 424624"/>
                <a:gd name="connsiteX4" fmla="*/ 19050 w 424624"/>
                <a:gd name="connsiteY4" fmla="*/ 0 h 424624"/>
                <a:gd name="connsiteX5" fmla="*/ 424625 w 424624"/>
                <a:gd name="connsiteY5" fmla="*/ 405575 h 424624"/>
                <a:gd name="connsiteX6" fmla="*/ 405575 w 424624"/>
                <a:gd name="connsiteY6" fmla="*/ 424625 h 424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4624" h="424624">
                  <a:moveTo>
                    <a:pt x="405575" y="424625"/>
                  </a:moveTo>
                  <a:cubicBezTo>
                    <a:pt x="395097" y="424625"/>
                    <a:pt x="386525" y="416052"/>
                    <a:pt x="386525" y="405575"/>
                  </a:cubicBezTo>
                  <a:cubicBezTo>
                    <a:pt x="386525" y="202978"/>
                    <a:pt x="221647" y="38100"/>
                    <a:pt x="19050" y="38100"/>
                  </a:cubicBezTo>
                  <a:cubicBezTo>
                    <a:pt x="8573" y="38100"/>
                    <a:pt x="0" y="29527"/>
                    <a:pt x="0" y="19050"/>
                  </a:cubicBezTo>
                  <a:cubicBezTo>
                    <a:pt x="0" y="8572"/>
                    <a:pt x="8573" y="0"/>
                    <a:pt x="19050" y="0"/>
                  </a:cubicBezTo>
                  <a:cubicBezTo>
                    <a:pt x="242697" y="0"/>
                    <a:pt x="424625" y="181927"/>
                    <a:pt x="424625" y="405575"/>
                  </a:cubicBezTo>
                  <a:cubicBezTo>
                    <a:pt x="424625" y="416052"/>
                    <a:pt x="416052" y="424625"/>
                    <a:pt x="405575" y="424625"/>
                  </a:cubicBezTo>
                  <a:close/>
                </a:path>
              </a:pathLst>
            </a:custGeom>
            <a:grpFill/>
            <a:ln w="952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8627B15A-246C-2D5B-5444-285FBCA69002}"/>
                </a:ext>
              </a:extLst>
            </p:cNvPr>
            <p:cNvSpPr/>
            <p:nvPr/>
          </p:nvSpPr>
          <p:spPr>
            <a:xfrm>
              <a:off x="1390583" y="6382079"/>
              <a:ext cx="326136" cy="326136"/>
            </a:xfrm>
            <a:custGeom>
              <a:avLst/>
              <a:gdLst>
                <a:gd name="connsiteX0" fmla="*/ 307086 w 326136"/>
                <a:gd name="connsiteY0" fmla="*/ 326136 h 326136"/>
                <a:gd name="connsiteX1" fmla="*/ 288036 w 326136"/>
                <a:gd name="connsiteY1" fmla="*/ 307086 h 326136"/>
                <a:gd name="connsiteX2" fmla="*/ 19050 w 326136"/>
                <a:gd name="connsiteY2" fmla="*/ 38100 h 326136"/>
                <a:gd name="connsiteX3" fmla="*/ 0 w 326136"/>
                <a:gd name="connsiteY3" fmla="*/ 19050 h 326136"/>
                <a:gd name="connsiteX4" fmla="*/ 19050 w 326136"/>
                <a:gd name="connsiteY4" fmla="*/ 0 h 326136"/>
                <a:gd name="connsiteX5" fmla="*/ 326136 w 326136"/>
                <a:gd name="connsiteY5" fmla="*/ 307086 h 326136"/>
                <a:gd name="connsiteX6" fmla="*/ 307086 w 326136"/>
                <a:gd name="connsiteY6" fmla="*/ 326136 h 32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136" h="326136">
                  <a:moveTo>
                    <a:pt x="307086" y="326136"/>
                  </a:moveTo>
                  <a:cubicBezTo>
                    <a:pt x="296609" y="326136"/>
                    <a:pt x="288036" y="317564"/>
                    <a:pt x="288036" y="307086"/>
                  </a:cubicBezTo>
                  <a:cubicBezTo>
                    <a:pt x="288036" y="158782"/>
                    <a:pt x="167354" y="38100"/>
                    <a:pt x="19050" y="38100"/>
                  </a:cubicBezTo>
                  <a:cubicBezTo>
                    <a:pt x="8573" y="38100"/>
                    <a:pt x="0" y="29527"/>
                    <a:pt x="0" y="19050"/>
                  </a:cubicBezTo>
                  <a:cubicBezTo>
                    <a:pt x="0" y="8572"/>
                    <a:pt x="8573" y="0"/>
                    <a:pt x="19050" y="0"/>
                  </a:cubicBezTo>
                  <a:cubicBezTo>
                    <a:pt x="188404" y="0"/>
                    <a:pt x="326136" y="137731"/>
                    <a:pt x="326136" y="307086"/>
                  </a:cubicBezTo>
                  <a:cubicBezTo>
                    <a:pt x="326136" y="317564"/>
                    <a:pt x="317563" y="326136"/>
                    <a:pt x="307086" y="326136"/>
                  </a:cubicBezTo>
                  <a:close/>
                </a:path>
              </a:pathLst>
            </a:custGeom>
            <a:grpFill/>
            <a:ln w="9525" cap="flat">
              <a:noFill/>
              <a:prstDash val="solid"/>
              <a:miter/>
            </a:ln>
          </p:spPr>
          <p:txBody>
            <a:bodyPr rtlCol="0" anchor="ctr"/>
            <a:lstStyle/>
            <a:p>
              <a:endParaRPr lang="en-US"/>
            </a:p>
          </p:txBody>
        </p:sp>
        <p:sp>
          <p:nvSpPr>
            <p:cNvPr id="30" name="Freeform 29">
              <a:extLst>
                <a:ext uri="{FF2B5EF4-FFF2-40B4-BE49-F238E27FC236}">
                  <a16:creationId xmlns:a16="http://schemas.microsoft.com/office/drawing/2014/main" id="{EE2DE0F9-24F2-DCE2-14F9-8CF0D5544141}"/>
                </a:ext>
              </a:extLst>
            </p:cNvPr>
            <p:cNvSpPr/>
            <p:nvPr/>
          </p:nvSpPr>
          <p:spPr>
            <a:xfrm>
              <a:off x="1390583" y="6480663"/>
              <a:ext cx="227552" cy="227552"/>
            </a:xfrm>
            <a:custGeom>
              <a:avLst/>
              <a:gdLst>
                <a:gd name="connsiteX0" fmla="*/ 208502 w 227552"/>
                <a:gd name="connsiteY0" fmla="*/ 227552 h 227552"/>
                <a:gd name="connsiteX1" fmla="*/ 189452 w 227552"/>
                <a:gd name="connsiteY1" fmla="*/ 208502 h 227552"/>
                <a:gd name="connsiteX2" fmla="*/ 19050 w 227552"/>
                <a:gd name="connsiteY2" fmla="*/ 38100 h 227552"/>
                <a:gd name="connsiteX3" fmla="*/ 0 w 227552"/>
                <a:gd name="connsiteY3" fmla="*/ 19050 h 227552"/>
                <a:gd name="connsiteX4" fmla="*/ 19050 w 227552"/>
                <a:gd name="connsiteY4" fmla="*/ 0 h 227552"/>
                <a:gd name="connsiteX5" fmla="*/ 227552 w 227552"/>
                <a:gd name="connsiteY5" fmla="*/ 208502 h 227552"/>
                <a:gd name="connsiteX6" fmla="*/ 208502 w 227552"/>
                <a:gd name="connsiteY6" fmla="*/ 227552 h 227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552" h="227552">
                  <a:moveTo>
                    <a:pt x="208502" y="227552"/>
                  </a:moveTo>
                  <a:cubicBezTo>
                    <a:pt x="198025" y="227552"/>
                    <a:pt x="189452" y="218980"/>
                    <a:pt x="189452" y="208502"/>
                  </a:cubicBezTo>
                  <a:cubicBezTo>
                    <a:pt x="189452" y="114491"/>
                    <a:pt x="112967" y="38100"/>
                    <a:pt x="19050" y="38100"/>
                  </a:cubicBezTo>
                  <a:cubicBezTo>
                    <a:pt x="8573" y="38100"/>
                    <a:pt x="0" y="29528"/>
                    <a:pt x="0" y="19050"/>
                  </a:cubicBezTo>
                  <a:cubicBezTo>
                    <a:pt x="0" y="8573"/>
                    <a:pt x="8573" y="0"/>
                    <a:pt x="19050" y="0"/>
                  </a:cubicBezTo>
                  <a:cubicBezTo>
                    <a:pt x="134017" y="0"/>
                    <a:pt x="227552" y="93536"/>
                    <a:pt x="227552" y="208502"/>
                  </a:cubicBezTo>
                  <a:cubicBezTo>
                    <a:pt x="227552" y="218980"/>
                    <a:pt x="218980" y="227552"/>
                    <a:pt x="208502" y="227552"/>
                  </a:cubicBezTo>
                  <a:close/>
                </a:path>
              </a:pathLst>
            </a:custGeom>
            <a:grpFill/>
            <a:ln w="952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3E10FA59-8B9A-9CCB-5B36-4CE41E92334E}"/>
                </a:ext>
              </a:extLst>
            </p:cNvPr>
            <p:cNvSpPr/>
            <p:nvPr/>
          </p:nvSpPr>
          <p:spPr>
            <a:xfrm>
              <a:off x="1385820" y="6842589"/>
              <a:ext cx="47625" cy="47648"/>
            </a:xfrm>
            <a:custGeom>
              <a:avLst/>
              <a:gdLst>
                <a:gd name="connsiteX0" fmla="*/ 23813 w 47625"/>
                <a:gd name="connsiteY0" fmla="*/ 47649 h 47648"/>
                <a:gd name="connsiteX1" fmla="*/ 19145 w 47625"/>
                <a:gd name="connsiteY1" fmla="*/ 47173 h 47648"/>
                <a:gd name="connsiteX2" fmla="*/ 14669 w 47625"/>
                <a:gd name="connsiteY2" fmla="*/ 45839 h 47648"/>
                <a:gd name="connsiteX3" fmla="*/ 10573 w 47625"/>
                <a:gd name="connsiteY3" fmla="*/ 43648 h 47648"/>
                <a:gd name="connsiteX4" fmla="*/ 6953 w 47625"/>
                <a:gd name="connsiteY4" fmla="*/ 40696 h 47648"/>
                <a:gd name="connsiteX5" fmla="*/ 0 w 47625"/>
                <a:gd name="connsiteY5" fmla="*/ 23836 h 47648"/>
                <a:gd name="connsiteX6" fmla="*/ 6953 w 47625"/>
                <a:gd name="connsiteY6" fmla="*/ 6977 h 47648"/>
                <a:gd name="connsiteX7" fmla="*/ 10573 w 47625"/>
                <a:gd name="connsiteY7" fmla="*/ 4024 h 47648"/>
                <a:gd name="connsiteX8" fmla="*/ 14669 w 47625"/>
                <a:gd name="connsiteY8" fmla="*/ 1834 h 47648"/>
                <a:gd name="connsiteX9" fmla="*/ 19145 w 47625"/>
                <a:gd name="connsiteY9" fmla="*/ 500 h 47648"/>
                <a:gd name="connsiteX10" fmla="*/ 28480 w 47625"/>
                <a:gd name="connsiteY10" fmla="*/ 500 h 47648"/>
                <a:gd name="connsiteX11" fmla="*/ 32956 w 47625"/>
                <a:gd name="connsiteY11" fmla="*/ 1834 h 47648"/>
                <a:gd name="connsiteX12" fmla="*/ 37052 w 47625"/>
                <a:gd name="connsiteY12" fmla="*/ 4024 h 47648"/>
                <a:gd name="connsiteX13" fmla="*/ 40672 w 47625"/>
                <a:gd name="connsiteY13" fmla="*/ 6977 h 47648"/>
                <a:gd name="connsiteX14" fmla="*/ 47625 w 47625"/>
                <a:gd name="connsiteY14" fmla="*/ 23836 h 47648"/>
                <a:gd name="connsiteX15" fmla="*/ 40672 w 47625"/>
                <a:gd name="connsiteY15" fmla="*/ 40696 h 47648"/>
                <a:gd name="connsiteX16" fmla="*/ 37052 w 47625"/>
                <a:gd name="connsiteY16" fmla="*/ 43648 h 47648"/>
                <a:gd name="connsiteX17" fmla="*/ 32956 w 47625"/>
                <a:gd name="connsiteY17" fmla="*/ 45839 h 47648"/>
                <a:gd name="connsiteX18" fmla="*/ 28480 w 47625"/>
                <a:gd name="connsiteY18" fmla="*/ 47173 h 47648"/>
                <a:gd name="connsiteX19" fmla="*/ 23813 w 47625"/>
                <a:gd name="connsiteY19" fmla="*/ 47649 h 47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7625" h="47648">
                  <a:moveTo>
                    <a:pt x="23813" y="47649"/>
                  </a:moveTo>
                  <a:cubicBezTo>
                    <a:pt x="22288" y="47649"/>
                    <a:pt x="20669" y="47458"/>
                    <a:pt x="19145" y="47173"/>
                  </a:cubicBezTo>
                  <a:cubicBezTo>
                    <a:pt x="17621" y="46887"/>
                    <a:pt x="16097" y="46411"/>
                    <a:pt x="14669" y="45839"/>
                  </a:cubicBezTo>
                  <a:cubicBezTo>
                    <a:pt x="13240" y="45268"/>
                    <a:pt x="11811" y="44506"/>
                    <a:pt x="10573" y="43648"/>
                  </a:cubicBezTo>
                  <a:cubicBezTo>
                    <a:pt x="9239" y="42791"/>
                    <a:pt x="8001" y="41743"/>
                    <a:pt x="6953" y="40696"/>
                  </a:cubicBezTo>
                  <a:cubicBezTo>
                    <a:pt x="2572" y="36314"/>
                    <a:pt x="0" y="30123"/>
                    <a:pt x="0" y="23836"/>
                  </a:cubicBezTo>
                  <a:cubicBezTo>
                    <a:pt x="0" y="17550"/>
                    <a:pt x="2572" y="11454"/>
                    <a:pt x="6953" y="6977"/>
                  </a:cubicBezTo>
                  <a:cubicBezTo>
                    <a:pt x="8001" y="5929"/>
                    <a:pt x="9239" y="4882"/>
                    <a:pt x="10573" y="4024"/>
                  </a:cubicBezTo>
                  <a:cubicBezTo>
                    <a:pt x="11811" y="3167"/>
                    <a:pt x="13240" y="2405"/>
                    <a:pt x="14669" y="1834"/>
                  </a:cubicBezTo>
                  <a:cubicBezTo>
                    <a:pt x="16097" y="1262"/>
                    <a:pt x="17621" y="786"/>
                    <a:pt x="19145" y="500"/>
                  </a:cubicBezTo>
                  <a:cubicBezTo>
                    <a:pt x="22193" y="-167"/>
                    <a:pt x="25337" y="-167"/>
                    <a:pt x="28480" y="500"/>
                  </a:cubicBezTo>
                  <a:cubicBezTo>
                    <a:pt x="30004" y="786"/>
                    <a:pt x="31528" y="1262"/>
                    <a:pt x="32956" y="1834"/>
                  </a:cubicBezTo>
                  <a:cubicBezTo>
                    <a:pt x="34385" y="2405"/>
                    <a:pt x="35814" y="3167"/>
                    <a:pt x="37052" y="4024"/>
                  </a:cubicBezTo>
                  <a:cubicBezTo>
                    <a:pt x="38386" y="4882"/>
                    <a:pt x="39624" y="5929"/>
                    <a:pt x="40672" y="6977"/>
                  </a:cubicBezTo>
                  <a:cubicBezTo>
                    <a:pt x="45148" y="11454"/>
                    <a:pt x="47625" y="17550"/>
                    <a:pt x="47625" y="23836"/>
                  </a:cubicBezTo>
                  <a:cubicBezTo>
                    <a:pt x="47625" y="30123"/>
                    <a:pt x="45053" y="36219"/>
                    <a:pt x="40672" y="40696"/>
                  </a:cubicBezTo>
                  <a:cubicBezTo>
                    <a:pt x="39624" y="41743"/>
                    <a:pt x="38386" y="42791"/>
                    <a:pt x="37052" y="43648"/>
                  </a:cubicBezTo>
                  <a:cubicBezTo>
                    <a:pt x="35719" y="44506"/>
                    <a:pt x="34385" y="45268"/>
                    <a:pt x="32956" y="45839"/>
                  </a:cubicBezTo>
                  <a:cubicBezTo>
                    <a:pt x="31528" y="46411"/>
                    <a:pt x="30004" y="46887"/>
                    <a:pt x="28480" y="47173"/>
                  </a:cubicBezTo>
                  <a:cubicBezTo>
                    <a:pt x="26956" y="47458"/>
                    <a:pt x="25337" y="47649"/>
                    <a:pt x="23813" y="47649"/>
                  </a:cubicBezTo>
                  <a:close/>
                </a:path>
              </a:pathLst>
            </a:custGeom>
            <a:grpFill/>
            <a:ln w="952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6D2039E5-A042-D47E-5F8F-937A3561229F}"/>
                </a:ext>
              </a:extLst>
            </p:cNvPr>
            <p:cNvSpPr/>
            <p:nvPr/>
          </p:nvSpPr>
          <p:spPr>
            <a:xfrm>
              <a:off x="1385820" y="6931291"/>
              <a:ext cx="47625" cy="402431"/>
            </a:xfrm>
            <a:custGeom>
              <a:avLst/>
              <a:gdLst>
                <a:gd name="connsiteX0" fmla="*/ 23813 w 47625"/>
                <a:gd name="connsiteY0" fmla="*/ 402336 h 402431"/>
                <a:gd name="connsiteX1" fmla="*/ 0 w 47625"/>
                <a:gd name="connsiteY1" fmla="*/ 378523 h 402431"/>
                <a:gd name="connsiteX2" fmla="*/ 23813 w 47625"/>
                <a:gd name="connsiteY2" fmla="*/ 354711 h 402431"/>
                <a:gd name="connsiteX3" fmla="*/ 47625 w 47625"/>
                <a:gd name="connsiteY3" fmla="*/ 378523 h 402431"/>
                <a:gd name="connsiteX4" fmla="*/ 47625 w 47625"/>
                <a:gd name="connsiteY4" fmla="*/ 378523 h 402431"/>
                <a:gd name="connsiteX5" fmla="*/ 23813 w 47625"/>
                <a:gd name="connsiteY5" fmla="*/ 402431 h 402431"/>
                <a:gd name="connsiteX6" fmla="*/ 23813 w 47625"/>
                <a:gd name="connsiteY6" fmla="*/ 313658 h 402431"/>
                <a:gd name="connsiteX7" fmla="*/ 0 w 47625"/>
                <a:gd name="connsiteY7" fmla="*/ 289846 h 402431"/>
                <a:gd name="connsiteX8" fmla="*/ 23813 w 47625"/>
                <a:gd name="connsiteY8" fmla="*/ 266033 h 402431"/>
                <a:gd name="connsiteX9" fmla="*/ 47625 w 47625"/>
                <a:gd name="connsiteY9" fmla="*/ 289846 h 402431"/>
                <a:gd name="connsiteX10" fmla="*/ 47625 w 47625"/>
                <a:gd name="connsiteY10" fmla="*/ 289846 h 402431"/>
                <a:gd name="connsiteX11" fmla="*/ 23813 w 47625"/>
                <a:gd name="connsiteY11" fmla="*/ 313753 h 402431"/>
                <a:gd name="connsiteX12" fmla="*/ 23813 w 47625"/>
                <a:gd name="connsiteY12" fmla="*/ 224981 h 402431"/>
                <a:gd name="connsiteX13" fmla="*/ 0 w 47625"/>
                <a:gd name="connsiteY13" fmla="*/ 201168 h 402431"/>
                <a:gd name="connsiteX14" fmla="*/ 23813 w 47625"/>
                <a:gd name="connsiteY14" fmla="*/ 177356 h 402431"/>
                <a:gd name="connsiteX15" fmla="*/ 47625 w 47625"/>
                <a:gd name="connsiteY15" fmla="*/ 201168 h 402431"/>
                <a:gd name="connsiteX16" fmla="*/ 47625 w 47625"/>
                <a:gd name="connsiteY16" fmla="*/ 201168 h 402431"/>
                <a:gd name="connsiteX17" fmla="*/ 23813 w 47625"/>
                <a:gd name="connsiteY17" fmla="*/ 225076 h 402431"/>
                <a:gd name="connsiteX18" fmla="*/ 23813 w 47625"/>
                <a:gd name="connsiteY18" fmla="*/ 136303 h 402431"/>
                <a:gd name="connsiteX19" fmla="*/ 0 w 47625"/>
                <a:gd name="connsiteY19" fmla="*/ 112490 h 402431"/>
                <a:gd name="connsiteX20" fmla="*/ 23813 w 47625"/>
                <a:gd name="connsiteY20" fmla="*/ 88678 h 402431"/>
                <a:gd name="connsiteX21" fmla="*/ 47625 w 47625"/>
                <a:gd name="connsiteY21" fmla="*/ 112490 h 402431"/>
                <a:gd name="connsiteX22" fmla="*/ 47625 w 47625"/>
                <a:gd name="connsiteY22" fmla="*/ 112490 h 402431"/>
                <a:gd name="connsiteX23" fmla="*/ 23813 w 47625"/>
                <a:gd name="connsiteY23" fmla="*/ 136398 h 402431"/>
                <a:gd name="connsiteX24" fmla="*/ 23813 w 47625"/>
                <a:gd name="connsiteY24" fmla="*/ 47625 h 402431"/>
                <a:gd name="connsiteX25" fmla="*/ 0 w 47625"/>
                <a:gd name="connsiteY25" fmla="*/ 23813 h 402431"/>
                <a:gd name="connsiteX26" fmla="*/ 23813 w 47625"/>
                <a:gd name="connsiteY26" fmla="*/ 0 h 402431"/>
                <a:gd name="connsiteX27" fmla="*/ 47625 w 47625"/>
                <a:gd name="connsiteY27" fmla="*/ 23813 h 402431"/>
                <a:gd name="connsiteX28" fmla="*/ 47625 w 47625"/>
                <a:gd name="connsiteY28" fmla="*/ 23813 h 402431"/>
                <a:gd name="connsiteX29" fmla="*/ 23813 w 47625"/>
                <a:gd name="connsiteY29" fmla="*/ 47720 h 40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7625" h="402431">
                  <a:moveTo>
                    <a:pt x="23813" y="402336"/>
                  </a:moveTo>
                  <a:cubicBezTo>
                    <a:pt x="10668" y="402336"/>
                    <a:pt x="0" y="391668"/>
                    <a:pt x="0" y="378523"/>
                  </a:cubicBezTo>
                  <a:cubicBezTo>
                    <a:pt x="0" y="365379"/>
                    <a:pt x="10668" y="354711"/>
                    <a:pt x="23813" y="354711"/>
                  </a:cubicBezTo>
                  <a:cubicBezTo>
                    <a:pt x="36957" y="354711"/>
                    <a:pt x="47625" y="365284"/>
                    <a:pt x="47625" y="378523"/>
                  </a:cubicBezTo>
                  <a:lnTo>
                    <a:pt x="47625" y="378523"/>
                  </a:lnTo>
                  <a:cubicBezTo>
                    <a:pt x="47625" y="391763"/>
                    <a:pt x="36957" y="402431"/>
                    <a:pt x="23813" y="402431"/>
                  </a:cubicBezTo>
                  <a:close/>
                  <a:moveTo>
                    <a:pt x="23813" y="313658"/>
                  </a:moveTo>
                  <a:cubicBezTo>
                    <a:pt x="10668" y="313658"/>
                    <a:pt x="0" y="302990"/>
                    <a:pt x="0" y="289846"/>
                  </a:cubicBezTo>
                  <a:cubicBezTo>
                    <a:pt x="0" y="276701"/>
                    <a:pt x="10668" y="266033"/>
                    <a:pt x="23813" y="266033"/>
                  </a:cubicBezTo>
                  <a:cubicBezTo>
                    <a:pt x="36957" y="266033"/>
                    <a:pt x="47625" y="276606"/>
                    <a:pt x="47625" y="289846"/>
                  </a:cubicBezTo>
                  <a:lnTo>
                    <a:pt x="47625" y="289846"/>
                  </a:lnTo>
                  <a:cubicBezTo>
                    <a:pt x="47625" y="303086"/>
                    <a:pt x="36957" y="313753"/>
                    <a:pt x="23813" y="313753"/>
                  </a:cubicBezTo>
                  <a:close/>
                  <a:moveTo>
                    <a:pt x="23813" y="224981"/>
                  </a:moveTo>
                  <a:cubicBezTo>
                    <a:pt x="10668" y="224981"/>
                    <a:pt x="0" y="214312"/>
                    <a:pt x="0" y="201168"/>
                  </a:cubicBezTo>
                  <a:cubicBezTo>
                    <a:pt x="0" y="188023"/>
                    <a:pt x="10668" y="177356"/>
                    <a:pt x="23813" y="177356"/>
                  </a:cubicBezTo>
                  <a:cubicBezTo>
                    <a:pt x="36957" y="177356"/>
                    <a:pt x="47625" y="187928"/>
                    <a:pt x="47625" y="201168"/>
                  </a:cubicBezTo>
                  <a:lnTo>
                    <a:pt x="47625" y="201168"/>
                  </a:lnTo>
                  <a:cubicBezTo>
                    <a:pt x="47625" y="214408"/>
                    <a:pt x="36957" y="225076"/>
                    <a:pt x="23813" y="225076"/>
                  </a:cubicBezTo>
                  <a:close/>
                  <a:moveTo>
                    <a:pt x="23813" y="136303"/>
                  </a:moveTo>
                  <a:cubicBezTo>
                    <a:pt x="10668" y="136303"/>
                    <a:pt x="0" y="125635"/>
                    <a:pt x="0" y="112490"/>
                  </a:cubicBezTo>
                  <a:cubicBezTo>
                    <a:pt x="0" y="99346"/>
                    <a:pt x="10668" y="88678"/>
                    <a:pt x="23813" y="88678"/>
                  </a:cubicBezTo>
                  <a:cubicBezTo>
                    <a:pt x="36957" y="88678"/>
                    <a:pt x="47625" y="99251"/>
                    <a:pt x="47625" y="112490"/>
                  </a:cubicBezTo>
                  <a:lnTo>
                    <a:pt x="47625" y="112490"/>
                  </a:lnTo>
                  <a:cubicBezTo>
                    <a:pt x="47625" y="125730"/>
                    <a:pt x="36957" y="136398"/>
                    <a:pt x="23813" y="136398"/>
                  </a:cubicBezTo>
                  <a:close/>
                  <a:moveTo>
                    <a:pt x="23813" y="47625"/>
                  </a:moveTo>
                  <a:cubicBezTo>
                    <a:pt x="10668" y="47625"/>
                    <a:pt x="0" y="36957"/>
                    <a:pt x="0" y="23813"/>
                  </a:cubicBezTo>
                  <a:cubicBezTo>
                    <a:pt x="0" y="10668"/>
                    <a:pt x="10668" y="0"/>
                    <a:pt x="23813" y="0"/>
                  </a:cubicBezTo>
                  <a:cubicBezTo>
                    <a:pt x="36957" y="0"/>
                    <a:pt x="47625" y="10573"/>
                    <a:pt x="47625" y="23813"/>
                  </a:cubicBezTo>
                  <a:lnTo>
                    <a:pt x="47625" y="23813"/>
                  </a:lnTo>
                  <a:cubicBezTo>
                    <a:pt x="47625" y="37052"/>
                    <a:pt x="36957" y="47720"/>
                    <a:pt x="23813" y="47720"/>
                  </a:cubicBezTo>
                  <a:close/>
                </a:path>
              </a:pathLst>
            </a:custGeom>
            <a:grpFill/>
            <a:ln w="9525"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6E29CDCF-A63F-9151-F3BB-82B5DCC992A0}"/>
                </a:ext>
              </a:extLst>
            </p:cNvPr>
            <p:cNvSpPr/>
            <p:nvPr/>
          </p:nvSpPr>
          <p:spPr>
            <a:xfrm>
              <a:off x="1385820" y="7374655"/>
              <a:ext cx="47625" cy="47648"/>
            </a:xfrm>
            <a:custGeom>
              <a:avLst/>
              <a:gdLst>
                <a:gd name="connsiteX0" fmla="*/ 23813 w 47625"/>
                <a:gd name="connsiteY0" fmla="*/ 47649 h 47648"/>
                <a:gd name="connsiteX1" fmla="*/ 19145 w 47625"/>
                <a:gd name="connsiteY1" fmla="*/ 47173 h 47648"/>
                <a:gd name="connsiteX2" fmla="*/ 14669 w 47625"/>
                <a:gd name="connsiteY2" fmla="*/ 45839 h 47648"/>
                <a:gd name="connsiteX3" fmla="*/ 10573 w 47625"/>
                <a:gd name="connsiteY3" fmla="*/ 43648 h 47648"/>
                <a:gd name="connsiteX4" fmla="*/ 6953 w 47625"/>
                <a:gd name="connsiteY4" fmla="*/ 40696 h 47648"/>
                <a:gd name="connsiteX5" fmla="*/ 0 w 47625"/>
                <a:gd name="connsiteY5" fmla="*/ 23836 h 47648"/>
                <a:gd name="connsiteX6" fmla="*/ 6953 w 47625"/>
                <a:gd name="connsiteY6" fmla="*/ 6977 h 47648"/>
                <a:gd name="connsiteX7" fmla="*/ 10573 w 47625"/>
                <a:gd name="connsiteY7" fmla="*/ 4024 h 47648"/>
                <a:gd name="connsiteX8" fmla="*/ 14669 w 47625"/>
                <a:gd name="connsiteY8" fmla="*/ 1834 h 47648"/>
                <a:gd name="connsiteX9" fmla="*/ 19145 w 47625"/>
                <a:gd name="connsiteY9" fmla="*/ 500 h 47648"/>
                <a:gd name="connsiteX10" fmla="*/ 28480 w 47625"/>
                <a:gd name="connsiteY10" fmla="*/ 500 h 47648"/>
                <a:gd name="connsiteX11" fmla="*/ 32956 w 47625"/>
                <a:gd name="connsiteY11" fmla="*/ 1834 h 47648"/>
                <a:gd name="connsiteX12" fmla="*/ 37052 w 47625"/>
                <a:gd name="connsiteY12" fmla="*/ 4024 h 47648"/>
                <a:gd name="connsiteX13" fmla="*/ 40672 w 47625"/>
                <a:gd name="connsiteY13" fmla="*/ 6977 h 47648"/>
                <a:gd name="connsiteX14" fmla="*/ 47625 w 47625"/>
                <a:gd name="connsiteY14" fmla="*/ 23836 h 47648"/>
                <a:gd name="connsiteX15" fmla="*/ 40672 w 47625"/>
                <a:gd name="connsiteY15" fmla="*/ 40696 h 47648"/>
                <a:gd name="connsiteX16" fmla="*/ 37052 w 47625"/>
                <a:gd name="connsiteY16" fmla="*/ 43648 h 47648"/>
                <a:gd name="connsiteX17" fmla="*/ 32956 w 47625"/>
                <a:gd name="connsiteY17" fmla="*/ 45839 h 47648"/>
                <a:gd name="connsiteX18" fmla="*/ 28480 w 47625"/>
                <a:gd name="connsiteY18" fmla="*/ 47173 h 47648"/>
                <a:gd name="connsiteX19" fmla="*/ 23813 w 47625"/>
                <a:gd name="connsiteY19" fmla="*/ 47649 h 47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7625" h="47648">
                  <a:moveTo>
                    <a:pt x="23813" y="47649"/>
                  </a:moveTo>
                  <a:cubicBezTo>
                    <a:pt x="22288" y="47649"/>
                    <a:pt x="20669" y="47458"/>
                    <a:pt x="19145" y="47173"/>
                  </a:cubicBezTo>
                  <a:cubicBezTo>
                    <a:pt x="17621" y="46887"/>
                    <a:pt x="16097" y="46411"/>
                    <a:pt x="14669" y="45839"/>
                  </a:cubicBezTo>
                  <a:cubicBezTo>
                    <a:pt x="13240" y="45268"/>
                    <a:pt x="11811" y="44506"/>
                    <a:pt x="10573" y="43648"/>
                  </a:cubicBezTo>
                  <a:cubicBezTo>
                    <a:pt x="9239" y="42791"/>
                    <a:pt x="8001" y="41743"/>
                    <a:pt x="6953" y="40696"/>
                  </a:cubicBezTo>
                  <a:cubicBezTo>
                    <a:pt x="2572" y="36219"/>
                    <a:pt x="0" y="30123"/>
                    <a:pt x="0" y="23836"/>
                  </a:cubicBezTo>
                  <a:cubicBezTo>
                    <a:pt x="0" y="17550"/>
                    <a:pt x="2572" y="11454"/>
                    <a:pt x="6953" y="6977"/>
                  </a:cubicBezTo>
                  <a:cubicBezTo>
                    <a:pt x="8001" y="5834"/>
                    <a:pt x="9239" y="4882"/>
                    <a:pt x="10573" y="4024"/>
                  </a:cubicBezTo>
                  <a:cubicBezTo>
                    <a:pt x="11811" y="3167"/>
                    <a:pt x="13240" y="2405"/>
                    <a:pt x="14669" y="1834"/>
                  </a:cubicBezTo>
                  <a:cubicBezTo>
                    <a:pt x="16097" y="1262"/>
                    <a:pt x="17621" y="786"/>
                    <a:pt x="19145" y="500"/>
                  </a:cubicBezTo>
                  <a:cubicBezTo>
                    <a:pt x="22193" y="-167"/>
                    <a:pt x="25337" y="-167"/>
                    <a:pt x="28480" y="500"/>
                  </a:cubicBezTo>
                  <a:cubicBezTo>
                    <a:pt x="30004" y="786"/>
                    <a:pt x="31528" y="1262"/>
                    <a:pt x="32956" y="1834"/>
                  </a:cubicBezTo>
                  <a:cubicBezTo>
                    <a:pt x="34385" y="2405"/>
                    <a:pt x="35814" y="3167"/>
                    <a:pt x="37052" y="4024"/>
                  </a:cubicBezTo>
                  <a:cubicBezTo>
                    <a:pt x="38386" y="4882"/>
                    <a:pt x="39624" y="5929"/>
                    <a:pt x="40672" y="6977"/>
                  </a:cubicBezTo>
                  <a:cubicBezTo>
                    <a:pt x="45148" y="11454"/>
                    <a:pt x="47625" y="17550"/>
                    <a:pt x="47625" y="23836"/>
                  </a:cubicBezTo>
                  <a:cubicBezTo>
                    <a:pt x="47625" y="30123"/>
                    <a:pt x="45053" y="36219"/>
                    <a:pt x="40672" y="40696"/>
                  </a:cubicBezTo>
                  <a:cubicBezTo>
                    <a:pt x="39624" y="41839"/>
                    <a:pt x="38386" y="42791"/>
                    <a:pt x="37052" y="43648"/>
                  </a:cubicBezTo>
                  <a:cubicBezTo>
                    <a:pt x="35719" y="44506"/>
                    <a:pt x="34385" y="45268"/>
                    <a:pt x="32956" y="45839"/>
                  </a:cubicBezTo>
                  <a:cubicBezTo>
                    <a:pt x="31528" y="46411"/>
                    <a:pt x="30004" y="46887"/>
                    <a:pt x="28480" y="47173"/>
                  </a:cubicBezTo>
                  <a:cubicBezTo>
                    <a:pt x="26956" y="47458"/>
                    <a:pt x="25337" y="47649"/>
                    <a:pt x="23813" y="47649"/>
                  </a:cubicBezTo>
                  <a:close/>
                </a:path>
              </a:pathLst>
            </a:custGeom>
            <a:grpFill/>
            <a:ln w="9525"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B50E0140-D691-A3F2-5364-6901470D54F8}"/>
                </a:ext>
              </a:extLst>
            </p:cNvPr>
            <p:cNvSpPr/>
            <p:nvPr/>
          </p:nvSpPr>
          <p:spPr>
            <a:xfrm>
              <a:off x="1208560" y="6665329"/>
              <a:ext cx="47625" cy="47648"/>
            </a:xfrm>
            <a:custGeom>
              <a:avLst/>
              <a:gdLst>
                <a:gd name="connsiteX0" fmla="*/ 23813 w 47625"/>
                <a:gd name="connsiteY0" fmla="*/ 47649 h 47648"/>
                <a:gd name="connsiteX1" fmla="*/ 19145 w 47625"/>
                <a:gd name="connsiteY1" fmla="*/ 47173 h 47648"/>
                <a:gd name="connsiteX2" fmla="*/ 14669 w 47625"/>
                <a:gd name="connsiteY2" fmla="*/ 45839 h 47648"/>
                <a:gd name="connsiteX3" fmla="*/ 10573 w 47625"/>
                <a:gd name="connsiteY3" fmla="*/ 43648 h 47648"/>
                <a:gd name="connsiteX4" fmla="*/ 6953 w 47625"/>
                <a:gd name="connsiteY4" fmla="*/ 40696 h 47648"/>
                <a:gd name="connsiteX5" fmla="*/ 0 w 47625"/>
                <a:gd name="connsiteY5" fmla="*/ 23836 h 47648"/>
                <a:gd name="connsiteX6" fmla="*/ 6953 w 47625"/>
                <a:gd name="connsiteY6" fmla="*/ 6977 h 47648"/>
                <a:gd name="connsiteX7" fmla="*/ 10573 w 47625"/>
                <a:gd name="connsiteY7" fmla="*/ 4024 h 47648"/>
                <a:gd name="connsiteX8" fmla="*/ 14669 w 47625"/>
                <a:gd name="connsiteY8" fmla="*/ 1834 h 47648"/>
                <a:gd name="connsiteX9" fmla="*/ 19145 w 47625"/>
                <a:gd name="connsiteY9" fmla="*/ 500 h 47648"/>
                <a:gd name="connsiteX10" fmla="*/ 28480 w 47625"/>
                <a:gd name="connsiteY10" fmla="*/ 500 h 47648"/>
                <a:gd name="connsiteX11" fmla="*/ 32956 w 47625"/>
                <a:gd name="connsiteY11" fmla="*/ 1834 h 47648"/>
                <a:gd name="connsiteX12" fmla="*/ 37052 w 47625"/>
                <a:gd name="connsiteY12" fmla="*/ 4024 h 47648"/>
                <a:gd name="connsiteX13" fmla="*/ 40672 w 47625"/>
                <a:gd name="connsiteY13" fmla="*/ 6977 h 47648"/>
                <a:gd name="connsiteX14" fmla="*/ 47625 w 47625"/>
                <a:gd name="connsiteY14" fmla="*/ 23836 h 47648"/>
                <a:gd name="connsiteX15" fmla="*/ 40672 w 47625"/>
                <a:gd name="connsiteY15" fmla="*/ 40696 h 47648"/>
                <a:gd name="connsiteX16" fmla="*/ 37052 w 47625"/>
                <a:gd name="connsiteY16" fmla="*/ 43648 h 47648"/>
                <a:gd name="connsiteX17" fmla="*/ 32956 w 47625"/>
                <a:gd name="connsiteY17" fmla="*/ 45839 h 47648"/>
                <a:gd name="connsiteX18" fmla="*/ 28480 w 47625"/>
                <a:gd name="connsiteY18" fmla="*/ 47173 h 47648"/>
                <a:gd name="connsiteX19" fmla="*/ 23813 w 47625"/>
                <a:gd name="connsiteY19" fmla="*/ 47649 h 47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7625" h="47648">
                  <a:moveTo>
                    <a:pt x="23813" y="47649"/>
                  </a:moveTo>
                  <a:cubicBezTo>
                    <a:pt x="22289" y="47649"/>
                    <a:pt x="20669" y="47458"/>
                    <a:pt x="19145" y="47173"/>
                  </a:cubicBezTo>
                  <a:cubicBezTo>
                    <a:pt x="17621" y="46887"/>
                    <a:pt x="16097" y="46411"/>
                    <a:pt x="14669" y="45839"/>
                  </a:cubicBezTo>
                  <a:cubicBezTo>
                    <a:pt x="13240" y="45268"/>
                    <a:pt x="11811" y="44506"/>
                    <a:pt x="10573" y="43648"/>
                  </a:cubicBezTo>
                  <a:cubicBezTo>
                    <a:pt x="9239" y="42791"/>
                    <a:pt x="8001" y="41743"/>
                    <a:pt x="6953" y="40696"/>
                  </a:cubicBezTo>
                  <a:cubicBezTo>
                    <a:pt x="2477" y="36219"/>
                    <a:pt x="0" y="30123"/>
                    <a:pt x="0" y="23836"/>
                  </a:cubicBezTo>
                  <a:cubicBezTo>
                    <a:pt x="0" y="17550"/>
                    <a:pt x="2572" y="11454"/>
                    <a:pt x="6953" y="6977"/>
                  </a:cubicBezTo>
                  <a:cubicBezTo>
                    <a:pt x="8001" y="5929"/>
                    <a:pt x="9239" y="4882"/>
                    <a:pt x="10573" y="4024"/>
                  </a:cubicBezTo>
                  <a:cubicBezTo>
                    <a:pt x="11906" y="3167"/>
                    <a:pt x="13240" y="2405"/>
                    <a:pt x="14669" y="1834"/>
                  </a:cubicBezTo>
                  <a:cubicBezTo>
                    <a:pt x="16097" y="1262"/>
                    <a:pt x="17621" y="786"/>
                    <a:pt x="19145" y="500"/>
                  </a:cubicBezTo>
                  <a:cubicBezTo>
                    <a:pt x="22193" y="-167"/>
                    <a:pt x="25432" y="-167"/>
                    <a:pt x="28480" y="500"/>
                  </a:cubicBezTo>
                  <a:cubicBezTo>
                    <a:pt x="30004" y="786"/>
                    <a:pt x="31528" y="1262"/>
                    <a:pt x="32956" y="1834"/>
                  </a:cubicBezTo>
                  <a:cubicBezTo>
                    <a:pt x="34385" y="2405"/>
                    <a:pt x="35814" y="3167"/>
                    <a:pt x="37052" y="4024"/>
                  </a:cubicBezTo>
                  <a:cubicBezTo>
                    <a:pt x="38386" y="4882"/>
                    <a:pt x="39529" y="5929"/>
                    <a:pt x="40672" y="6977"/>
                  </a:cubicBezTo>
                  <a:cubicBezTo>
                    <a:pt x="45053" y="11454"/>
                    <a:pt x="47625" y="17550"/>
                    <a:pt x="47625" y="23836"/>
                  </a:cubicBezTo>
                  <a:cubicBezTo>
                    <a:pt x="47625" y="30123"/>
                    <a:pt x="45053" y="36219"/>
                    <a:pt x="40672" y="40696"/>
                  </a:cubicBezTo>
                  <a:cubicBezTo>
                    <a:pt x="39529" y="41743"/>
                    <a:pt x="38386" y="42791"/>
                    <a:pt x="37052" y="43648"/>
                  </a:cubicBezTo>
                  <a:cubicBezTo>
                    <a:pt x="35719" y="44506"/>
                    <a:pt x="34385" y="45268"/>
                    <a:pt x="32956" y="45839"/>
                  </a:cubicBezTo>
                  <a:cubicBezTo>
                    <a:pt x="31528" y="46411"/>
                    <a:pt x="30004" y="46887"/>
                    <a:pt x="28480" y="47173"/>
                  </a:cubicBezTo>
                  <a:cubicBezTo>
                    <a:pt x="26956" y="47458"/>
                    <a:pt x="25337" y="47649"/>
                    <a:pt x="23813" y="47649"/>
                  </a:cubicBezTo>
                  <a:close/>
                </a:path>
              </a:pathLst>
            </a:custGeom>
            <a:grpFill/>
            <a:ln w="9525" cap="flat">
              <a:noFill/>
              <a:prstDash val="solid"/>
              <a:miter/>
            </a:ln>
          </p:spPr>
          <p:txBody>
            <a:bodyPr rtlCol="0" anchor="ctr"/>
            <a:lstStyle/>
            <a:p>
              <a:endParaRPr lang="en-US"/>
            </a:p>
          </p:txBody>
        </p:sp>
        <p:sp>
          <p:nvSpPr>
            <p:cNvPr id="35" name="Freeform 34">
              <a:extLst>
                <a:ext uri="{FF2B5EF4-FFF2-40B4-BE49-F238E27FC236}">
                  <a16:creationId xmlns:a16="http://schemas.microsoft.com/office/drawing/2014/main" id="{B04A41EA-310E-E517-7F14-94C5B0E51A3C}"/>
                </a:ext>
              </a:extLst>
            </p:cNvPr>
            <p:cNvSpPr/>
            <p:nvPr/>
          </p:nvSpPr>
          <p:spPr>
            <a:xfrm>
              <a:off x="765266" y="6665353"/>
              <a:ext cx="402335" cy="47625"/>
            </a:xfrm>
            <a:custGeom>
              <a:avLst/>
              <a:gdLst>
                <a:gd name="connsiteX0" fmla="*/ 378523 w 402335"/>
                <a:gd name="connsiteY0" fmla="*/ 47625 h 47625"/>
                <a:gd name="connsiteX1" fmla="*/ 378523 w 402335"/>
                <a:gd name="connsiteY1" fmla="*/ 47625 h 47625"/>
                <a:gd name="connsiteX2" fmla="*/ 354711 w 402335"/>
                <a:gd name="connsiteY2" fmla="*/ 23813 h 47625"/>
                <a:gd name="connsiteX3" fmla="*/ 378523 w 402335"/>
                <a:gd name="connsiteY3" fmla="*/ 0 h 47625"/>
                <a:gd name="connsiteX4" fmla="*/ 402336 w 402335"/>
                <a:gd name="connsiteY4" fmla="*/ 23813 h 47625"/>
                <a:gd name="connsiteX5" fmla="*/ 378523 w 402335"/>
                <a:gd name="connsiteY5" fmla="*/ 47625 h 47625"/>
                <a:gd name="connsiteX6" fmla="*/ 289846 w 402335"/>
                <a:gd name="connsiteY6" fmla="*/ 47625 h 47625"/>
                <a:gd name="connsiteX7" fmla="*/ 289846 w 402335"/>
                <a:gd name="connsiteY7" fmla="*/ 47625 h 47625"/>
                <a:gd name="connsiteX8" fmla="*/ 266033 w 402335"/>
                <a:gd name="connsiteY8" fmla="*/ 23813 h 47625"/>
                <a:gd name="connsiteX9" fmla="*/ 289846 w 402335"/>
                <a:gd name="connsiteY9" fmla="*/ 0 h 47625"/>
                <a:gd name="connsiteX10" fmla="*/ 313658 w 402335"/>
                <a:gd name="connsiteY10" fmla="*/ 23813 h 47625"/>
                <a:gd name="connsiteX11" fmla="*/ 289846 w 402335"/>
                <a:gd name="connsiteY11" fmla="*/ 47625 h 47625"/>
                <a:gd name="connsiteX12" fmla="*/ 201168 w 402335"/>
                <a:gd name="connsiteY12" fmla="*/ 47625 h 47625"/>
                <a:gd name="connsiteX13" fmla="*/ 201168 w 402335"/>
                <a:gd name="connsiteY13" fmla="*/ 47625 h 47625"/>
                <a:gd name="connsiteX14" fmla="*/ 177356 w 402335"/>
                <a:gd name="connsiteY14" fmla="*/ 23813 h 47625"/>
                <a:gd name="connsiteX15" fmla="*/ 201168 w 402335"/>
                <a:gd name="connsiteY15" fmla="*/ 0 h 47625"/>
                <a:gd name="connsiteX16" fmla="*/ 224981 w 402335"/>
                <a:gd name="connsiteY16" fmla="*/ 23813 h 47625"/>
                <a:gd name="connsiteX17" fmla="*/ 201168 w 402335"/>
                <a:gd name="connsiteY17" fmla="*/ 47625 h 47625"/>
                <a:gd name="connsiteX18" fmla="*/ 112490 w 402335"/>
                <a:gd name="connsiteY18" fmla="*/ 47625 h 47625"/>
                <a:gd name="connsiteX19" fmla="*/ 112490 w 402335"/>
                <a:gd name="connsiteY19" fmla="*/ 47625 h 47625"/>
                <a:gd name="connsiteX20" fmla="*/ 88678 w 402335"/>
                <a:gd name="connsiteY20" fmla="*/ 23813 h 47625"/>
                <a:gd name="connsiteX21" fmla="*/ 112490 w 402335"/>
                <a:gd name="connsiteY21" fmla="*/ 0 h 47625"/>
                <a:gd name="connsiteX22" fmla="*/ 136303 w 402335"/>
                <a:gd name="connsiteY22" fmla="*/ 23813 h 47625"/>
                <a:gd name="connsiteX23" fmla="*/ 112490 w 402335"/>
                <a:gd name="connsiteY23" fmla="*/ 47625 h 47625"/>
                <a:gd name="connsiteX24" fmla="*/ 23813 w 402335"/>
                <a:gd name="connsiteY24" fmla="*/ 47625 h 47625"/>
                <a:gd name="connsiteX25" fmla="*/ 23813 w 402335"/>
                <a:gd name="connsiteY25" fmla="*/ 47625 h 47625"/>
                <a:gd name="connsiteX26" fmla="*/ 0 w 402335"/>
                <a:gd name="connsiteY26" fmla="*/ 23813 h 47625"/>
                <a:gd name="connsiteX27" fmla="*/ 23813 w 402335"/>
                <a:gd name="connsiteY27" fmla="*/ 0 h 47625"/>
                <a:gd name="connsiteX28" fmla="*/ 47625 w 402335"/>
                <a:gd name="connsiteY28" fmla="*/ 23813 h 47625"/>
                <a:gd name="connsiteX29" fmla="*/ 23813 w 402335"/>
                <a:gd name="connsiteY29" fmla="*/ 47625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02335" h="47625">
                  <a:moveTo>
                    <a:pt x="378523" y="47625"/>
                  </a:moveTo>
                  <a:lnTo>
                    <a:pt x="378523" y="47625"/>
                  </a:lnTo>
                  <a:cubicBezTo>
                    <a:pt x="365379" y="47625"/>
                    <a:pt x="354711" y="36957"/>
                    <a:pt x="354711" y="23813"/>
                  </a:cubicBezTo>
                  <a:cubicBezTo>
                    <a:pt x="354711" y="10668"/>
                    <a:pt x="365379" y="0"/>
                    <a:pt x="378523" y="0"/>
                  </a:cubicBezTo>
                  <a:cubicBezTo>
                    <a:pt x="391668" y="0"/>
                    <a:pt x="402336" y="10668"/>
                    <a:pt x="402336" y="23813"/>
                  </a:cubicBezTo>
                  <a:cubicBezTo>
                    <a:pt x="402336" y="36957"/>
                    <a:pt x="391763" y="47625"/>
                    <a:pt x="378523" y="47625"/>
                  </a:cubicBezTo>
                  <a:close/>
                  <a:moveTo>
                    <a:pt x="289846" y="47625"/>
                  </a:moveTo>
                  <a:lnTo>
                    <a:pt x="289846" y="47625"/>
                  </a:lnTo>
                  <a:cubicBezTo>
                    <a:pt x="276701" y="47625"/>
                    <a:pt x="266033" y="36957"/>
                    <a:pt x="266033" y="23813"/>
                  </a:cubicBezTo>
                  <a:cubicBezTo>
                    <a:pt x="266033" y="10668"/>
                    <a:pt x="276701" y="0"/>
                    <a:pt x="289846" y="0"/>
                  </a:cubicBezTo>
                  <a:cubicBezTo>
                    <a:pt x="302990" y="0"/>
                    <a:pt x="313658" y="10668"/>
                    <a:pt x="313658" y="23813"/>
                  </a:cubicBezTo>
                  <a:cubicBezTo>
                    <a:pt x="313658" y="36957"/>
                    <a:pt x="303085" y="47625"/>
                    <a:pt x="289846" y="47625"/>
                  </a:cubicBezTo>
                  <a:close/>
                  <a:moveTo>
                    <a:pt x="201168" y="47625"/>
                  </a:moveTo>
                  <a:lnTo>
                    <a:pt x="201168" y="47625"/>
                  </a:lnTo>
                  <a:cubicBezTo>
                    <a:pt x="188024" y="47625"/>
                    <a:pt x="177356" y="36957"/>
                    <a:pt x="177356" y="23813"/>
                  </a:cubicBezTo>
                  <a:cubicBezTo>
                    <a:pt x="177356" y="10668"/>
                    <a:pt x="188024" y="0"/>
                    <a:pt x="201168" y="0"/>
                  </a:cubicBezTo>
                  <a:cubicBezTo>
                    <a:pt x="214312" y="0"/>
                    <a:pt x="224981" y="10668"/>
                    <a:pt x="224981" y="23813"/>
                  </a:cubicBezTo>
                  <a:cubicBezTo>
                    <a:pt x="224981" y="36957"/>
                    <a:pt x="214408" y="47625"/>
                    <a:pt x="201168" y="47625"/>
                  </a:cubicBezTo>
                  <a:close/>
                  <a:moveTo>
                    <a:pt x="112490" y="47625"/>
                  </a:moveTo>
                  <a:lnTo>
                    <a:pt x="112490" y="47625"/>
                  </a:lnTo>
                  <a:cubicBezTo>
                    <a:pt x="99346" y="47625"/>
                    <a:pt x="88678" y="36957"/>
                    <a:pt x="88678" y="23813"/>
                  </a:cubicBezTo>
                  <a:cubicBezTo>
                    <a:pt x="88678" y="10668"/>
                    <a:pt x="99346" y="0"/>
                    <a:pt x="112490" y="0"/>
                  </a:cubicBezTo>
                  <a:cubicBezTo>
                    <a:pt x="125635" y="0"/>
                    <a:pt x="136303" y="10668"/>
                    <a:pt x="136303" y="23813"/>
                  </a:cubicBezTo>
                  <a:cubicBezTo>
                    <a:pt x="136303" y="36957"/>
                    <a:pt x="125730" y="47625"/>
                    <a:pt x="112490" y="47625"/>
                  </a:cubicBezTo>
                  <a:close/>
                  <a:moveTo>
                    <a:pt x="23813" y="47625"/>
                  </a:moveTo>
                  <a:lnTo>
                    <a:pt x="23813" y="47625"/>
                  </a:lnTo>
                  <a:cubicBezTo>
                    <a:pt x="10668" y="47625"/>
                    <a:pt x="0" y="36957"/>
                    <a:pt x="0" y="23813"/>
                  </a:cubicBezTo>
                  <a:cubicBezTo>
                    <a:pt x="0" y="10668"/>
                    <a:pt x="10668" y="0"/>
                    <a:pt x="23813" y="0"/>
                  </a:cubicBezTo>
                  <a:cubicBezTo>
                    <a:pt x="36957" y="0"/>
                    <a:pt x="47625" y="10668"/>
                    <a:pt x="47625" y="23813"/>
                  </a:cubicBezTo>
                  <a:cubicBezTo>
                    <a:pt x="47625" y="36957"/>
                    <a:pt x="37052" y="47625"/>
                    <a:pt x="23813" y="47625"/>
                  </a:cubicBezTo>
                  <a:close/>
                </a:path>
              </a:pathLst>
            </a:custGeom>
            <a:grpFill/>
            <a:ln w="9525" cap="flat">
              <a:noFill/>
              <a:prstDash val="solid"/>
              <a:miter/>
            </a:ln>
          </p:spPr>
          <p:txBody>
            <a:bodyPr rtlCol="0" anchor="ctr"/>
            <a:lstStyle/>
            <a:p>
              <a:endParaRPr lang="en-US"/>
            </a:p>
          </p:txBody>
        </p:sp>
        <p:sp>
          <p:nvSpPr>
            <p:cNvPr id="36" name="Freeform 35">
              <a:extLst>
                <a:ext uri="{FF2B5EF4-FFF2-40B4-BE49-F238E27FC236}">
                  <a16:creationId xmlns:a16="http://schemas.microsoft.com/office/drawing/2014/main" id="{D3529D6A-A301-2520-0633-051E8659FBCA}"/>
                </a:ext>
              </a:extLst>
            </p:cNvPr>
            <p:cNvSpPr/>
            <p:nvPr/>
          </p:nvSpPr>
          <p:spPr>
            <a:xfrm>
              <a:off x="676493" y="6665350"/>
              <a:ext cx="47625" cy="47627"/>
            </a:xfrm>
            <a:custGeom>
              <a:avLst/>
              <a:gdLst>
                <a:gd name="connsiteX0" fmla="*/ 23813 w 47625"/>
                <a:gd name="connsiteY0" fmla="*/ 47627 h 47627"/>
                <a:gd name="connsiteX1" fmla="*/ 6953 w 47625"/>
                <a:gd name="connsiteY1" fmla="*/ 40674 h 47627"/>
                <a:gd name="connsiteX2" fmla="*/ 0 w 47625"/>
                <a:gd name="connsiteY2" fmla="*/ 23815 h 47627"/>
                <a:gd name="connsiteX3" fmla="*/ 6953 w 47625"/>
                <a:gd name="connsiteY3" fmla="*/ 6956 h 47627"/>
                <a:gd name="connsiteX4" fmla="*/ 28480 w 47625"/>
                <a:gd name="connsiteY4" fmla="*/ 479 h 47627"/>
                <a:gd name="connsiteX5" fmla="*/ 32956 w 47625"/>
                <a:gd name="connsiteY5" fmla="*/ 1812 h 47627"/>
                <a:gd name="connsiteX6" fmla="*/ 37052 w 47625"/>
                <a:gd name="connsiteY6" fmla="*/ 4003 h 47627"/>
                <a:gd name="connsiteX7" fmla="*/ 40672 w 47625"/>
                <a:gd name="connsiteY7" fmla="*/ 6956 h 47627"/>
                <a:gd name="connsiteX8" fmla="*/ 47625 w 47625"/>
                <a:gd name="connsiteY8" fmla="*/ 23815 h 47627"/>
                <a:gd name="connsiteX9" fmla="*/ 40672 w 47625"/>
                <a:gd name="connsiteY9" fmla="*/ 40674 h 47627"/>
                <a:gd name="connsiteX10" fmla="*/ 37052 w 47625"/>
                <a:gd name="connsiteY10" fmla="*/ 43627 h 47627"/>
                <a:gd name="connsiteX11" fmla="*/ 32956 w 47625"/>
                <a:gd name="connsiteY11" fmla="*/ 45818 h 47627"/>
                <a:gd name="connsiteX12" fmla="*/ 28480 w 47625"/>
                <a:gd name="connsiteY12" fmla="*/ 47151 h 47627"/>
                <a:gd name="connsiteX13" fmla="*/ 23813 w 47625"/>
                <a:gd name="connsiteY13" fmla="*/ 47627 h 47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625" h="47627">
                  <a:moveTo>
                    <a:pt x="23813" y="47627"/>
                  </a:moveTo>
                  <a:cubicBezTo>
                    <a:pt x="17526" y="47627"/>
                    <a:pt x="11430" y="45056"/>
                    <a:pt x="6953" y="40674"/>
                  </a:cubicBezTo>
                  <a:cubicBezTo>
                    <a:pt x="2572" y="36197"/>
                    <a:pt x="0" y="30101"/>
                    <a:pt x="0" y="23815"/>
                  </a:cubicBezTo>
                  <a:cubicBezTo>
                    <a:pt x="0" y="17528"/>
                    <a:pt x="2572" y="11432"/>
                    <a:pt x="6953" y="6956"/>
                  </a:cubicBezTo>
                  <a:cubicBezTo>
                    <a:pt x="12478" y="1431"/>
                    <a:pt x="20669" y="-1141"/>
                    <a:pt x="28480" y="479"/>
                  </a:cubicBezTo>
                  <a:cubicBezTo>
                    <a:pt x="30004" y="764"/>
                    <a:pt x="31528" y="1241"/>
                    <a:pt x="32956" y="1812"/>
                  </a:cubicBezTo>
                  <a:cubicBezTo>
                    <a:pt x="34385" y="2384"/>
                    <a:pt x="35814" y="3146"/>
                    <a:pt x="37052" y="4003"/>
                  </a:cubicBezTo>
                  <a:cubicBezTo>
                    <a:pt x="38386" y="4860"/>
                    <a:pt x="39624" y="5908"/>
                    <a:pt x="40672" y="6956"/>
                  </a:cubicBezTo>
                  <a:cubicBezTo>
                    <a:pt x="45053" y="11432"/>
                    <a:pt x="47625" y="17528"/>
                    <a:pt x="47625" y="23815"/>
                  </a:cubicBezTo>
                  <a:cubicBezTo>
                    <a:pt x="47625" y="30101"/>
                    <a:pt x="45053" y="36197"/>
                    <a:pt x="40672" y="40674"/>
                  </a:cubicBezTo>
                  <a:cubicBezTo>
                    <a:pt x="39624" y="41722"/>
                    <a:pt x="38386" y="42770"/>
                    <a:pt x="37052" y="43627"/>
                  </a:cubicBezTo>
                  <a:cubicBezTo>
                    <a:pt x="35719" y="44484"/>
                    <a:pt x="34385" y="45246"/>
                    <a:pt x="32956" y="45818"/>
                  </a:cubicBezTo>
                  <a:cubicBezTo>
                    <a:pt x="31528" y="46389"/>
                    <a:pt x="30004" y="46865"/>
                    <a:pt x="28480" y="47151"/>
                  </a:cubicBezTo>
                  <a:cubicBezTo>
                    <a:pt x="26956" y="47437"/>
                    <a:pt x="25432" y="47627"/>
                    <a:pt x="23813" y="47627"/>
                  </a:cubicBezTo>
                  <a:close/>
                </a:path>
              </a:pathLst>
            </a:custGeom>
            <a:grpFill/>
            <a:ln w="9525" cap="flat">
              <a:noFill/>
              <a:prstDash val="solid"/>
              <a:miter/>
            </a:ln>
          </p:spPr>
          <p:txBody>
            <a:bodyPr rtlCol="0" anchor="ctr"/>
            <a:lstStyle/>
            <a:p>
              <a:endParaRPr lang="en-US"/>
            </a:p>
          </p:txBody>
        </p:sp>
        <p:sp>
          <p:nvSpPr>
            <p:cNvPr id="38" name="Freeform 37">
              <a:extLst>
                <a:ext uri="{FF2B5EF4-FFF2-40B4-BE49-F238E27FC236}">
                  <a16:creationId xmlns:a16="http://schemas.microsoft.com/office/drawing/2014/main" id="{A05C93D4-2F7D-56E8-6756-8F223F0F62E7}"/>
                </a:ext>
              </a:extLst>
            </p:cNvPr>
            <p:cNvSpPr/>
            <p:nvPr/>
          </p:nvSpPr>
          <p:spPr>
            <a:xfrm>
              <a:off x="1311811" y="6576389"/>
              <a:ext cx="208978" cy="208978"/>
            </a:xfrm>
            <a:custGeom>
              <a:avLst/>
              <a:gdLst>
                <a:gd name="connsiteX0" fmla="*/ 104489 w 208978"/>
                <a:gd name="connsiteY0" fmla="*/ 208979 h 208978"/>
                <a:gd name="connsiteX1" fmla="*/ 0 w 208978"/>
                <a:gd name="connsiteY1" fmla="*/ 104489 h 208978"/>
                <a:gd name="connsiteX2" fmla="*/ 104489 w 208978"/>
                <a:gd name="connsiteY2" fmla="*/ 0 h 208978"/>
                <a:gd name="connsiteX3" fmla="*/ 208978 w 208978"/>
                <a:gd name="connsiteY3" fmla="*/ 104489 h 208978"/>
                <a:gd name="connsiteX4" fmla="*/ 104489 w 208978"/>
                <a:gd name="connsiteY4" fmla="*/ 208979 h 208978"/>
                <a:gd name="connsiteX5" fmla="*/ 104489 w 208978"/>
                <a:gd name="connsiteY5" fmla="*/ 38100 h 208978"/>
                <a:gd name="connsiteX6" fmla="*/ 38100 w 208978"/>
                <a:gd name="connsiteY6" fmla="*/ 104489 h 208978"/>
                <a:gd name="connsiteX7" fmla="*/ 104489 w 208978"/>
                <a:gd name="connsiteY7" fmla="*/ 170879 h 208978"/>
                <a:gd name="connsiteX8" fmla="*/ 170878 w 208978"/>
                <a:gd name="connsiteY8" fmla="*/ 104489 h 208978"/>
                <a:gd name="connsiteX9" fmla="*/ 104489 w 208978"/>
                <a:gd name="connsiteY9" fmla="*/ 38100 h 208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8978" h="208978">
                  <a:moveTo>
                    <a:pt x="104489" y="208979"/>
                  </a:moveTo>
                  <a:cubicBezTo>
                    <a:pt x="46863" y="208979"/>
                    <a:pt x="0" y="162116"/>
                    <a:pt x="0" y="104489"/>
                  </a:cubicBezTo>
                  <a:cubicBezTo>
                    <a:pt x="0" y="46863"/>
                    <a:pt x="46863" y="0"/>
                    <a:pt x="104489" y="0"/>
                  </a:cubicBezTo>
                  <a:cubicBezTo>
                    <a:pt x="162115" y="0"/>
                    <a:pt x="208978" y="46863"/>
                    <a:pt x="208978" y="104489"/>
                  </a:cubicBezTo>
                  <a:cubicBezTo>
                    <a:pt x="208978" y="162116"/>
                    <a:pt x="162115" y="208979"/>
                    <a:pt x="104489" y="208979"/>
                  </a:cubicBezTo>
                  <a:close/>
                  <a:moveTo>
                    <a:pt x="104489" y="38100"/>
                  </a:moveTo>
                  <a:cubicBezTo>
                    <a:pt x="67913" y="38100"/>
                    <a:pt x="38100" y="67913"/>
                    <a:pt x="38100" y="104489"/>
                  </a:cubicBezTo>
                  <a:cubicBezTo>
                    <a:pt x="38100" y="141065"/>
                    <a:pt x="67913" y="170879"/>
                    <a:pt x="104489" y="170879"/>
                  </a:cubicBezTo>
                  <a:cubicBezTo>
                    <a:pt x="141065" y="170879"/>
                    <a:pt x="170878" y="141065"/>
                    <a:pt x="170878" y="104489"/>
                  </a:cubicBezTo>
                  <a:cubicBezTo>
                    <a:pt x="170878" y="67913"/>
                    <a:pt x="141065" y="38100"/>
                    <a:pt x="104489" y="38100"/>
                  </a:cubicBezTo>
                  <a:close/>
                </a:path>
              </a:pathLst>
            </a:custGeom>
            <a:grpFill/>
            <a:ln w="9525" cap="flat">
              <a:noFill/>
              <a:prstDash val="solid"/>
              <a:miter/>
            </a:ln>
          </p:spPr>
          <p:txBody>
            <a:bodyPr rtlCol="0" anchor="ctr"/>
            <a:lstStyle/>
            <a:p>
              <a:endParaRPr lang="en-US"/>
            </a:p>
          </p:txBody>
        </p:sp>
        <p:sp>
          <p:nvSpPr>
            <p:cNvPr id="47" name="Freeform 46">
              <a:extLst>
                <a:ext uri="{FF2B5EF4-FFF2-40B4-BE49-F238E27FC236}">
                  <a16:creationId xmlns:a16="http://schemas.microsoft.com/office/drawing/2014/main" id="{E37F6008-7AEC-C9C9-0DA3-F4BFBFA9AD37}"/>
                </a:ext>
              </a:extLst>
            </p:cNvPr>
            <p:cNvSpPr/>
            <p:nvPr/>
          </p:nvSpPr>
          <p:spPr>
            <a:xfrm>
              <a:off x="1390154" y="6654827"/>
              <a:ext cx="543306" cy="543258"/>
            </a:xfrm>
            <a:custGeom>
              <a:avLst/>
              <a:gdLst>
                <a:gd name="connsiteX0" fmla="*/ 519446 w 543306"/>
                <a:gd name="connsiteY0" fmla="*/ 543258 h 543258"/>
                <a:gd name="connsiteX1" fmla="*/ 502587 w 543306"/>
                <a:gd name="connsiteY1" fmla="*/ 536305 h 543258"/>
                <a:gd name="connsiteX2" fmla="*/ 7001 w 543306"/>
                <a:gd name="connsiteY2" fmla="*/ 40719 h 543258"/>
                <a:gd name="connsiteX3" fmla="*/ 7001 w 543306"/>
                <a:gd name="connsiteY3" fmla="*/ 7001 h 543258"/>
                <a:gd name="connsiteX4" fmla="*/ 40719 w 543306"/>
                <a:gd name="connsiteY4" fmla="*/ 7001 h 543258"/>
                <a:gd name="connsiteX5" fmla="*/ 536305 w 543306"/>
                <a:gd name="connsiteY5" fmla="*/ 502587 h 543258"/>
                <a:gd name="connsiteX6" fmla="*/ 536305 w 543306"/>
                <a:gd name="connsiteY6" fmla="*/ 536305 h 543258"/>
                <a:gd name="connsiteX7" fmla="*/ 519446 w 543306"/>
                <a:gd name="connsiteY7" fmla="*/ 543258 h 543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3306" h="543258">
                  <a:moveTo>
                    <a:pt x="519446" y="543258"/>
                  </a:moveTo>
                  <a:cubicBezTo>
                    <a:pt x="513350" y="543258"/>
                    <a:pt x="507254" y="540972"/>
                    <a:pt x="502587" y="536305"/>
                  </a:cubicBezTo>
                  <a:lnTo>
                    <a:pt x="7001" y="40719"/>
                  </a:lnTo>
                  <a:cubicBezTo>
                    <a:pt x="-2334" y="31385"/>
                    <a:pt x="-2334" y="16335"/>
                    <a:pt x="7001" y="7001"/>
                  </a:cubicBezTo>
                  <a:cubicBezTo>
                    <a:pt x="16335" y="-2334"/>
                    <a:pt x="31385" y="-2334"/>
                    <a:pt x="40719" y="7001"/>
                  </a:cubicBezTo>
                  <a:lnTo>
                    <a:pt x="536305" y="502587"/>
                  </a:lnTo>
                  <a:cubicBezTo>
                    <a:pt x="545640" y="511921"/>
                    <a:pt x="545640" y="526971"/>
                    <a:pt x="536305" y="536305"/>
                  </a:cubicBezTo>
                  <a:cubicBezTo>
                    <a:pt x="531638" y="540972"/>
                    <a:pt x="525542" y="543258"/>
                    <a:pt x="519446" y="543258"/>
                  </a:cubicBezTo>
                  <a:close/>
                </a:path>
              </a:pathLst>
            </a:custGeom>
            <a:grpFill/>
            <a:ln w="9525" cap="flat">
              <a:noFill/>
              <a:prstDash val="solid"/>
              <a:miter/>
            </a:ln>
          </p:spPr>
          <p:txBody>
            <a:bodyPr rtlCol="0" anchor="ctr"/>
            <a:lstStyle/>
            <a:p>
              <a:endParaRPr lang="en-US"/>
            </a:p>
          </p:txBody>
        </p:sp>
        <p:sp>
          <p:nvSpPr>
            <p:cNvPr id="48" name="Freeform 47">
              <a:extLst>
                <a:ext uri="{FF2B5EF4-FFF2-40B4-BE49-F238E27FC236}">
                  <a16:creationId xmlns:a16="http://schemas.microsoft.com/office/drawing/2014/main" id="{3715C5CE-B5B1-F986-795F-04B6D135DAF7}"/>
                </a:ext>
              </a:extLst>
            </p:cNvPr>
            <p:cNvSpPr/>
            <p:nvPr/>
          </p:nvSpPr>
          <p:spPr>
            <a:xfrm>
              <a:off x="1379414" y="6644088"/>
              <a:ext cx="71675" cy="71675"/>
            </a:xfrm>
            <a:custGeom>
              <a:avLst/>
              <a:gdLst>
                <a:gd name="connsiteX0" fmla="*/ 10501 w 71675"/>
                <a:gd name="connsiteY0" fmla="*/ 61174 h 71675"/>
                <a:gd name="connsiteX1" fmla="*/ 10501 w 71675"/>
                <a:gd name="connsiteY1" fmla="*/ 10501 h 71675"/>
                <a:gd name="connsiteX2" fmla="*/ 61174 w 71675"/>
                <a:gd name="connsiteY2" fmla="*/ 10501 h 71675"/>
                <a:gd name="connsiteX3" fmla="*/ 61174 w 71675"/>
                <a:gd name="connsiteY3" fmla="*/ 61174 h 71675"/>
                <a:gd name="connsiteX4" fmla="*/ 10501 w 71675"/>
                <a:gd name="connsiteY4" fmla="*/ 61174 h 716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675" h="71675">
                  <a:moveTo>
                    <a:pt x="10501" y="61174"/>
                  </a:moveTo>
                  <a:cubicBezTo>
                    <a:pt x="-3500" y="47173"/>
                    <a:pt x="-3500" y="24503"/>
                    <a:pt x="10501" y="10501"/>
                  </a:cubicBezTo>
                  <a:cubicBezTo>
                    <a:pt x="24503" y="-3500"/>
                    <a:pt x="47173" y="-3500"/>
                    <a:pt x="61174" y="10501"/>
                  </a:cubicBezTo>
                  <a:cubicBezTo>
                    <a:pt x="75176" y="24503"/>
                    <a:pt x="75176" y="47173"/>
                    <a:pt x="61174" y="61174"/>
                  </a:cubicBezTo>
                  <a:cubicBezTo>
                    <a:pt x="47173" y="75176"/>
                    <a:pt x="24503" y="75176"/>
                    <a:pt x="10501" y="61174"/>
                  </a:cubicBezTo>
                  <a:close/>
                </a:path>
              </a:pathLst>
            </a:custGeom>
            <a:grpFill/>
            <a:ln w="9525" cap="flat">
              <a:noFill/>
              <a:prstDash val="solid"/>
              <a:miter/>
            </a:ln>
          </p:spPr>
          <p:txBody>
            <a:bodyPr rtlCol="0" anchor="ctr"/>
            <a:lstStyle/>
            <a:p>
              <a:endParaRPr lang="en-US"/>
            </a:p>
          </p:txBody>
        </p:sp>
      </p:grpSp>
      <p:grpSp>
        <p:nvGrpSpPr>
          <p:cNvPr id="53" name="Graphic 51">
            <a:extLst>
              <a:ext uri="{FF2B5EF4-FFF2-40B4-BE49-F238E27FC236}">
                <a16:creationId xmlns:a16="http://schemas.microsoft.com/office/drawing/2014/main" id="{91481B9C-488D-86A3-659D-9DB3CDC2C669}"/>
              </a:ext>
            </a:extLst>
          </p:cNvPr>
          <p:cNvGrpSpPr/>
          <p:nvPr/>
        </p:nvGrpSpPr>
        <p:grpSpPr>
          <a:xfrm>
            <a:off x="7255046" y="4503200"/>
            <a:ext cx="640555" cy="640555"/>
            <a:chOff x="-1978178" y="2556762"/>
            <a:chExt cx="1656207" cy="1656207"/>
          </a:xfrm>
          <a:solidFill>
            <a:schemeClr val="bg1"/>
          </a:solidFill>
        </p:grpSpPr>
        <p:sp>
          <p:nvSpPr>
            <p:cNvPr id="54" name="Freeform 53">
              <a:extLst>
                <a:ext uri="{FF2B5EF4-FFF2-40B4-BE49-F238E27FC236}">
                  <a16:creationId xmlns:a16="http://schemas.microsoft.com/office/drawing/2014/main" id="{2D249F14-19C0-0FEC-C795-1E2BC457C4C1}"/>
                </a:ext>
              </a:extLst>
            </p:cNvPr>
            <p:cNvSpPr/>
            <p:nvPr/>
          </p:nvSpPr>
          <p:spPr>
            <a:xfrm>
              <a:off x="-1978178" y="2556762"/>
              <a:ext cx="609600" cy="1656207"/>
            </a:xfrm>
            <a:custGeom>
              <a:avLst/>
              <a:gdLst>
                <a:gd name="connsiteX0" fmla="*/ 495300 w 609600"/>
                <a:gd name="connsiteY0" fmla="*/ 1656207 h 1656207"/>
                <a:gd name="connsiteX1" fmla="*/ 114300 w 609600"/>
                <a:gd name="connsiteY1" fmla="*/ 1656207 h 1656207"/>
                <a:gd name="connsiteX2" fmla="*/ 0 w 609600"/>
                <a:gd name="connsiteY2" fmla="*/ 1541907 h 1656207"/>
                <a:gd name="connsiteX3" fmla="*/ 0 w 609600"/>
                <a:gd name="connsiteY3" fmla="*/ 114300 h 1656207"/>
                <a:gd name="connsiteX4" fmla="*/ 114300 w 609600"/>
                <a:gd name="connsiteY4" fmla="*/ 0 h 1656207"/>
                <a:gd name="connsiteX5" fmla="*/ 495300 w 609600"/>
                <a:gd name="connsiteY5" fmla="*/ 0 h 1656207"/>
                <a:gd name="connsiteX6" fmla="*/ 609600 w 609600"/>
                <a:gd name="connsiteY6" fmla="*/ 114300 h 1656207"/>
                <a:gd name="connsiteX7" fmla="*/ 609600 w 609600"/>
                <a:gd name="connsiteY7" fmla="*/ 1541812 h 1656207"/>
                <a:gd name="connsiteX8" fmla="*/ 495300 w 609600"/>
                <a:gd name="connsiteY8" fmla="*/ 1656112 h 1656207"/>
                <a:gd name="connsiteX9" fmla="*/ 114300 w 609600"/>
                <a:gd name="connsiteY9" fmla="*/ 38100 h 1656207"/>
                <a:gd name="connsiteX10" fmla="*/ 38100 w 609600"/>
                <a:gd name="connsiteY10" fmla="*/ 114300 h 1656207"/>
                <a:gd name="connsiteX11" fmla="*/ 38100 w 609600"/>
                <a:gd name="connsiteY11" fmla="*/ 1541812 h 1656207"/>
                <a:gd name="connsiteX12" fmla="*/ 114300 w 609600"/>
                <a:gd name="connsiteY12" fmla="*/ 1618012 h 1656207"/>
                <a:gd name="connsiteX13" fmla="*/ 495300 w 609600"/>
                <a:gd name="connsiteY13" fmla="*/ 1618012 h 1656207"/>
                <a:gd name="connsiteX14" fmla="*/ 571500 w 609600"/>
                <a:gd name="connsiteY14" fmla="*/ 1541812 h 1656207"/>
                <a:gd name="connsiteX15" fmla="*/ 571500 w 609600"/>
                <a:gd name="connsiteY15" fmla="*/ 114300 h 1656207"/>
                <a:gd name="connsiteX16" fmla="*/ 495300 w 609600"/>
                <a:gd name="connsiteY16" fmla="*/ 38100 h 1656207"/>
                <a:gd name="connsiteX17" fmla="*/ 114300 w 609600"/>
                <a:gd name="connsiteY17" fmla="*/ 38100 h 165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9600" h="1656207">
                  <a:moveTo>
                    <a:pt x="495300" y="1656207"/>
                  </a:moveTo>
                  <a:lnTo>
                    <a:pt x="114300" y="1656207"/>
                  </a:lnTo>
                  <a:cubicBezTo>
                    <a:pt x="51245" y="1656207"/>
                    <a:pt x="0" y="1604963"/>
                    <a:pt x="0" y="1541907"/>
                  </a:cubicBezTo>
                  <a:lnTo>
                    <a:pt x="0" y="114300"/>
                  </a:lnTo>
                  <a:cubicBezTo>
                    <a:pt x="0" y="51244"/>
                    <a:pt x="51245" y="0"/>
                    <a:pt x="114300" y="0"/>
                  </a:cubicBezTo>
                  <a:lnTo>
                    <a:pt x="495300" y="0"/>
                  </a:lnTo>
                  <a:cubicBezTo>
                    <a:pt x="558356" y="0"/>
                    <a:pt x="609600" y="51244"/>
                    <a:pt x="609600" y="114300"/>
                  </a:cubicBezTo>
                  <a:lnTo>
                    <a:pt x="609600" y="1541812"/>
                  </a:lnTo>
                  <a:cubicBezTo>
                    <a:pt x="609600" y="1604867"/>
                    <a:pt x="558356" y="1656112"/>
                    <a:pt x="495300" y="1656112"/>
                  </a:cubicBezTo>
                  <a:close/>
                  <a:moveTo>
                    <a:pt x="114300" y="38100"/>
                  </a:moveTo>
                  <a:cubicBezTo>
                    <a:pt x="72295" y="38100"/>
                    <a:pt x="38100" y="72295"/>
                    <a:pt x="38100" y="114300"/>
                  </a:cubicBezTo>
                  <a:lnTo>
                    <a:pt x="38100" y="1541812"/>
                  </a:lnTo>
                  <a:cubicBezTo>
                    <a:pt x="38100" y="1583817"/>
                    <a:pt x="72295" y="1618012"/>
                    <a:pt x="114300" y="1618012"/>
                  </a:cubicBezTo>
                  <a:lnTo>
                    <a:pt x="495300" y="1618012"/>
                  </a:lnTo>
                  <a:cubicBezTo>
                    <a:pt x="537305" y="1618012"/>
                    <a:pt x="571500" y="1583817"/>
                    <a:pt x="571500" y="1541812"/>
                  </a:cubicBezTo>
                  <a:lnTo>
                    <a:pt x="571500" y="114300"/>
                  </a:lnTo>
                  <a:cubicBezTo>
                    <a:pt x="571500" y="72295"/>
                    <a:pt x="537305" y="38100"/>
                    <a:pt x="495300" y="38100"/>
                  </a:cubicBezTo>
                  <a:lnTo>
                    <a:pt x="114300" y="38100"/>
                  </a:lnTo>
                  <a:close/>
                </a:path>
              </a:pathLst>
            </a:custGeom>
            <a:grpFill/>
            <a:ln w="9525" cap="flat">
              <a:noFill/>
              <a:prstDash val="solid"/>
              <a:miter/>
            </a:ln>
          </p:spPr>
          <p:txBody>
            <a:bodyPr rtlCol="0" anchor="ctr"/>
            <a:lstStyle/>
            <a:p>
              <a:endParaRPr lang="en-US"/>
            </a:p>
          </p:txBody>
        </p:sp>
        <p:sp>
          <p:nvSpPr>
            <p:cNvPr id="55" name="Freeform 54">
              <a:extLst>
                <a:ext uri="{FF2B5EF4-FFF2-40B4-BE49-F238E27FC236}">
                  <a16:creationId xmlns:a16="http://schemas.microsoft.com/office/drawing/2014/main" id="{62BCA016-B306-8C0D-AF50-843B4E458F15}"/>
                </a:ext>
              </a:extLst>
            </p:cNvPr>
            <p:cNvSpPr/>
            <p:nvPr/>
          </p:nvSpPr>
          <p:spPr>
            <a:xfrm>
              <a:off x="-931571" y="2556762"/>
              <a:ext cx="609600" cy="1656207"/>
            </a:xfrm>
            <a:custGeom>
              <a:avLst/>
              <a:gdLst>
                <a:gd name="connsiteX0" fmla="*/ 495300 w 609600"/>
                <a:gd name="connsiteY0" fmla="*/ 1656207 h 1656207"/>
                <a:gd name="connsiteX1" fmla="*/ 114300 w 609600"/>
                <a:gd name="connsiteY1" fmla="*/ 1656207 h 1656207"/>
                <a:gd name="connsiteX2" fmla="*/ 0 w 609600"/>
                <a:gd name="connsiteY2" fmla="*/ 1541907 h 1656207"/>
                <a:gd name="connsiteX3" fmla="*/ 0 w 609600"/>
                <a:gd name="connsiteY3" fmla="*/ 114300 h 1656207"/>
                <a:gd name="connsiteX4" fmla="*/ 114300 w 609600"/>
                <a:gd name="connsiteY4" fmla="*/ 0 h 1656207"/>
                <a:gd name="connsiteX5" fmla="*/ 495300 w 609600"/>
                <a:gd name="connsiteY5" fmla="*/ 0 h 1656207"/>
                <a:gd name="connsiteX6" fmla="*/ 609600 w 609600"/>
                <a:gd name="connsiteY6" fmla="*/ 114300 h 1656207"/>
                <a:gd name="connsiteX7" fmla="*/ 609600 w 609600"/>
                <a:gd name="connsiteY7" fmla="*/ 1541812 h 1656207"/>
                <a:gd name="connsiteX8" fmla="*/ 495300 w 609600"/>
                <a:gd name="connsiteY8" fmla="*/ 1656112 h 1656207"/>
                <a:gd name="connsiteX9" fmla="*/ 114300 w 609600"/>
                <a:gd name="connsiteY9" fmla="*/ 38100 h 1656207"/>
                <a:gd name="connsiteX10" fmla="*/ 38100 w 609600"/>
                <a:gd name="connsiteY10" fmla="*/ 114300 h 1656207"/>
                <a:gd name="connsiteX11" fmla="*/ 38100 w 609600"/>
                <a:gd name="connsiteY11" fmla="*/ 1541812 h 1656207"/>
                <a:gd name="connsiteX12" fmla="*/ 114300 w 609600"/>
                <a:gd name="connsiteY12" fmla="*/ 1618012 h 1656207"/>
                <a:gd name="connsiteX13" fmla="*/ 495300 w 609600"/>
                <a:gd name="connsiteY13" fmla="*/ 1618012 h 1656207"/>
                <a:gd name="connsiteX14" fmla="*/ 571500 w 609600"/>
                <a:gd name="connsiteY14" fmla="*/ 1541812 h 1656207"/>
                <a:gd name="connsiteX15" fmla="*/ 571500 w 609600"/>
                <a:gd name="connsiteY15" fmla="*/ 114300 h 1656207"/>
                <a:gd name="connsiteX16" fmla="*/ 495300 w 609600"/>
                <a:gd name="connsiteY16" fmla="*/ 38100 h 1656207"/>
                <a:gd name="connsiteX17" fmla="*/ 114300 w 609600"/>
                <a:gd name="connsiteY17" fmla="*/ 38100 h 165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609600" h="1656207">
                  <a:moveTo>
                    <a:pt x="495300" y="1656207"/>
                  </a:moveTo>
                  <a:lnTo>
                    <a:pt x="114300" y="1656207"/>
                  </a:lnTo>
                  <a:cubicBezTo>
                    <a:pt x="51245" y="1656207"/>
                    <a:pt x="0" y="1604963"/>
                    <a:pt x="0" y="1541907"/>
                  </a:cubicBezTo>
                  <a:lnTo>
                    <a:pt x="0" y="114300"/>
                  </a:lnTo>
                  <a:cubicBezTo>
                    <a:pt x="0" y="51244"/>
                    <a:pt x="51245" y="0"/>
                    <a:pt x="114300" y="0"/>
                  </a:cubicBezTo>
                  <a:lnTo>
                    <a:pt x="495300" y="0"/>
                  </a:lnTo>
                  <a:cubicBezTo>
                    <a:pt x="558355" y="0"/>
                    <a:pt x="609600" y="51244"/>
                    <a:pt x="609600" y="114300"/>
                  </a:cubicBezTo>
                  <a:lnTo>
                    <a:pt x="609600" y="1541812"/>
                  </a:lnTo>
                  <a:cubicBezTo>
                    <a:pt x="609600" y="1604867"/>
                    <a:pt x="558355" y="1656112"/>
                    <a:pt x="495300" y="1656112"/>
                  </a:cubicBezTo>
                  <a:close/>
                  <a:moveTo>
                    <a:pt x="114300" y="38100"/>
                  </a:moveTo>
                  <a:cubicBezTo>
                    <a:pt x="72295" y="38100"/>
                    <a:pt x="38100" y="72295"/>
                    <a:pt x="38100" y="114300"/>
                  </a:cubicBezTo>
                  <a:lnTo>
                    <a:pt x="38100" y="1541812"/>
                  </a:lnTo>
                  <a:cubicBezTo>
                    <a:pt x="38100" y="1583817"/>
                    <a:pt x="72295" y="1618012"/>
                    <a:pt x="114300" y="1618012"/>
                  </a:cubicBezTo>
                  <a:lnTo>
                    <a:pt x="495300" y="1618012"/>
                  </a:lnTo>
                  <a:cubicBezTo>
                    <a:pt x="537305" y="1618012"/>
                    <a:pt x="571500" y="1583817"/>
                    <a:pt x="571500" y="1541812"/>
                  </a:cubicBezTo>
                  <a:lnTo>
                    <a:pt x="571500" y="114300"/>
                  </a:lnTo>
                  <a:cubicBezTo>
                    <a:pt x="571500" y="72295"/>
                    <a:pt x="537305" y="38100"/>
                    <a:pt x="495300" y="38100"/>
                  </a:cubicBezTo>
                  <a:lnTo>
                    <a:pt x="114300" y="38100"/>
                  </a:lnTo>
                  <a:close/>
                </a:path>
              </a:pathLst>
            </a:custGeom>
            <a:grpFill/>
            <a:ln w="9525" cap="flat">
              <a:noFill/>
              <a:prstDash val="solid"/>
              <a:miter/>
            </a:ln>
          </p:spPr>
          <p:txBody>
            <a:bodyPr rtlCol="0" anchor="ctr"/>
            <a:lstStyle/>
            <a:p>
              <a:endParaRPr lang="en-US"/>
            </a:p>
          </p:txBody>
        </p:sp>
        <p:sp>
          <p:nvSpPr>
            <p:cNvPr id="57" name="Freeform 56">
              <a:extLst>
                <a:ext uri="{FF2B5EF4-FFF2-40B4-BE49-F238E27FC236}">
                  <a16:creationId xmlns:a16="http://schemas.microsoft.com/office/drawing/2014/main" id="{2CFE0E19-0810-FF7D-4F53-A85E1F1D10EE}"/>
                </a:ext>
              </a:extLst>
            </p:cNvPr>
            <p:cNvSpPr/>
            <p:nvPr/>
          </p:nvSpPr>
          <p:spPr>
            <a:xfrm>
              <a:off x="-1360196" y="3246467"/>
              <a:ext cx="421671" cy="276891"/>
            </a:xfrm>
            <a:custGeom>
              <a:avLst/>
              <a:gdLst>
                <a:gd name="connsiteX0" fmla="*/ 210884 w 421671"/>
                <a:gd name="connsiteY0" fmla="*/ 276892 h 276891"/>
                <a:gd name="connsiteX1" fmla="*/ 200787 w 421671"/>
                <a:gd name="connsiteY1" fmla="*/ 274034 h 276891"/>
                <a:gd name="connsiteX2" fmla="*/ 8954 w 421671"/>
                <a:gd name="connsiteY2" fmla="*/ 154591 h 276891"/>
                <a:gd name="connsiteX3" fmla="*/ 0 w 421671"/>
                <a:gd name="connsiteY3" fmla="*/ 138398 h 276891"/>
                <a:gd name="connsiteX4" fmla="*/ 8954 w 421671"/>
                <a:gd name="connsiteY4" fmla="*/ 122206 h 276891"/>
                <a:gd name="connsiteX5" fmla="*/ 200787 w 421671"/>
                <a:gd name="connsiteY5" fmla="*/ 2857 h 276891"/>
                <a:gd name="connsiteX6" fmla="*/ 220885 w 421671"/>
                <a:gd name="connsiteY6" fmla="*/ 2857 h 276891"/>
                <a:gd name="connsiteX7" fmla="*/ 412718 w 421671"/>
                <a:gd name="connsiteY7" fmla="*/ 122206 h 276891"/>
                <a:gd name="connsiteX8" fmla="*/ 421672 w 421671"/>
                <a:gd name="connsiteY8" fmla="*/ 138398 h 276891"/>
                <a:gd name="connsiteX9" fmla="*/ 412718 w 421671"/>
                <a:gd name="connsiteY9" fmla="*/ 154591 h 276891"/>
                <a:gd name="connsiteX10" fmla="*/ 220885 w 421671"/>
                <a:gd name="connsiteY10" fmla="*/ 274034 h 276891"/>
                <a:gd name="connsiteX11" fmla="*/ 210788 w 421671"/>
                <a:gd name="connsiteY11" fmla="*/ 276892 h 276891"/>
                <a:gd name="connsiteX12" fmla="*/ 55054 w 421671"/>
                <a:gd name="connsiteY12" fmla="*/ 138398 h 276891"/>
                <a:gd name="connsiteX13" fmla="*/ 210884 w 421671"/>
                <a:gd name="connsiteY13" fmla="*/ 235363 h 276891"/>
                <a:gd name="connsiteX14" fmla="*/ 366713 w 421671"/>
                <a:gd name="connsiteY14" fmla="*/ 138398 h 276891"/>
                <a:gd name="connsiteX15" fmla="*/ 210884 w 421671"/>
                <a:gd name="connsiteY15" fmla="*/ 41434 h 276891"/>
                <a:gd name="connsiteX16" fmla="*/ 55054 w 421671"/>
                <a:gd name="connsiteY16" fmla="*/ 138398 h 27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1671" h="276891">
                  <a:moveTo>
                    <a:pt x="210884" y="276892"/>
                  </a:moveTo>
                  <a:cubicBezTo>
                    <a:pt x="207359" y="276892"/>
                    <a:pt x="203930" y="275939"/>
                    <a:pt x="200787" y="274034"/>
                  </a:cubicBezTo>
                  <a:lnTo>
                    <a:pt x="8954" y="154591"/>
                  </a:lnTo>
                  <a:cubicBezTo>
                    <a:pt x="3334" y="151067"/>
                    <a:pt x="0" y="144971"/>
                    <a:pt x="0" y="138398"/>
                  </a:cubicBezTo>
                  <a:cubicBezTo>
                    <a:pt x="0" y="131826"/>
                    <a:pt x="3429" y="125730"/>
                    <a:pt x="8954" y="122206"/>
                  </a:cubicBezTo>
                  <a:lnTo>
                    <a:pt x="200787" y="2857"/>
                  </a:lnTo>
                  <a:cubicBezTo>
                    <a:pt x="206978" y="-952"/>
                    <a:pt x="214694" y="-952"/>
                    <a:pt x="220885" y="2857"/>
                  </a:cubicBezTo>
                  <a:lnTo>
                    <a:pt x="412718" y="122206"/>
                  </a:lnTo>
                  <a:cubicBezTo>
                    <a:pt x="418338" y="125730"/>
                    <a:pt x="421672" y="131826"/>
                    <a:pt x="421672" y="138398"/>
                  </a:cubicBezTo>
                  <a:cubicBezTo>
                    <a:pt x="421672" y="144971"/>
                    <a:pt x="418243" y="151067"/>
                    <a:pt x="412718" y="154591"/>
                  </a:cubicBezTo>
                  <a:lnTo>
                    <a:pt x="220885" y="274034"/>
                  </a:lnTo>
                  <a:cubicBezTo>
                    <a:pt x="217837" y="275939"/>
                    <a:pt x="214313" y="276892"/>
                    <a:pt x="210788" y="276892"/>
                  </a:cubicBezTo>
                  <a:close/>
                  <a:moveTo>
                    <a:pt x="55054" y="138398"/>
                  </a:moveTo>
                  <a:lnTo>
                    <a:pt x="210884" y="235363"/>
                  </a:lnTo>
                  <a:lnTo>
                    <a:pt x="366713" y="138398"/>
                  </a:lnTo>
                  <a:lnTo>
                    <a:pt x="210884" y="41434"/>
                  </a:lnTo>
                  <a:lnTo>
                    <a:pt x="55054" y="138398"/>
                  </a:lnTo>
                  <a:close/>
                </a:path>
              </a:pathLst>
            </a:custGeom>
            <a:grpFill/>
            <a:ln w="9525" cap="flat">
              <a:noFill/>
              <a:prstDash val="solid"/>
              <a:miter/>
            </a:ln>
          </p:spPr>
          <p:txBody>
            <a:bodyPr rtlCol="0" anchor="ctr"/>
            <a:lstStyle/>
            <a:p>
              <a:endParaRPr lang="en-US"/>
            </a:p>
          </p:txBody>
        </p:sp>
        <p:sp>
          <p:nvSpPr>
            <p:cNvPr id="58" name="Freeform 57">
              <a:extLst>
                <a:ext uri="{FF2B5EF4-FFF2-40B4-BE49-F238E27FC236}">
                  <a16:creationId xmlns:a16="http://schemas.microsoft.com/office/drawing/2014/main" id="{065D7B4B-EBFF-E95B-68DF-AA206B630D44}"/>
                </a:ext>
              </a:extLst>
            </p:cNvPr>
            <p:cNvSpPr/>
            <p:nvPr/>
          </p:nvSpPr>
          <p:spPr>
            <a:xfrm>
              <a:off x="-1168363" y="3246467"/>
              <a:ext cx="38100" cy="276891"/>
            </a:xfrm>
            <a:custGeom>
              <a:avLst/>
              <a:gdLst>
                <a:gd name="connsiteX0" fmla="*/ 19050 w 38100"/>
                <a:gd name="connsiteY0" fmla="*/ 276892 h 276891"/>
                <a:gd name="connsiteX1" fmla="*/ 0 w 38100"/>
                <a:gd name="connsiteY1" fmla="*/ 257842 h 276891"/>
                <a:gd name="connsiteX2" fmla="*/ 0 w 38100"/>
                <a:gd name="connsiteY2" fmla="*/ 19050 h 276891"/>
                <a:gd name="connsiteX3" fmla="*/ 19050 w 38100"/>
                <a:gd name="connsiteY3" fmla="*/ 0 h 276891"/>
                <a:gd name="connsiteX4" fmla="*/ 38100 w 38100"/>
                <a:gd name="connsiteY4" fmla="*/ 19050 h 276891"/>
                <a:gd name="connsiteX5" fmla="*/ 38100 w 38100"/>
                <a:gd name="connsiteY5" fmla="*/ 257842 h 276891"/>
                <a:gd name="connsiteX6" fmla="*/ 19050 w 38100"/>
                <a:gd name="connsiteY6" fmla="*/ 276892 h 276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00" h="276891">
                  <a:moveTo>
                    <a:pt x="19050" y="276892"/>
                  </a:moveTo>
                  <a:cubicBezTo>
                    <a:pt x="8573" y="276892"/>
                    <a:pt x="0" y="268319"/>
                    <a:pt x="0" y="257842"/>
                  </a:cubicBezTo>
                  <a:lnTo>
                    <a:pt x="0" y="19050"/>
                  </a:lnTo>
                  <a:cubicBezTo>
                    <a:pt x="0" y="8573"/>
                    <a:pt x="8573" y="0"/>
                    <a:pt x="19050" y="0"/>
                  </a:cubicBezTo>
                  <a:cubicBezTo>
                    <a:pt x="29528" y="0"/>
                    <a:pt x="38100" y="8573"/>
                    <a:pt x="38100" y="19050"/>
                  </a:cubicBezTo>
                  <a:lnTo>
                    <a:pt x="38100" y="257842"/>
                  </a:lnTo>
                  <a:cubicBezTo>
                    <a:pt x="38100" y="268319"/>
                    <a:pt x="29528" y="276892"/>
                    <a:pt x="19050" y="276892"/>
                  </a:cubicBezTo>
                  <a:close/>
                </a:path>
              </a:pathLst>
            </a:custGeom>
            <a:grpFill/>
            <a:ln w="9525" cap="flat">
              <a:noFill/>
              <a:prstDash val="solid"/>
              <a:miter/>
            </a:ln>
          </p:spPr>
          <p:txBody>
            <a:bodyPr rtlCol="0" anchor="ctr"/>
            <a:lstStyle/>
            <a:p>
              <a:endParaRPr lang="en-US"/>
            </a:p>
          </p:txBody>
        </p:sp>
        <p:sp>
          <p:nvSpPr>
            <p:cNvPr id="59" name="Freeform 58">
              <a:extLst>
                <a:ext uri="{FF2B5EF4-FFF2-40B4-BE49-F238E27FC236}">
                  <a16:creationId xmlns:a16="http://schemas.microsoft.com/office/drawing/2014/main" id="{DB134764-06E6-F450-2F7F-096E24C655CD}"/>
                </a:ext>
              </a:extLst>
            </p:cNvPr>
            <p:cNvSpPr/>
            <p:nvPr/>
          </p:nvSpPr>
          <p:spPr>
            <a:xfrm>
              <a:off x="-1959128" y="3096163"/>
              <a:ext cx="571500" cy="38100"/>
            </a:xfrm>
            <a:custGeom>
              <a:avLst/>
              <a:gdLst>
                <a:gd name="connsiteX0" fmla="*/ 0 w 571500"/>
                <a:gd name="connsiteY0" fmla="*/ 0 h 38100"/>
                <a:gd name="connsiteX1" fmla="*/ 571500 w 571500"/>
                <a:gd name="connsiteY1" fmla="*/ 0 h 38100"/>
                <a:gd name="connsiteX2" fmla="*/ 571500 w 571500"/>
                <a:gd name="connsiteY2" fmla="*/ 38100 h 38100"/>
                <a:gd name="connsiteX3" fmla="*/ 0 w 57150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571500" h="38100">
                  <a:moveTo>
                    <a:pt x="0" y="0"/>
                  </a:moveTo>
                  <a:lnTo>
                    <a:pt x="571500" y="0"/>
                  </a:lnTo>
                  <a:lnTo>
                    <a:pt x="571500" y="38100"/>
                  </a:lnTo>
                  <a:lnTo>
                    <a:pt x="0" y="38100"/>
                  </a:lnTo>
                  <a:close/>
                </a:path>
              </a:pathLst>
            </a:custGeom>
            <a:grpFill/>
            <a:ln w="9525"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A82926F1-ACA4-A2C0-D3F4-736CF06262B2}"/>
                </a:ext>
              </a:extLst>
            </p:cNvPr>
            <p:cNvSpPr/>
            <p:nvPr/>
          </p:nvSpPr>
          <p:spPr>
            <a:xfrm>
              <a:off x="-1959128" y="3635468"/>
              <a:ext cx="571500" cy="38100"/>
            </a:xfrm>
            <a:custGeom>
              <a:avLst/>
              <a:gdLst>
                <a:gd name="connsiteX0" fmla="*/ 0 w 571500"/>
                <a:gd name="connsiteY0" fmla="*/ 0 h 38100"/>
                <a:gd name="connsiteX1" fmla="*/ 571500 w 571500"/>
                <a:gd name="connsiteY1" fmla="*/ 0 h 38100"/>
                <a:gd name="connsiteX2" fmla="*/ 571500 w 571500"/>
                <a:gd name="connsiteY2" fmla="*/ 38100 h 38100"/>
                <a:gd name="connsiteX3" fmla="*/ 0 w 57150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571500" h="38100">
                  <a:moveTo>
                    <a:pt x="0" y="0"/>
                  </a:moveTo>
                  <a:lnTo>
                    <a:pt x="571500" y="0"/>
                  </a:lnTo>
                  <a:lnTo>
                    <a:pt x="571500" y="38100"/>
                  </a:lnTo>
                  <a:lnTo>
                    <a:pt x="0" y="38100"/>
                  </a:lnTo>
                  <a:close/>
                </a:path>
              </a:pathLst>
            </a:custGeom>
            <a:grpFill/>
            <a:ln w="9525" cap="flat">
              <a:noFill/>
              <a:prstDash val="solid"/>
              <a:miter/>
            </a:ln>
          </p:spPr>
          <p:txBody>
            <a:bodyPr rtlCol="0" anchor="ctr"/>
            <a:lstStyle/>
            <a:p>
              <a:endParaRPr lang="en-US"/>
            </a:p>
          </p:txBody>
        </p:sp>
        <p:sp>
          <p:nvSpPr>
            <p:cNvPr id="61" name="Freeform 60">
              <a:extLst>
                <a:ext uri="{FF2B5EF4-FFF2-40B4-BE49-F238E27FC236}">
                  <a16:creationId xmlns:a16="http://schemas.microsoft.com/office/drawing/2014/main" id="{9C396DE8-73B5-6B32-B2CB-8810B26D4263}"/>
                </a:ext>
              </a:extLst>
            </p:cNvPr>
            <p:cNvSpPr/>
            <p:nvPr/>
          </p:nvSpPr>
          <p:spPr>
            <a:xfrm>
              <a:off x="-912521" y="3096163"/>
              <a:ext cx="571500" cy="38100"/>
            </a:xfrm>
            <a:custGeom>
              <a:avLst/>
              <a:gdLst>
                <a:gd name="connsiteX0" fmla="*/ 0 w 571500"/>
                <a:gd name="connsiteY0" fmla="*/ 0 h 38100"/>
                <a:gd name="connsiteX1" fmla="*/ 571500 w 571500"/>
                <a:gd name="connsiteY1" fmla="*/ 0 h 38100"/>
                <a:gd name="connsiteX2" fmla="*/ 571500 w 571500"/>
                <a:gd name="connsiteY2" fmla="*/ 38100 h 38100"/>
                <a:gd name="connsiteX3" fmla="*/ 0 w 57150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571500" h="38100">
                  <a:moveTo>
                    <a:pt x="0" y="0"/>
                  </a:moveTo>
                  <a:lnTo>
                    <a:pt x="571500" y="0"/>
                  </a:lnTo>
                  <a:lnTo>
                    <a:pt x="571500" y="38100"/>
                  </a:lnTo>
                  <a:lnTo>
                    <a:pt x="0" y="38100"/>
                  </a:lnTo>
                  <a:close/>
                </a:path>
              </a:pathLst>
            </a:custGeom>
            <a:grpFill/>
            <a:ln w="9525" cap="flat">
              <a:noFill/>
              <a:prstDash val="solid"/>
              <a:miter/>
            </a:ln>
          </p:spPr>
          <p:txBody>
            <a:bodyPr rtlCol="0" anchor="ctr"/>
            <a:lstStyle/>
            <a:p>
              <a:endParaRPr lang="en-US"/>
            </a:p>
          </p:txBody>
        </p:sp>
        <p:sp>
          <p:nvSpPr>
            <p:cNvPr id="62" name="Freeform 61">
              <a:extLst>
                <a:ext uri="{FF2B5EF4-FFF2-40B4-BE49-F238E27FC236}">
                  <a16:creationId xmlns:a16="http://schemas.microsoft.com/office/drawing/2014/main" id="{5B336FAC-DE56-47FB-3C4E-E5651D7D2031}"/>
                </a:ext>
              </a:extLst>
            </p:cNvPr>
            <p:cNvSpPr/>
            <p:nvPr/>
          </p:nvSpPr>
          <p:spPr>
            <a:xfrm>
              <a:off x="-912521" y="3635468"/>
              <a:ext cx="571500" cy="38100"/>
            </a:xfrm>
            <a:custGeom>
              <a:avLst/>
              <a:gdLst>
                <a:gd name="connsiteX0" fmla="*/ 0 w 571500"/>
                <a:gd name="connsiteY0" fmla="*/ 0 h 38100"/>
                <a:gd name="connsiteX1" fmla="*/ 571500 w 571500"/>
                <a:gd name="connsiteY1" fmla="*/ 0 h 38100"/>
                <a:gd name="connsiteX2" fmla="*/ 571500 w 571500"/>
                <a:gd name="connsiteY2" fmla="*/ 38100 h 38100"/>
                <a:gd name="connsiteX3" fmla="*/ 0 w 571500"/>
                <a:gd name="connsiteY3" fmla="*/ 38100 h 38100"/>
              </a:gdLst>
              <a:ahLst/>
              <a:cxnLst>
                <a:cxn ang="0">
                  <a:pos x="connsiteX0" y="connsiteY0"/>
                </a:cxn>
                <a:cxn ang="0">
                  <a:pos x="connsiteX1" y="connsiteY1"/>
                </a:cxn>
                <a:cxn ang="0">
                  <a:pos x="connsiteX2" y="connsiteY2"/>
                </a:cxn>
                <a:cxn ang="0">
                  <a:pos x="connsiteX3" y="connsiteY3"/>
                </a:cxn>
              </a:cxnLst>
              <a:rect l="l" t="t" r="r" b="b"/>
              <a:pathLst>
                <a:path w="571500" h="38100">
                  <a:moveTo>
                    <a:pt x="0" y="0"/>
                  </a:moveTo>
                  <a:lnTo>
                    <a:pt x="571500" y="0"/>
                  </a:lnTo>
                  <a:lnTo>
                    <a:pt x="571500" y="38100"/>
                  </a:lnTo>
                  <a:lnTo>
                    <a:pt x="0" y="38100"/>
                  </a:lnTo>
                  <a:close/>
                </a:path>
              </a:pathLst>
            </a:custGeom>
            <a:grpFill/>
            <a:ln w="9525" cap="flat">
              <a:noFill/>
              <a:prstDash val="solid"/>
              <a:miter/>
            </a:ln>
          </p:spPr>
          <p:txBody>
            <a:bodyPr rtlCol="0" anchor="ctr"/>
            <a:lstStyle/>
            <a:p>
              <a:endParaRPr lang="en-US"/>
            </a:p>
          </p:txBody>
        </p:sp>
        <p:sp>
          <p:nvSpPr>
            <p:cNvPr id="63" name="Freeform 62">
              <a:extLst>
                <a:ext uri="{FF2B5EF4-FFF2-40B4-BE49-F238E27FC236}">
                  <a16:creationId xmlns:a16="http://schemas.microsoft.com/office/drawing/2014/main" id="{37DC1ADE-F5A2-0CE8-FC4C-0961D2367301}"/>
                </a:ext>
              </a:extLst>
            </p:cNvPr>
            <p:cNvSpPr/>
            <p:nvPr/>
          </p:nvSpPr>
          <p:spPr>
            <a:xfrm>
              <a:off x="-1869307" y="2984816"/>
              <a:ext cx="288893" cy="38100"/>
            </a:xfrm>
            <a:custGeom>
              <a:avLst/>
              <a:gdLst>
                <a:gd name="connsiteX0" fmla="*/ 269843 w 288893"/>
                <a:gd name="connsiteY0" fmla="*/ 38100 h 38100"/>
                <a:gd name="connsiteX1" fmla="*/ 19050 w 288893"/>
                <a:gd name="connsiteY1" fmla="*/ 38100 h 38100"/>
                <a:gd name="connsiteX2" fmla="*/ 0 w 288893"/>
                <a:gd name="connsiteY2" fmla="*/ 19050 h 38100"/>
                <a:gd name="connsiteX3" fmla="*/ 19050 w 288893"/>
                <a:gd name="connsiteY3" fmla="*/ 0 h 38100"/>
                <a:gd name="connsiteX4" fmla="*/ 269843 w 288893"/>
                <a:gd name="connsiteY4" fmla="*/ 0 h 38100"/>
                <a:gd name="connsiteX5" fmla="*/ 288893 w 288893"/>
                <a:gd name="connsiteY5" fmla="*/ 19050 h 38100"/>
                <a:gd name="connsiteX6" fmla="*/ 269843 w 288893"/>
                <a:gd name="connsiteY6" fmla="*/ 3810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8893" h="38100">
                  <a:moveTo>
                    <a:pt x="269843" y="38100"/>
                  </a:moveTo>
                  <a:lnTo>
                    <a:pt x="19050" y="38100"/>
                  </a:lnTo>
                  <a:cubicBezTo>
                    <a:pt x="8572" y="38100"/>
                    <a:pt x="0" y="29527"/>
                    <a:pt x="0" y="19050"/>
                  </a:cubicBezTo>
                  <a:cubicBezTo>
                    <a:pt x="0" y="8573"/>
                    <a:pt x="8572" y="0"/>
                    <a:pt x="19050" y="0"/>
                  </a:cubicBezTo>
                  <a:lnTo>
                    <a:pt x="269843" y="0"/>
                  </a:lnTo>
                  <a:cubicBezTo>
                    <a:pt x="280321" y="0"/>
                    <a:pt x="288893" y="8573"/>
                    <a:pt x="288893" y="19050"/>
                  </a:cubicBezTo>
                  <a:cubicBezTo>
                    <a:pt x="288893" y="29527"/>
                    <a:pt x="280321" y="38100"/>
                    <a:pt x="269843" y="38100"/>
                  </a:cubicBezTo>
                  <a:close/>
                </a:path>
              </a:pathLst>
            </a:custGeom>
            <a:grpFill/>
            <a:ln w="9525" cap="flat">
              <a:noFill/>
              <a:prstDash val="solid"/>
              <a:miter/>
            </a:ln>
          </p:spPr>
          <p:txBody>
            <a:bodyPr rtlCol="0" anchor="ctr"/>
            <a:lstStyle/>
            <a:p>
              <a:endParaRPr lang="en-US"/>
            </a:p>
          </p:txBody>
        </p:sp>
        <p:sp>
          <p:nvSpPr>
            <p:cNvPr id="64" name="Freeform 63">
              <a:extLst>
                <a:ext uri="{FF2B5EF4-FFF2-40B4-BE49-F238E27FC236}">
                  <a16:creationId xmlns:a16="http://schemas.microsoft.com/office/drawing/2014/main" id="{551E59F9-E4CC-528C-FCA1-9B07D737E9AD}"/>
                </a:ext>
              </a:extLst>
            </p:cNvPr>
            <p:cNvSpPr/>
            <p:nvPr/>
          </p:nvSpPr>
          <p:spPr>
            <a:xfrm>
              <a:off x="-1515263" y="2985149"/>
              <a:ext cx="38100" cy="37861"/>
            </a:xfrm>
            <a:custGeom>
              <a:avLst/>
              <a:gdLst>
                <a:gd name="connsiteX0" fmla="*/ 18955 w 38100"/>
                <a:gd name="connsiteY0" fmla="*/ 37767 h 37861"/>
                <a:gd name="connsiteX1" fmla="*/ 15240 w 38100"/>
                <a:gd name="connsiteY1" fmla="*/ 37386 h 37861"/>
                <a:gd name="connsiteX2" fmla="*/ 11716 w 38100"/>
                <a:gd name="connsiteY2" fmla="*/ 36338 h 37861"/>
                <a:gd name="connsiteX3" fmla="*/ 8382 w 38100"/>
                <a:gd name="connsiteY3" fmla="*/ 34623 h 37861"/>
                <a:gd name="connsiteX4" fmla="*/ 5525 w 38100"/>
                <a:gd name="connsiteY4" fmla="*/ 32242 h 37861"/>
                <a:gd name="connsiteX5" fmla="*/ 0 w 38100"/>
                <a:gd name="connsiteY5" fmla="*/ 18812 h 37861"/>
                <a:gd name="connsiteX6" fmla="*/ 5525 w 38100"/>
                <a:gd name="connsiteY6" fmla="*/ 5286 h 37861"/>
                <a:gd name="connsiteX7" fmla="*/ 32480 w 38100"/>
                <a:gd name="connsiteY7" fmla="*/ 5286 h 37861"/>
                <a:gd name="connsiteX8" fmla="*/ 38100 w 38100"/>
                <a:gd name="connsiteY8" fmla="*/ 18812 h 37861"/>
                <a:gd name="connsiteX9" fmla="*/ 32480 w 38100"/>
                <a:gd name="connsiteY9" fmla="*/ 32242 h 37861"/>
                <a:gd name="connsiteX10" fmla="*/ 19050 w 38100"/>
                <a:gd name="connsiteY10" fmla="*/ 37862 h 37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100" h="37861">
                  <a:moveTo>
                    <a:pt x="18955" y="37767"/>
                  </a:moveTo>
                  <a:cubicBezTo>
                    <a:pt x="17717" y="37767"/>
                    <a:pt x="16478" y="37671"/>
                    <a:pt x="15240" y="37386"/>
                  </a:cubicBezTo>
                  <a:cubicBezTo>
                    <a:pt x="14002" y="37100"/>
                    <a:pt x="12859" y="36814"/>
                    <a:pt x="11716" y="36338"/>
                  </a:cubicBezTo>
                  <a:cubicBezTo>
                    <a:pt x="10573" y="35862"/>
                    <a:pt x="9430" y="35290"/>
                    <a:pt x="8382" y="34623"/>
                  </a:cubicBezTo>
                  <a:cubicBezTo>
                    <a:pt x="7334" y="33957"/>
                    <a:pt x="6382" y="33099"/>
                    <a:pt x="5525" y="32242"/>
                  </a:cubicBezTo>
                  <a:cubicBezTo>
                    <a:pt x="2000" y="28718"/>
                    <a:pt x="0" y="23765"/>
                    <a:pt x="0" y="18812"/>
                  </a:cubicBezTo>
                  <a:cubicBezTo>
                    <a:pt x="0" y="13859"/>
                    <a:pt x="2000" y="8906"/>
                    <a:pt x="5525" y="5286"/>
                  </a:cubicBezTo>
                  <a:cubicBezTo>
                    <a:pt x="12668" y="-1762"/>
                    <a:pt x="25336" y="-1762"/>
                    <a:pt x="32480" y="5286"/>
                  </a:cubicBezTo>
                  <a:cubicBezTo>
                    <a:pt x="36005" y="8811"/>
                    <a:pt x="38100" y="13764"/>
                    <a:pt x="38100" y="18812"/>
                  </a:cubicBezTo>
                  <a:cubicBezTo>
                    <a:pt x="38100" y="23860"/>
                    <a:pt x="36100" y="28718"/>
                    <a:pt x="32480" y="32242"/>
                  </a:cubicBezTo>
                  <a:cubicBezTo>
                    <a:pt x="28956" y="35766"/>
                    <a:pt x="24003" y="37862"/>
                    <a:pt x="19050" y="37862"/>
                  </a:cubicBezTo>
                  <a:close/>
                </a:path>
              </a:pathLst>
            </a:custGeom>
            <a:grpFill/>
            <a:ln w="9525" cap="flat">
              <a:noFill/>
              <a:prstDash val="solid"/>
              <a:miter/>
            </a:ln>
          </p:spPr>
          <p:txBody>
            <a:bodyPr rtlCol="0" anchor="ctr"/>
            <a:lstStyle/>
            <a:p>
              <a:endParaRPr lang="en-US"/>
            </a:p>
          </p:txBody>
        </p:sp>
        <p:sp>
          <p:nvSpPr>
            <p:cNvPr id="65" name="Freeform 64">
              <a:extLst>
                <a:ext uri="{FF2B5EF4-FFF2-40B4-BE49-F238E27FC236}">
                  <a16:creationId xmlns:a16="http://schemas.microsoft.com/office/drawing/2014/main" id="{6B1D35C7-AF11-447E-C462-C43728F34D85}"/>
                </a:ext>
              </a:extLst>
            </p:cNvPr>
            <p:cNvSpPr/>
            <p:nvPr/>
          </p:nvSpPr>
          <p:spPr>
            <a:xfrm>
              <a:off x="-1869307" y="3518216"/>
              <a:ext cx="288893" cy="38100"/>
            </a:xfrm>
            <a:custGeom>
              <a:avLst/>
              <a:gdLst>
                <a:gd name="connsiteX0" fmla="*/ 269843 w 288893"/>
                <a:gd name="connsiteY0" fmla="*/ 38100 h 38100"/>
                <a:gd name="connsiteX1" fmla="*/ 19050 w 288893"/>
                <a:gd name="connsiteY1" fmla="*/ 38100 h 38100"/>
                <a:gd name="connsiteX2" fmla="*/ 0 w 288893"/>
                <a:gd name="connsiteY2" fmla="*/ 19050 h 38100"/>
                <a:gd name="connsiteX3" fmla="*/ 19050 w 288893"/>
                <a:gd name="connsiteY3" fmla="*/ 0 h 38100"/>
                <a:gd name="connsiteX4" fmla="*/ 269843 w 288893"/>
                <a:gd name="connsiteY4" fmla="*/ 0 h 38100"/>
                <a:gd name="connsiteX5" fmla="*/ 288893 w 288893"/>
                <a:gd name="connsiteY5" fmla="*/ 19050 h 38100"/>
                <a:gd name="connsiteX6" fmla="*/ 269843 w 288893"/>
                <a:gd name="connsiteY6" fmla="*/ 3810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8893" h="38100">
                  <a:moveTo>
                    <a:pt x="269843" y="38100"/>
                  </a:moveTo>
                  <a:lnTo>
                    <a:pt x="19050" y="38100"/>
                  </a:lnTo>
                  <a:cubicBezTo>
                    <a:pt x="8572" y="38100"/>
                    <a:pt x="0" y="29527"/>
                    <a:pt x="0" y="19050"/>
                  </a:cubicBezTo>
                  <a:cubicBezTo>
                    <a:pt x="0" y="8573"/>
                    <a:pt x="8572" y="0"/>
                    <a:pt x="19050" y="0"/>
                  </a:cubicBezTo>
                  <a:lnTo>
                    <a:pt x="269843" y="0"/>
                  </a:lnTo>
                  <a:cubicBezTo>
                    <a:pt x="280321" y="0"/>
                    <a:pt x="288893" y="8573"/>
                    <a:pt x="288893" y="19050"/>
                  </a:cubicBezTo>
                  <a:cubicBezTo>
                    <a:pt x="288893" y="29527"/>
                    <a:pt x="280321" y="38100"/>
                    <a:pt x="269843" y="38100"/>
                  </a:cubicBezTo>
                  <a:close/>
                </a:path>
              </a:pathLst>
            </a:custGeom>
            <a:grpFill/>
            <a:ln w="9525" cap="flat">
              <a:noFill/>
              <a:prstDash val="solid"/>
              <a:miter/>
            </a:ln>
          </p:spPr>
          <p:txBody>
            <a:bodyPr rtlCol="0" anchor="ctr"/>
            <a:lstStyle/>
            <a:p>
              <a:endParaRPr lang="en-US"/>
            </a:p>
          </p:txBody>
        </p:sp>
        <p:sp>
          <p:nvSpPr>
            <p:cNvPr id="66" name="Freeform 65">
              <a:extLst>
                <a:ext uri="{FF2B5EF4-FFF2-40B4-BE49-F238E27FC236}">
                  <a16:creationId xmlns:a16="http://schemas.microsoft.com/office/drawing/2014/main" id="{B23A9E8A-D8B4-89D7-664B-5D99305895EC}"/>
                </a:ext>
              </a:extLst>
            </p:cNvPr>
            <p:cNvSpPr/>
            <p:nvPr/>
          </p:nvSpPr>
          <p:spPr>
            <a:xfrm>
              <a:off x="-1515358" y="3518331"/>
              <a:ext cx="38004" cy="38079"/>
            </a:xfrm>
            <a:custGeom>
              <a:avLst/>
              <a:gdLst>
                <a:gd name="connsiteX0" fmla="*/ 19050 w 38004"/>
                <a:gd name="connsiteY0" fmla="*/ 37984 h 38079"/>
                <a:gd name="connsiteX1" fmla="*/ 5524 w 38004"/>
                <a:gd name="connsiteY1" fmla="*/ 32460 h 38079"/>
                <a:gd name="connsiteX2" fmla="*/ 0 w 38004"/>
                <a:gd name="connsiteY2" fmla="*/ 18934 h 38079"/>
                <a:gd name="connsiteX3" fmla="*/ 5524 w 38004"/>
                <a:gd name="connsiteY3" fmla="*/ 5504 h 38079"/>
                <a:gd name="connsiteX4" fmla="*/ 8382 w 38004"/>
                <a:gd name="connsiteY4" fmla="*/ 3123 h 38079"/>
                <a:gd name="connsiteX5" fmla="*/ 11716 w 38004"/>
                <a:gd name="connsiteY5" fmla="*/ 1408 h 38079"/>
                <a:gd name="connsiteX6" fmla="*/ 15240 w 38004"/>
                <a:gd name="connsiteY6" fmla="*/ 361 h 38079"/>
                <a:gd name="connsiteX7" fmla="*/ 32385 w 38004"/>
                <a:gd name="connsiteY7" fmla="*/ 5599 h 38079"/>
                <a:gd name="connsiteX8" fmla="*/ 38005 w 38004"/>
                <a:gd name="connsiteY8" fmla="*/ 19030 h 38079"/>
                <a:gd name="connsiteX9" fmla="*/ 32385 w 38004"/>
                <a:gd name="connsiteY9" fmla="*/ 32555 h 38079"/>
                <a:gd name="connsiteX10" fmla="*/ 18955 w 38004"/>
                <a:gd name="connsiteY10" fmla="*/ 38080 h 38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004" h="38079">
                  <a:moveTo>
                    <a:pt x="19050" y="37984"/>
                  </a:moveTo>
                  <a:cubicBezTo>
                    <a:pt x="14002" y="37984"/>
                    <a:pt x="9144" y="35984"/>
                    <a:pt x="5524" y="32460"/>
                  </a:cubicBezTo>
                  <a:cubicBezTo>
                    <a:pt x="2000" y="28936"/>
                    <a:pt x="0" y="23983"/>
                    <a:pt x="0" y="18934"/>
                  </a:cubicBezTo>
                  <a:cubicBezTo>
                    <a:pt x="0" y="13886"/>
                    <a:pt x="2000" y="9028"/>
                    <a:pt x="5524" y="5504"/>
                  </a:cubicBezTo>
                  <a:cubicBezTo>
                    <a:pt x="6382" y="4647"/>
                    <a:pt x="7429" y="3790"/>
                    <a:pt x="8382" y="3123"/>
                  </a:cubicBezTo>
                  <a:cubicBezTo>
                    <a:pt x="9430" y="2456"/>
                    <a:pt x="10573" y="1885"/>
                    <a:pt x="11716" y="1408"/>
                  </a:cubicBezTo>
                  <a:cubicBezTo>
                    <a:pt x="12859" y="932"/>
                    <a:pt x="14097" y="551"/>
                    <a:pt x="15240" y="361"/>
                  </a:cubicBezTo>
                  <a:cubicBezTo>
                    <a:pt x="21431" y="-878"/>
                    <a:pt x="28003" y="1123"/>
                    <a:pt x="32385" y="5599"/>
                  </a:cubicBezTo>
                  <a:cubicBezTo>
                    <a:pt x="35909" y="9124"/>
                    <a:pt x="38005" y="14077"/>
                    <a:pt x="38005" y="19030"/>
                  </a:cubicBezTo>
                  <a:cubicBezTo>
                    <a:pt x="38005" y="23983"/>
                    <a:pt x="36004" y="28936"/>
                    <a:pt x="32385" y="32555"/>
                  </a:cubicBezTo>
                  <a:cubicBezTo>
                    <a:pt x="28861" y="36079"/>
                    <a:pt x="23908" y="38080"/>
                    <a:pt x="18955" y="38080"/>
                  </a:cubicBezTo>
                  <a:close/>
                </a:path>
              </a:pathLst>
            </a:custGeom>
            <a:grpFill/>
            <a:ln w="9525" cap="flat">
              <a:noFill/>
              <a:prstDash val="solid"/>
              <a:miter/>
            </a:ln>
          </p:spPr>
          <p:txBody>
            <a:bodyPr rtlCol="0" anchor="ctr"/>
            <a:lstStyle/>
            <a:p>
              <a:endParaRPr lang="en-US"/>
            </a:p>
          </p:txBody>
        </p:sp>
        <p:sp>
          <p:nvSpPr>
            <p:cNvPr id="67" name="Freeform 66">
              <a:extLst>
                <a:ext uri="{FF2B5EF4-FFF2-40B4-BE49-F238E27FC236}">
                  <a16:creationId xmlns:a16="http://schemas.microsoft.com/office/drawing/2014/main" id="{CA6122F6-60FE-4FF7-B030-C83821FF1E2F}"/>
                </a:ext>
              </a:extLst>
            </p:cNvPr>
            <p:cNvSpPr/>
            <p:nvPr/>
          </p:nvSpPr>
          <p:spPr>
            <a:xfrm>
              <a:off x="-1869307" y="4061141"/>
              <a:ext cx="288893" cy="38100"/>
            </a:xfrm>
            <a:custGeom>
              <a:avLst/>
              <a:gdLst>
                <a:gd name="connsiteX0" fmla="*/ 269843 w 288893"/>
                <a:gd name="connsiteY0" fmla="*/ 38100 h 38100"/>
                <a:gd name="connsiteX1" fmla="*/ 19050 w 288893"/>
                <a:gd name="connsiteY1" fmla="*/ 38100 h 38100"/>
                <a:gd name="connsiteX2" fmla="*/ 0 w 288893"/>
                <a:gd name="connsiteY2" fmla="*/ 19050 h 38100"/>
                <a:gd name="connsiteX3" fmla="*/ 19050 w 288893"/>
                <a:gd name="connsiteY3" fmla="*/ 0 h 38100"/>
                <a:gd name="connsiteX4" fmla="*/ 269843 w 288893"/>
                <a:gd name="connsiteY4" fmla="*/ 0 h 38100"/>
                <a:gd name="connsiteX5" fmla="*/ 288893 w 288893"/>
                <a:gd name="connsiteY5" fmla="*/ 19050 h 38100"/>
                <a:gd name="connsiteX6" fmla="*/ 269843 w 288893"/>
                <a:gd name="connsiteY6" fmla="*/ 3810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8893" h="38100">
                  <a:moveTo>
                    <a:pt x="269843" y="38100"/>
                  </a:moveTo>
                  <a:lnTo>
                    <a:pt x="19050" y="38100"/>
                  </a:lnTo>
                  <a:cubicBezTo>
                    <a:pt x="8572" y="38100"/>
                    <a:pt x="0" y="29528"/>
                    <a:pt x="0" y="19050"/>
                  </a:cubicBezTo>
                  <a:cubicBezTo>
                    <a:pt x="0" y="8572"/>
                    <a:pt x="8572" y="0"/>
                    <a:pt x="19050" y="0"/>
                  </a:cubicBezTo>
                  <a:lnTo>
                    <a:pt x="269843" y="0"/>
                  </a:lnTo>
                  <a:cubicBezTo>
                    <a:pt x="280321" y="0"/>
                    <a:pt x="288893" y="8572"/>
                    <a:pt x="288893" y="19050"/>
                  </a:cubicBezTo>
                  <a:cubicBezTo>
                    <a:pt x="288893" y="29528"/>
                    <a:pt x="280321" y="38100"/>
                    <a:pt x="269843" y="38100"/>
                  </a:cubicBezTo>
                  <a:close/>
                </a:path>
              </a:pathLst>
            </a:custGeom>
            <a:grpFill/>
            <a:ln w="9525" cap="flat">
              <a:noFill/>
              <a:prstDash val="solid"/>
              <a:miter/>
            </a:ln>
          </p:spPr>
          <p:txBody>
            <a:bodyPr rtlCol="0" anchor="ctr"/>
            <a:lstStyle/>
            <a:p>
              <a:endParaRPr lang="en-US"/>
            </a:p>
          </p:txBody>
        </p:sp>
        <p:sp>
          <p:nvSpPr>
            <p:cNvPr id="68" name="Freeform 67">
              <a:extLst>
                <a:ext uri="{FF2B5EF4-FFF2-40B4-BE49-F238E27FC236}">
                  <a16:creationId xmlns:a16="http://schemas.microsoft.com/office/drawing/2014/main" id="{EF9B3152-73B4-7111-C228-156B4F79EEAB}"/>
                </a:ext>
              </a:extLst>
            </p:cNvPr>
            <p:cNvSpPr/>
            <p:nvPr/>
          </p:nvSpPr>
          <p:spPr>
            <a:xfrm>
              <a:off x="-1515263" y="4061351"/>
              <a:ext cx="38004" cy="38079"/>
            </a:xfrm>
            <a:custGeom>
              <a:avLst/>
              <a:gdLst>
                <a:gd name="connsiteX0" fmla="*/ 18955 w 38004"/>
                <a:gd name="connsiteY0" fmla="*/ 37889 h 38079"/>
                <a:gd name="connsiteX1" fmla="*/ 15240 w 38004"/>
                <a:gd name="connsiteY1" fmla="*/ 37508 h 38079"/>
                <a:gd name="connsiteX2" fmla="*/ 11716 w 38004"/>
                <a:gd name="connsiteY2" fmla="*/ 36460 h 38079"/>
                <a:gd name="connsiteX3" fmla="*/ 8382 w 38004"/>
                <a:gd name="connsiteY3" fmla="*/ 34746 h 38079"/>
                <a:gd name="connsiteX4" fmla="*/ 5525 w 38004"/>
                <a:gd name="connsiteY4" fmla="*/ 32365 h 38079"/>
                <a:gd name="connsiteX5" fmla="*/ 0 w 38004"/>
                <a:gd name="connsiteY5" fmla="*/ 18934 h 38079"/>
                <a:gd name="connsiteX6" fmla="*/ 5525 w 38004"/>
                <a:gd name="connsiteY6" fmla="*/ 5504 h 38079"/>
                <a:gd name="connsiteX7" fmla="*/ 8382 w 38004"/>
                <a:gd name="connsiteY7" fmla="*/ 3123 h 38079"/>
                <a:gd name="connsiteX8" fmla="*/ 11716 w 38004"/>
                <a:gd name="connsiteY8" fmla="*/ 1408 h 38079"/>
                <a:gd name="connsiteX9" fmla="*/ 15240 w 38004"/>
                <a:gd name="connsiteY9" fmla="*/ 361 h 38079"/>
                <a:gd name="connsiteX10" fmla="*/ 32385 w 38004"/>
                <a:gd name="connsiteY10" fmla="*/ 5599 h 38079"/>
                <a:gd name="connsiteX11" fmla="*/ 38005 w 38004"/>
                <a:gd name="connsiteY11" fmla="*/ 19030 h 38079"/>
                <a:gd name="connsiteX12" fmla="*/ 32385 w 38004"/>
                <a:gd name="connsiteY12" fmla="*/ 32460 h 38079"/>
                <a:gd name="connsiteX13" fmla="*/ 18955 w 38004"/>
                <a:gd name="connsiteY13" fmla="*/ 38080 h 38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004" h="38079">
                  <a:moveTo>
                    <a:pt x="18955" y="37889"/>
                  </a:moveTo>
                  <a:cubicBezTo>
                    <a:pt x="17717" y="37889"/>
                    <a:pt x="16478" y="37794"/>
                    <a:pt x="15240" y="37508"/>
                  </a:cubicBezTo>
                  <a:cubicBezTo>
                    <a:pt x="14002" y="37222"/>
                    <a:pt x="12859" y="36937"/>
                    <a:pt x="11716" y="36460"/>
                  </a:cubicBezTo>
                  <a:cubicBezTo>
                    <a:pt x="10573" y="35984"/>
                    <a:pt x="9430" y="35413"/>
                    <a:pt x="8382" y="34746"/>
                  </a:cubicBezTo>
                  <a:cubicBezTo>
                    <a:pt x="7334" y="34079"/>
                    <a:pt x="6382" y="33222"/>
                    <a:pt x="5525" y="32365"/>
                  </a:cubicBezTo>
                  <a:cubicBezTo>
                    <a:pt x="2000" y="28840"/>
                    <a:pt x="0" y="23887"/>
                    <a:pt x="0" y="18934"/>
                  </a:cubicBezTo>
                  <a:cubicBezTo>
                    <a:pt x="0" y="13981"/>
                    <a:pt x="2000" y="9028"/>
                    <a:pt x="5525" y="5504"/>
                  </a:cubicBezTo>
                  <a:cubicBezTo>
                    <a:pt x="6382" y="4647"/>
                    <a:pt x="7430" y="3790"/>
                    <a:pt x="8382" y="3123"/>
                  </a:cubicBezTo>
                  <a:cubicBezTo>
                    <a:pt x="9430" y="2456"/>
                    <a:pt x="10573" y="1885"/>
                    <a:pt x="11716" y="1408"/>
                  </a:cubicBezTo>
                  <a:cubicBezTo>
                    <a:pt x="12859" y="932"/>
                    <a:pt x="14097" y="551"/>
                    <a:pt x="15240" y="361"/>
                  </a:cubicBezTo>
                  <a:cubicBezTo>
                    <a:pt x="21431" y="-878"/>
                    <a:pt x="28004" y="1123"/>
                    <a:pt x="32385" y="5599"/>
                  </a:cubicBezTo>
                  <a:cubicBezTo>
                    <a:pt x="35909" y="9124"/>
                    <a:pt x="38005" y="14077"/>
                    <a:pt x="38005" y="19030"/>
                  </a:cubicBezTo>
                  <a:cubicBezTo>
                    <a:pt x="38005" y="23983"/>
                    <a:pt x="36005" y="28936"/>
                    <a:pt x="32385" y="32460"/>
                  </a:cubicBezTo>
                  <a:cubicBezTo>
                    <a:pt x="28861" y="35984"/>
                    <a:pt x="23908" y="38080"/>
                    <a:pt x="18955" y="38080"/>
                  </a:cubicBezTo>
                  <a:close/>
                </a:path>
              </a:pathLst>
            </a:custGeom>
            <a:grpFill/>
            <a:ln w="9525" cap="flat">
              <a:noFill/>
              <a:prstDash val="solid"/>
              <a:miter/>
            </a:ln>
          </p:spPr>
          <p:txBody>
            <a:bodyPr rtlCol="0" anchor="ctr"/>
            <a:lstStyle/>
            <a:p>
              <a:endParaRPr lang="en-US"/>
            </a:p>
          </p:txBody>
        </p:sp>
        <p:sp>
          <p:nvSpPr>
            <p:cNvPr id="69" name="Freeform 68">
              <a:extLst>
                <a:ext uri="{FF2B5EF4-FFF2-40B4-BE49-F238E27FC236}">
                  <a16:creationId xmlns:a16="http://schemas.microsoft.com/office/drawing/2014/main" id="{D20B3B56-C4E0-D562-5F0D-6F0876F5EE6A}"/>
                </a:ext>
              </a:extLst>
            </p:cNvPr>
            <p:cNvSpPr/>
            <p:nvPr/>
          </p:nvSpPr>
          <p:spPr>
            <a:xfrm>
              <a:off x="-812795" y="2984816"/>
              <a:ext cx="288893" cy="38100"/>
            </a:xfrm>
            <a:custGeom>
              <a:avLst/>
              <a:gdLst>
                <a:gd name="connsiteX0" fmla="*/ 269843 w 288893"/>
                <a:gd name="connsiteY0" fmla="*/ 38100 h 38100"/>
                <a:gd name="connsiteX1" fmla="*/ 19050 w 288893"/>
                <a:gd name="connsiteY1" fmla="*/ 38100 h 38100"/>
                <a:gd name="connsiteX2" fmla="*/ 0 w 288893"/>
                <a:gd name="connsiteY2" fmla="*/ 19050 h 38100"/>
                <a:gd name="connsiteX3" fmla="*/ 19050 w 288893"/>
                <a:gd name="connsiteY3" fmla="*/ 0 h 38100"/>
                <a:gd name="connsiteX4" fmla="*/ 269843 w 288893"/>
                <a:gd name="connsiteY4" fmla="*/ 0 h 38100"/>
                <a:gd name="connsiteX5" fmla="*/ 288893 w 288893"/>
                <a:gd name="connsiteY5" fmla="*/ 19050 h 38100"/>
                <a:gd name="connsiteX6" fmla="*/ 269843 w 288893"/>
                <a:gd name="connsiteY6" fmla="*/ 3810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8893" h="38100">
                  <a:moveTo>
                    <a:pt x="269843" y="38100"/>
                  </a:moveTo>
                  <a:lnTo>
                    <a:pt x="19050" y="38100"/>
                  </a:lnTo>
                  <a:cubicBezTo>
                    <a:pt x="8572" y="38100"/>
                    <a:pt x="0" y="29527"/>
                    <a:pt x="0" y="19050"/>
                  </a:cubicBezTo>
                  <a:cubicBezTo>
                    <a:pt x="0" y="8573"/>
                    <a:pt x="8572" y="0"/>
                    <a:pt x="19050" y="0"/>
                  </a:cubicBezTo>
                  <a:lnTo>
                    <a:pt x="269843" y="0"/>
                  </a:lnTo>
                  <a:cubicBezTo>
                    <a:pt x="280321" y="0"/>
                    <a:pt x="288893" y="8573"/>
                    <a:pt x="288893" y="19050"/>
                  </a:cubicBezTo>
                  <a:cubicBezTo>
                    <a:pt x="288893" y="29527"/>
                    <a:pt x="280321" y="38100"/>
                    <a:pt x="269843" y="38100"/>
                  </a:cubicBezTo>
                  <a:close/>
                </a:path>
              </a:pathLst>
            </a:custGeom>
            <a:grpFill/>
            <a:ln w="9525" cap="flat">
              <a:noFill/>
              <a:prstDash val="solid"/>
              <a:miter/>
            </a:ln>
          </p:spPr>
          <p:txBody>
            <a:bodyPr rtlCol="0" anchor="ctr"/>
            <a:lstStyle/>
            <a:p>
              <a:endParaRPr lang="en-US"/>
            </a:p>
          </p:txBody>
        </p:sp>
        <p:sp>
          <p:nvSpPr>
            <p:cNvPr id="70" name="Freeform 69">
              <a:extLst>
                <a:ext uri="{FF2B5EF4-FFF2-40B4-BE49-F238E27FC236}">
                  <a16:creationId xmlns:a16="http://schemas.microsoft.com/office/drawing/2014/main" id="{A3EB13DF-2397-B403-653F-0A7544466994}"/>
                </a:ext>
              </a:extLst>
            </p:cNvPr>
            <p:cNvSpPr/>
            <p:nvPr/>
          </p:nvSpPr>
          <p:spPr>
            <a:xfrm>
              <a:off x="-458750" y="2985054"/>
              <a:ext cx="38100" cy="37861"/>
            </a:xfrm>
            <a:custGeom>
              <a:avLst/>
              <a:gdLst>
                <a:gd name="connsiteX0" fmla="*/ 18955 w 38100"/>
                <a:gd name="connsiteY0" fmla="*/ 37862 h 37861"/>
                <a:gd name="connsiteX1" fmla="*/ 5525 w 38100"/>
                <a:gd name="connsiteY1" fmla="*/ 32242 h 37861"/>
                <a:gd name="connsiteX2" fmla="*/ 0 w 38100"/>
                <a:gd name="connsiteY2" fmla="*/ 18812 h 37861"/>
                <a:gd name="connsiteX3" fmla="*/ 5525 w 38100"/>
                <a:gd name="connsiteY3" fmla="*/ 5286 h 37861"/>
                <a:gd name="connsiteX4" fmla="*/ 32480 w 38100"/>
                <a:gd name="connsiteY4" fmla="*/ 5286 h 37861"/>
                <a:gd name="connsiteX5" fmla="*/ 38100 w 38100"/>
                <a:gd name="connsiteY5" fmla="*/ 18812 h 37861"/>
                <a:gd name="connsiteX6" fmla="*/ 32480 w 38100"/>
                <a:gd name="connsiteY6" fmla="*/ 32242 h 37861"/>
                <a:gd name="connsiteX7" fmla="*/ 18955 w 38100"/>
                <a:gd name="connsiteY7" fmla="*/ 37862 h 37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100" h="37861">
                  <a:moveTo>
                    <a:pt x="18955" y="37862"/>
                  </a:moveTo>
                  <a:cubicBezTo>
                    <a:pt x="13907" y="37862"/>
                    <a:pt x="9049" y="35862"/>
                    <a:pt x="5525" y="32242"/>
                  </a:cubicBezTo>
                  <a:cubicBezTo>
                    <a:pt x="2000" y="28718"/>
                    <a:pt x="0" y="23765"/>
                    <a:pt x="0" y="18812"/>
                  </a:cubicBezTo>
                  <a:cubicBezTo>
                    <a:pt x="0" y="13859"/>
                    <a:pt x="2000" y="8906"/>
                    <a:pt x="5525" y="5286"/>
                  </a:cubicBezTo>
                  <a:cubicBezTo>
                    <a:pt x="12668" y="-1762"/>
                    <a:pt x="25337" y="-1762"/>
                    <a:pt x="32480" y="5286"/>
                  </a:cubicBezTo>
                  <a:cubicBezTo>
                    <a:pt x="36004" y="8811"/>
                    <a:pt x="38100" y="13764"/>
                    <a:pt x="38100" y="18812"/>
                  </a:cubicBezTo>
                  <a:cubicBezTo>
                    <a:pt x="38100" y="23860"/>
                    <a:pt x="36100" y="28718"/>
                    <a:pt x="32480" y="32242"/>
                  </a:cubicBezTo>
                  <a:cubicBezTo>
                    <a:pt x="28956" y="35766"/>
                    <a:pt x="24003" y="37862"/>
                    <a:pt x="18955" y="37862"/>
                  </a:cubicBezTo>
                  <a:close/>
                </a:path>
              </a:pathLst>
            </a:custGeom>
            <a:grpFill/>
            <a:ln w="9525" cap="flat">
              <a:noFill/>
              <a:prstDash val="solid"/>
              <a:miter/>
            </a:ln>
          </p:spPr>
          <p:txBody>
            <a:bodyPr rtlCol="0" anchor="ctr"/>
            <a:lstStyle/>
            <a:p>
              <a:endParaRPr lang="en-US"/>
            </a:p>
          </p:txBody>
        </p:sp>
        <p:sp>
          <p:nvSpPr>
            <p:cNvPr id="71" name="Freeform 70">
              <a:extLst>
                <a:ext uri="{FF2B5EF4-FFF2-40B4-BE49-F238E27FC236}">
                  <a16:creationId xmlns:a16="http://schemas.microsoft.com/office/drawing/2014/main" id="{7509EF50-57F9-4871-F598-647D0CDD6A0A}"/>
                </a:ext>
              </a:extLst>
            </p:cNvPr>
            <p:cNvSpPr/>
            <p:nvPr/>
          </p:nvSpPr>
          <p:spPr>
            <a:xfrm>
              <a:off x="-812795" y="3518216"/>
              <a:ext cx="288893" cy="38100"/>
            </a:xfrm>
            <a:custGeom>
              <a:avLst/>
              <a:gdLst>
                <a:gd name="connsiteX0" fmla="*/ 269843 w 288893"/>
                <a:gd name="connsiteY0" fmla="*/ 38100 h 38100"/>
                <a:gd name="connsiteX1" fmla="*/ 19050 w 288893"/>
                <a:gd name="connsiteY1" fmla="*/ 38100 h 38100"/>
                <a:gd name="connsiteX2" fmla="*/ 0 w 288893"/>
                <a:gd name="connsiteY2" fmla="*/ 19050 h 38100"/>
                <a:gd name="connsiteX3" fmla="*/ 19050 w 288893"/>
                <a:gd name="connsiteY3" fmla="*/ 0 h 38100"/>
                <a:gd name="connsiteX4" fmla="*/ 269843 w 288893"/>
                <a:gd name="connsiteY4" fmla="*/ 0 h 38100"/>
                <a:gd name="connsiteX5" fmla="*/ 288893 w 288893"/>
                <a:gd name="connsiteY5" fmla="*/ 19050 h 38100"/>
                <a:gd name="connsiteX6" fmla="*/ 269843 w 288893"/>
                <a:gd name="connsiteY6" fmla="*/ 3810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8893" h="38100">
                  <a:moveTo>
                    <a:pt x="269843" y="38100"/>
                  </a:moveTo>
                  <a:lnTo>
                    <a:pt x="19050" y="38100"/>
                  </a:lnTo>
                  <a:cubicBezTo>
                    <a:pt x="8572" y="38100"/>
                    <a:pt x="0" y="29527"/>
                    <a:pt x="0" y="19050"/>
                  </a:cubicBezTo>
                  <a:cubicBezTo>
                    <a:pt x="0" y="8573"/>
                    <a:pt x="8572" y="0"/>
                    <a:pt x="19050" y="0"/>
                  </a:cubicBezTo>
                  <a:lnTo>
                    <a:pt x="269843" y="0"/>
                  </a:lnTo>
                  <a:cubicBezTo>
                    <a:pt x="280321" y="0"/>
                    <a:pt x="288893" y="8573"/>
                    <a:pt x="288893" y="19050"/>
                  </a:cubicBezTo>
                  <a:cubicBezTo>
                    <a:pt x="288893" y="29527"/>
                    <a:pt x="280321" y="38100"/>
                    <a:pt x="269843" y="38100"/>
                  </a:cubicBezTo>
                  <a:close/>
                </a:path>
              </a:pathLst>
            </a:custGeom>
            <a:grpFill/>
            <a:ln w="9525" cap="flat">
              <a:noFill/>
              <a:prstDash val="solid"/>
              <a:miter/>
            </a:ln>
          </p:spPr>
          <p:txBody>
            <a:bodyPr rtlCol="0" anchor="ctr"/>
            <a:lstStyle/>
            <a:p>
              <a:endParaRPr lang="en-US"/>
            </a:p>
          </p:txBody>
        </p:sp>
        <p:sp>
          <p:nvSpPr>
            <p:cNvPr id="72" name="Freeform 71">
              <a:extLst>
                <a:ext uri="{FF2B5EF4-FFF2-40B4-BE49-F238E27FC236}">
                  <a16:creationId xmlns:a16="http://schemas.microsoft.com/office/drawing/2014/main" id="{B9B25B9A-66F1-F2F5-625F-097329059DE1}"/>
                </a:ext>
              </a:extLst>
            </p:cNvPr>
            <p:cNvSpPr/>
            <p:nvPr/>
          </p:nvSpPr>
          <p:spPr>
            <a:xfrm>
              <a:off x="-458750" y="3518644"/>
              <a:ext cx="38100" cy="37766"/>
            </a:xfrm>
            <a:custGeom>
              <a:avLst/>
              <a:gdLst>
                <a:gd name="connsiteX0" fmla="*/ 18955 w 38100"/>
                <a:gd name="connsiteY0" fmla="*/ 37671 h 37766"/>
                <a:gd name="connsiteX1" fmla="*/ 5525 w 38100"/>
                <a:gd name="connsiteY1" fmla="*/ 32147 h 37766"/>
                <a:gd name="connsiteX2" fmla="*/ 3143 w 38100"/>
                <a:gd name="connsiteY2" fmla="*/ 29194 h 37766"/>
                <a:gd name="connsiteX3" fmla="*/ 1429 w 38100"/>
                <a:gd name="connsiteY3" fmla="*/ 25956 h 37766"/>
                <a:gd name="connsiteX4" fmla="*/ 381 w 38100"/>
                <a:gd name="connsiteY4" fmla="*/ 22431 h 37766"/>
                <a:gd name="connsiteX5" fmla="*/ 0 w 38100"/>
                <a:gd name="connsiteY5" fmla="*/ 18717 h 37766"/>
                <a:gd name="connsiteX6" fmla="*/ 5525 w 38100"/>
                <a:gd name="connsiteY6" fmla="*/ 5286 h 37766"/>
                <a:gd name="connsiteX7" fmla="*/ 32480 w 38100"/>
                <a:gd name="connsiteY7" fmla="*/ 5286 h 37766"/>
                <a:gd name="connsiteX8" fmla="*/ 38100 w 38100"/>
                <a:gd name="connsiteY8" fmla="*/ 18717 h 37766"/>
                <a:gd name="connsiteX9" fmla="*/ 32480 w 38100"/>
                <a:gd name="connsiteY9" fmla="*/ 32242 h 37766"/>
                <a:gd name="connsiteX10" fmla="*/ 18955 w 38100"/>
                <a:gd name="connsiteY10" fmla="*/ 37767 h 37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100" h="37766">
                  <a:moveTo>
                    <a:pt x="18955" y="37671"/>
                  </a:moveTo>
                  <a:cubicBezTo>
                    <a:pt x="13907" y="37671"/>
                    <a:pt x="9049" y="35671"/>
                    <a:pt x="5525" y="32147"/>
                  </a:cubicBezTo>
                  <a:cubicBezTo>
                    <a:pt x="4667" y="31290"/>
                    <a:pt x="3810" y="30242"/>
                    <a:pt x="3143" y="29194"/>
                  </a:cubicBezTo>
                  <a:cubicBezTo>
                    <a:pt x="2477" y="28146"/>
                    <a:pt x="1905" y="27099"/>
                    <a:pt x="1429" y="25956"/>
                  </a:cubicBezTo>
                  <a:cubicBezTo>
                    <a:pt x="953" y="24813"/>
                    <a:pt x="571" y="23574"/>
                    <a:pt x="381" y="22431"/>
                  </a:cubicBezTo>
                  <a:cubicBezTo>
                    <a:pt x="95" y="21193"/>
                    <a:pt x="0" y="19955"/>
                    <a:pt x="0" y="18717"/>
                  </a:cubicBezTo>
                  <a:cubicBezTo>
                    <a:pt x="0" y="13668"/>
                    <a:pt x="2000" y="8811"/>
                    <a:pt x="5525" y="5286"/>
                  </a:cubicBezTo>
                  <a:cubicBezTo>
                    <a:pt x="12668" y="-1762"/>
                    <a:pt x="25432" y="-1762"/>
                    <a:pt x="32480" y="5286"/>
                  </a:cubicBezTo>
                  <a:cubicBezTo>
                    <a:pt x="36004" y="8811"/>
                    <a:pt x="38100" y="13764"/>
                    <a:pt x="38100" y="18717"/>
                  </a:cubicBezTo>
                  <a:cubicBezTo>
                    <a:pt x="38100" y="23670"/>
                    <a:pt x="36100" y="28623"/>
                    <a:pt x="32480" y="32242"/>
                  </a:cubicBezTo>
                  <a:cubicBezTo>
                    <a:pt x="28956" y="35766"/>
                    <a:pt x="24003" y="37767"/>
                    <a:pt x="18955" y="37767"/>
                  </a:cubicBezTo>
                  <a:close/>
                </a:path>
              </a:pathLst>
            </a:custGeom>
            <a:grpFill/>
            <a:ln w="9525" cap="flat">
              <a:noFill/>
              <a:prstDash val="solid"/>
              <a:miter/>
            </a:ln>
          </p:spPr>
          <p:txBody>
            <a:bodyPr rtlCol="0" anchor="ctr"/>
            <a:lstStyle/>
            <a:p>
              <a:endParaRPr lang="en-US"/>
            </a:p>
          </p:txBody>
        </p:sp>
        <p:sp>
          <p:nvSpPr>
            <p:cNvPr id="73" name="Freeform 72">
              <a:extLst>
                <a:ext uri="{FF2B5EF4-FFF2-40B4-BE49-F238E27FC236}">
                  <a16:creationId xmlns:a16="http://schemas.microsoft.com/office/drawing/2014/main" id="{DF860637-A25F-251D-3383-FDF927042342}"/>
                </a:ext>
              </a:extLst>
            </p:cNvPr>
            <p:cNvSpPr/>
            <p:nvPr/>
          </p:nvSpPr>
          <p:spPr>
            <a:xfrm>
              <a:off x="-812795" y="4061141"/>
              <a:ext cx="288893" cy="38100"/>
            </a:xfrm>
            <a:custGeom>
              <a:avLst/>
              <a:gdLst>
                <a:gd name="connsiteX0" fmla="*/ 269843 w 288893"/>
                <a:gd name="connsiteY0" fmla="*/ 38100 h 38100"/>
                <a:gd name="connsiteX1" fmla="*/ 19050 w 288893"/>
                <a:gd name="connsiteY1" fmla="*/ 38100 h 38100"/>
                <a:gd name="connsiteX2" fmla="*/ 0 w 288893"/>
                <a:gd name="connsiteY2" fmla="*/ 19050 h 38100"/>
                <a:gd name="connsiteX3" fmla="*/ 19050 w 288893"/>
                <a:gd name="connsiteY3" fmla="*/ 0 h 38100"/>
                <a:gd name="connsiteX4" fmla="*/ 269843 w 288893"/>
                <a:gd name="connsiteY4" fmla="*/ 0 h 38100"/>
                <a:gd name="connsiteX5" fmla="*/ 288893 w 288893"/>
                <a:gd name="connsiteY5" fmla="*/ 19050 h 38100"/>
                <a:gd name="connsiteX6" fmla="*/ 269843 w 288893"/>
                <a:gd name="connsiteY6" fmla="*/ 38100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8893" h="38100">
                  <a:moveTo>
                    <a:pt x="269843" y="38100"/>
                  </a:moveTo>
                  <a:lnTo>
                    <a:pt x="19050" y="38100"/>
                  </a:lnTo>
                  <a:cubicBezTo>
                    <a:pt x="8572" y="38100"/>
                    <a:pt x="0" y="29528"/>
                    <a:pt x="0" y="19050"/>
                  </a:cubicBezTo>
                  <a:cubicBezTo>
                    <a:pt x="0" y="8572"/>
                    <a:pt x="8572" y="0"/>
                    <a:pt x="19050" y="0"/>
                  </a:cubicBezTo>
                  <a:lnTo>
                    <a:pt x="269843" y="0"/>
                  </a:lnTo>
                  <a:cubicBezTo>
                    <a:pt x="280321" y="0"/>
                    <a:pt x="288893" y="8572"/>
                    <a:pt x="288893" y="19050"/>
                  </a:cubicBezTo>
                  <a:cubicBezTo>
                    <a:pt x="288893" y="29528"/>
                    <a:pt x="280321" y="38100"/>
                    <a:pt x="269843" y="38100"/>
                  </a:cubicBezTo>
                  <a:close/>
                </a:path>
              </a:pathLst>
            </a:custGeom>
            <a:grpFill/>
            <a:ln w="9525" cap="flat">
              <a:noFill/>
              <a:prstDash val="solid"/>
              <a:miter/>
            </a:ln>
          </p:spPr>
          <p:txBody>
            <a:bodyPr rtlCol="0" anchor="ctr"/>
            <a:lstStyle/>
            <a:p>
              <a:endParaRPr lang="en-US"/>
            </a:p>
          </p:txBody>
        </p:sp>
        <p:sp>
          <p:nvSpPr>
            <p:cNvPr id="74" name="Freeform 73">
              <a:extLst>
                <a:ext uri="{FF2B5EF4-FFF2-40B4-BE49-F238E27FC236}">
                  <a16:creationId xmlns:a16="http://schemas.microsoft.com/office/drawing/2014/main" id="{00E25C1B-8B66-4119-DA42-EF855E543BB2}"/>
                </a:ext>
              </a:extLst>
            </p:cNvPr>
            <p:cNvSpPr/>
            <p:nvPr/>
          </p:nvSpPr>
          <p:spPr>
            <a:xfrm>
              <a:off x="-458750" y="4061533"/>
              <a:ext cx="38100" cy="37802"/>
            </a:xfrm>
            <a:custGeom>
              <a:avLst/>
              <a:gdLst>
                <a:gd name="connsiteX0" fmla="*/ 18955 w 38100"/>
                <a:gd name="connsiteY0" fmla="*/ 37707 h 37802"/>
                <a:gd name="connsiteX1" fmla="*/ 5525 w 38100"/>
                <a:gd name="connsiteY1" fmla="*/ 32087 h 37802"/>
                <a:gd name="connsiteX2" fmla="*/ 0 w 38100"/>
                <a:gd name="connsiteY2" fmla="*/ 18657 h 37802"/>
                <a:gd name="connsiteX3" fmla="*/ 381 w 38100"/>
                <a:gd name="connsiteY3" fmla="*/ 14942 h 37802"/>
                <a:gd name="connsiteX4" fmla="*/ 1429 w 38100"/>
                <a:gd name="connsiteY4" fmla="*/ 11418 h 37802"/>
                <a:gd name="connsiteX5" fmla="*/ 3143 w 38100"/>
                <a:gd name="connsiteY5" fmla="*/ 8180 h 37802"/>
                <a:gd name="connsiteX6" fmla="*/ 5525 w 38100"/>
                <a:gd name="connsiteY6" fmla="*/ 5322 h 37802"/>
                <a:gd name="connsiteX7" fmla="*/ 32480 w 38100"/>
                <a:gd name="connsiteY7" fmla="*/ 5322 h 37802"/>
                <a:gd name="connsiteX8" fmla="*/ 38100 w 38100"/>
                <a:gd name="connsiteY8" fmla="*/ 18752 h 37802"/>
                <a:gd name="connsiteX9" fmla="*/ 32480 w 38100"/>
                <a:gd name="connsiteY9" fmla="*/ 32183 h 37802"/>
                <a:gd name="connsiteX10" fmla="*/ 18955 w 38100"/>
                <a:gd name="connsiteY10" fmla="*/ 37802 h 378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100" h="37802">
                  <a:moveTo>
                    <a:pt x="18955" y="37707"/>
                  </a:moveTo>
                  <a:cubicBezTo>
                    <a:pt x="13907" y="37707"/>
                    <a:pt x="9049" y="35707"/>
                    <a:pt x="5525" y="32087"/>
                  </a:cubicBezTo>
                  <a:cubicBezTo>
                    <a:pt x="2000" y="28563"/>
                    <a:pt x="0" y="23610"/>
                    <a:pt x="0" y="18657"/>
                  </a:cubicBezTo>
                  <a:cubicBezTo>
                    <a:pt x="0" y="17419"/>
                    <a:pt x="95" y="16181"/>
                    <a:pt x="381" y="14942"/>
                  </a:cubicBezTo>
                  <a:cubicBezTo>
                    <a:pt x="667" y="13704"/>
                    <a:pt x="953" y="12561"/>
                    <a:pt x="1429" y="11418"/>
                  </a:cubicBezTo>
                  <a:cubicBezTo>
                    <a:pt x="1905" y="10275"/>
                    <a:pt x="2477" y="9132"/>
                    <a:pt x="3143" y="8180"/>
                  </a:cubicBezTo>
                  <a:cubicBezTo>
                    <a:pt x="3810" y="7132"/>
                    <a:pt x="4667" y="6179"/>
                    <a:pt x="5525" y="5322"/>
                  </a:cubicBezTo>
                  <a:cubicBezTo>
                    <a:pt x="12668" y="-1822"/>
                    <a:pt x="25432" y="-1726"/>
                    <a:pt x="32480" y="5322"/>
                  </a:cubicBezTo>
                  <a:cubicBezTo>
                    <a:pt x="36004" y="8846"/>
                    <a:pt x="38100" y="13799"/>
                    <a:pt x="38100" y="18752"/>
                  </a:cubicBezTo>
                  <a:cubicBezTo>
                    <a:pt x="38100" y="23705"/>
                    <a:pt x="36100" y="28658"/>
                    <a:pt x="32480" y="32183"/>
                  </a:cubicBezTo>
                  <a:cubicBezTo>
                    <a:pt x="28956" y="35707"/>
                    <a:pt x="24003" y="37802"/>
                    <a:pt x="18955" y="37802"/>
                  </a:cubicBez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3803793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6C2E925-88A7-EBF0-2FA1-A0CF6895BE9F}"/>
              </a:ext>
            </a:extLst>
          </p:cNvPr>
          <p:cNvSpPr>
            <a:spLocks noGrp="1"/>
          </p:cNvSpPr>
          <p:nvPr>
            <p:ph idx="14"/>
          </p:nvPr>
        </p:nvSpPr>
        <p:spPr>
          <a:xfrm>
            <a:off x="7376832" y="2867565"/>
            <a:ext cx="2057400" cy="2512957"/>
          </a:xfrm>
        </p:spPr>
        <p:txBody>
          <a:bodyPr/>
          <a:lstStyle/>
          <a:p>
            <a:pPr marL="0" indent="0">
              <a:buNone/>
            </a:pPr>
            <a:r>
              <a:rPr lang="en-US">
                <a:sym typeface="BentonSans Medium"/>
              </a:rPr>
              <a:t>Text here</a:t>
            </a:r>
            <a:endParaRPr lang="en-US"/>
          </a:p>
        </p:txBody>
      </p:sp>
      <p:sp>
        <p:nvSpPr>
          <p:cNvPr id="2" name="Content Placeholder 1">
            <a:extLst>
              <a:ext uri="{FF2B5EF4-FFF2-40B4-BE49-F238E27FC236}">
                <a16:creationId xmlns:a16="http://schemas.microsoft.com/office/drawing/2014/main" id="{EAA2C5A9-1FEC-A26F-12A9-4327D2B4D481}"/>
              </a:ext>
            </a:extLst>
          </p:cNvPr>
          <p:cNvSpPr>
            <a:spLocks noGrp="1"/>
          </p:cNvSpPr>
          <p:nvPr>
            <p:ph idx="1"/>
          </p:nvPr>
        </p:nvSpPr>
        <p:spPr>
          <a:xfrm>
            <a:off x="448235" y="2867565"/>
            <a:ext cx="2057400" cy="2512957"/>
          </a:xfrm>
        </p:spPr>
        <p:txBody>
          <a:bodyPr/>
          <a:lstStyle/>
          <a:p>
            <a:pPr marL="9525" indent="0">
              <a:buNone/>
            </a:pPr>
            <a:r>
              <a:rPr lang="en-US">
                <a:sym typeface="BentonSans Medium"/>
              </a:rPr>
              <a:t>Text here</a:t>
            </a:r>
            <a:endParaRPr lang="en-US"/>
          </a:p>
        </p:txBody>
      </p:sp>
      <p:sp>
        <p:nvSpPr>
          <p:cNvPr id="5" name="Content Placeholder 4">
            <a:extLst>
              <a:ext uri="{FF2B5EF4-FFF2-40B4-BE49-F238E27FC236}">
                <a16:creationId xmlns:a16="http://schemas.microsoft.com/office/drawing/2014/main" id="{1E2D1BA4-2B60-93C3-D885-C59976BA250C}"/>
              </a:ext>
            </a:extLst>
          </p:cNvPr>
          <p:cNvSpPr>
            <a:spLocks noGrp="1"/>
          </p:cNvSpPr>
          <p:nvPr>
            <p:ph idx="12"/>
          </p:nvPr>
        </p:nvSpPr>
        <p:spPr>
          <a:xfrm>
            <a:off x="2757767" y="2867565"/>
            <a:ext cx="2057400" cy="2512957"/>
          </a:xfrm>
        </p:spPr>
        <p:txBody>
          <a:bodyPr/>
          <a:lstStyle/>
          <a:p>
            <a:pPr marL="0" indent="0">
              <a:buNone/>
            </a:pPr>
            <a:r>
              <a:rPr lang="en-US">
                <a:sym typeface="BentonSans Medium"/>
              </a:rPr>
              <a:t>Text here</a:t>
            </a:r>
            <a:endParaRPr lang="en-US"/>
          </a:p>
        </p:txBody>
      </p:sp>
      <p:sp>
        <p:nvSpPr>
          <p:cNvPr id="7" name="Content Placeholder 6">
            <a:extLst>
              <a:ext uri="{FF2B5EF4-FFF2-40B4-BE49-F238E27FC236}">
                <a16:creationId xmlns:a16="http://schemas.microsoft.com/office/drawing/2014/main" id="{3073936F-2817-C195-FFF7-5F24D1A1BE1E}"/>
              </a:ext>
            </a:extLst>
          </p:cNvPr>
          <p:cNvSpPr>
            <a:spLocks noGrp="1"/>
          </p:cNvSpPr>
          <p:nvPr>
            <p:ph idx="17"/>
          </p:nvPr>
        </p:nvSpPr>
        <p:spPr>
          <a:xfrm>
            <a:off x="5067299" y="2867565"/>
            <a:ext cx="2057400" cy="2512957"/>
          </a:xfrm>
        </p:spPr>
        <p:txBody>
          <a:bodyPr/>
          <a:lstStyle/>
          <a:p>
            <a:pPr marL="0" indent="0">
              <a:buNone/>
            </a:pPr>
            <a:r>
              <a:rPr lang="en-US">
                <a:sym typeface="BentonSans Medium"/>
              </a:rPr>
              <a:t>Text here</a:t>
            </a:r>
            <a:endParaRPr lang="en-US"/>
          </a:p>
        </p:txBody>
      </p:sp>
      <p:sp>
        <p:nvSpPr>
          <p:cNvPr id="4" name="Title 3"/>
          <p:cNvSpPr>
            <a:spLocks noGrp="1"/>
          </p:cNvSpPr>
          <p:nvPr>
            <p:ph type="title"/>
          </p:nvPr>
        </p:nvSpPr>
        <p:spPr>
          <a:xfrm>
            <a:off x="353010" y="264872"/>
            <a:ext cx="11496089" cy="454220"/>
          </a:xfrm>
        </p:spPr>
        <p:txBody>
          <a:bodyPr/>
          <a:lstStyle/>
          <a:p>
            <a:r>
              <a:rPr lang="en-US"/>
              <a:t>Sample Process</a:t>
            </a:r>
          </a:p>
        </p:txBody>
      </p:sp>
      <p:sp>
        <p:nvSpPr>
          <p:cNvPr id="8" name="Text Placeholder 7">
            <a:extLst>
              <a:ext uri="{FF2B5EF4-FFF2-40B4-BE49-F238E27FC236}">
                <a16:creationId xmlns:a16="http://schemas.microsoft.com/office/drawing/2014/main" id="{DB9FA484-CC3C-BB11-0206-9EC2B875873D}"/>
              </a:ext>
            </a:extLst>
          </p:cNvPr>
          <p:cNvSpPr>
            <a:spLocks noGrp="1"/>
          </p:cNvSpPr>
          <p:nvPr>
            <p:ph type="body" sz="quarter" idx="18"/>
          </p:nvPr>
        </p:nvSpPr>
        <p:spPr>
          <a:xfrm>
            <a:off x="448235" y="2011680"/>
            <a:ext cx="2057400" cy="707926"/>
          </a:xfrm>
        </p:spPr>
        <p:txBody>
          <a:bodyPr/>
          <a:lstStyle/>
          <a:p>
            <a:r>
              <a:rPr lang="en-US">
                <a:sym typeface="BentonSans Medium"/>
              </a:rPr>
              <a:t>Heading</a:t>
            </a:r>
          </a:p>
        </p:txBody>
      </p:sp>
      <p:sp>
        <p:nvSpPr>
          <p:cNvPr id="9" name="Text Placeholder 8">
            <a:extLst>
              <a:ext uri="{FF2B5EF4-FFF2-40B4-BE49-F238E27FC236}">
                <a16:creationId xmlns:a16="http://schemas.microsoft.com/office/drawing/2014/main" id="{223522B3-E63A-D0A5-98FD-95F4F86D8EA0}"/>
              </a:ext>
            </a:extLst>
          </p:cNvPr>
          <p:cNvSpPr>
            <a:spLocks noGrp="1"/>
          </p:cNvSpPr>
          <p:nvPr>
            <p:ph type="body" sz="quarter" idx="19"/>
          </p:nvPr>
        </p:nvSpPr>
        <p:spPr>
          <a:xfrm>
            <a:off x="2757767" y="2011680"/>
            <a:ext cx="2057400" cy="707926"/>
          </a:xfrm>
        </p:spPr>
        <p:txBody>
          <a:bodyPr/>
          <a:lstStyle/>
          <a:p>
            <a:r>
              <a:rPr lang="en-US">
                <a:sym typeface="BentonSans Medium"/>
              </a:rPr>
              <a:t>Heading</a:t>
            </a:r>
          </a:p>
        </p:txBody>
      </p:sp>
      <p:sp>
        <p:nvSpPr>
          <p:cNvPr id="10" name="Text Placeholder 9">
            <a:extLst>
              <a:ext uri="{FF2B5EF4-FFF2-40B4-BE49-F238E27FC236}">
                <a16:creationId xmlns:a16="http://schemas.microsoft.com/office/drawing/2014/main" id="{35DC23A1-6450-7F3E-F3BD-1546F1CF5C14}"/>
              </a:ext>
            </a:extLst>
          </p:cNvPr>
          <p:cNvSpPr>
            <a:spLocks noGrp="1"/>
          </p:cNvSpPr>
          <p:nvPr>
            <p:ph type="body" sz="quarter" idx="20"/>
          </p:nvPr>
        </p:nvSpPr>
        <p:spPr>
          <a:xfrm>
            <a:off x="5067299" y="2011680"/>
            <a:ext cx="2057400" cy="707926"/>
          </a:xfrm>
        </p:spPr>
        <p:txBody>
          <a:bodyPr/>
          <a:lstStyle/>
          <a:p>
            <a:r>
              <a:rPr lang="en-US">
                <a:sym typeface="BentonSans Medium"/>
              </a:rPr>
              <a:t>Heading</a:t>
            </a:r>
          </a:p>
        </p:txBody>
      </p:sp>
      <p:sp>
        <p:nvSpPr>
          <p:cNvPr id="11" name="Text Placeholder 10">
            <a:extLst>
              <a:ext uri="{FF2B5EF4-FFF2-40B4-BE49-F238E27FC236}">
                <a16:creationId xmlns:a16="http://schemas.microsoft.com/office/drawing/2014/main" id="{B04948BD-1F1E-B698-97DF-EB1DBC96E97E}"/>
              </a:ext>
            </a:extLst>
          </p:cNvPr>
          <p:cNvSpPr>
            <a:spLocks noGrp="1"/>
          </p:cNvSpPr>
          <p:nvPr>
            <p:ph type="body" sz="quarter" idx="21"/>
          </p:nvPr>
        </p:nvSpPr>
        <p:spPr>
          <a:xfrm>
            <a:off x="7376831" y="2011680"/>
            <a:ext cx="2057400" cy="707926"/>
          </a:xfrm>
        </p:spPr>
        <p:txBody>
          <a:bodyPr/>
          <a:lstStyle/>
          <a:p>
            <a:r>
              <a:rPr lang="en-US">
                <a:sym typeface="BentonSans Medium"/>
              </a:rPr>
              <a:t>Heading</a:t>
            </a:r>
          </a:p>
        </p:txBody>
      </p:sp>
      <p:sp>
        <p:nvSpPr>
          <p:cNvPr id="12" name="Text Placeholder 11">
            <a:extLst>
              <a:ext uri="{FF2B5EF4-FFF2-40B4-BE49-F238E27FC236}">
                <a16:creationId xmlns:a16="http://schemas.microsoft.com/office/drawing/2014/main" id="{71BB8556-7312-7A8C-FABB-E31614768BDA}"/>
              </a:ext>
            </a:extLst>
          </p:cNvPr>
          <p:cNvSpPr>
            <a:spLocks noGrp="1"/>
          </p:cNvSpPr>
          <p:nvPr>
            <p:ph type="body" sz="quarter" idx="22"/>
          </p:nvPr>
        </p:nvSpPr>
        <p:spPr>
          <a:xfrm>
            <a:off x="9686365" y="2011680"/>
            <a:ext cx="2057400" cy="707926"/>
          </a:xfrm>
        </p:spPr>
        <p:txBody>
          <a:bodyPr/>
          <a:lstStyle/>
          <a:p>
            <a:r>
              <a:rPr lang="en-US">
                <a:sym typeface="BentonSans Medium"/>
              </a:rPr>
              <a:t>Heading</a:t>
            </a:r>
          </a:p>
        </p:txBody>
      </p:sp>
      <p:sp>
        <p:nvSpPr>
          <p:cNvPr id="13" name="Content Placeholder 12">
            <a:extLst>
              <a:ext uri="{FF2B5EF4-FFF2-40B4-BE49-F238E27FC236}">
                <a16:creationId xmlns:a16="http://schemas.microsoft.com/office/drawing/2014/main" id="{18768356-F612-2402-CEC5-53F1080598A7}"/>
              </a:ext>
            </a:extLst>
          </p:cNvPr>
          <p:cNvSpPr>
            <a:spLocks noGrp="1"/>
          </p:cNvSpPr>
          <p:nvPr>
            <p:ph idx="23"/>
          </p:nvPr>
        </p:nvSpPr>
        <p:spPr>
          <a:xfrm>
            <a:off x="9686365" y="2867565"/>
            <a:ext cx="2057400" cy="2512957"/>
          </a:xfrm>
        </p:spPr>
        <p:txBody>
          <a:bodyPr/>
          <a:lstStyle/>
          <a:p>
            <a:pPr marL="0" indent="0">
              <a:buNone/>
            </a:pPr>
            <a:r>
              <a:rPr lang="en-US">
                <a:sym typeface="BentonSans Medium"/>
              </a:rPr>
              <a:t>Text here</a:t>
            </a:r>
            <a:endParaRPr lang="en-US"/>
          </a:p>
        </p:txBody>
      </p:sp>
    </p:spTree>
    <p:extLst>
      <p:ext uri="{BB962C8B-B14F-4D97-AF65-F5344CB8AC3E}">
        <p14:creationId xmlns:p14="http://schemas.microsoft.com/office/powerpoint/2010/main" val="816205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 name="Picture Placeholder 125">
            <a:extLst>
              <a:ext uri="{FF2B5EF4-FFF2-40B4-BE49-F238E27FC236}">
                <a16:creationId xmlns:a16="http://schemas.microsoft.com/office/drawing/2014/main" id="{C0709906-651B-9EF6-2E03-1CDD7DECBAA0}"/>
              </a:ext>
            </a:extLst>
          </p:cNvPr>
          <p:cNvPicPr>
            <a:picLocks noGrp="1" noChangeAspect="1"/>
          </p:cNvPicPr>
          <p:nvPr>
            <p:ph type="pic" sz="quarter" idx="11"/>
          </p:nvPr>
        </p:nvPicPr>
        <p:blipFill rotWithShape="1">
          <a:blip r:embed="rId2" cstate="print">
            <a:extLst>
              <a:ext uri="{28A0092B-C50C-407E-A947-70E740481C1C}">
                <a14:useLocalDpi xmlns:a14="http://schemas.microsoft.com/office/drawing/2010/main"/>
              </a:ext>
            </a:extLst>
          </a:blip>
          <a:srcRect t="95" b="95"/>
          <a:stretch/>
        </p:blipFill>
        <p:spPr>
          <a:xfrm>
            <a:off x="342900" y="1562098"/>
            <a:ext cx="2651760" cy="2173407"/>
          </a:xfrm>
        </p:spPr>
      </p:pic>
      <p:pic>
        <p:nvPicPr>
          <p:cNvPr id="129" name="Picture Placeholder 128">
            <a:extLst>
              <a:ext uri="{FF2B5EF4-FFF2-40B4-BE49-F238E27FC236}">
                <a16:creationId xmlns:a16="http://schemas.microsoft.com/office/drawing/2014/main" id="{FA51E6B1-7DAA-7FDC-88AB-248F02803557}"/>
              </a:ext>
            </a:extLst>
          </p:cNvPr>
          <p:cNvPicPr>
            <a:picLocks noGrp="1" noChangeAspect="1"/>
          </p:cNvPicPr>
          <p:nvPr>
            <p:ph type="pic" sz="quarter" idx="13"/>
          </p:nvPr>
        </p:nvPicPr>
        <p:blipFill rotWithShape="1">
          <a:blip r:embed="rId3" cstate="print">
            <a:extLst>
              <a:ext uri="{28A0092B-C50C-407E-A947-70E740481C1C}">
                <a14:useLocalDpi xmlns:a14="http://schemas.microsoft.com/office/drawing/2010/main"/>
              </a:ext>
            </a:extLst>
          </a:blip>
          <a:srcRect t="95" b="95"/>
          <a:stretch/>
        </p:blipFill>
        <p:spPr>
          <a:xfrm>
            <a:off x="3293485" y="1562098"/>
            <a:ext cx="2651760" cy="2173407"/>
          </a:xfrm>
        </p:spPr>
      </p:pic>
      <p:pic>
        <p:nvPicPr>
          <p:cNvPr id="132" name="Picture Placeholder 131">
            <a:extLst>
              <a:ext uri="{FF2B5EF4-FFF2-40B4-BE49-F238E27FC236}">
                <a16:creationId xmlns:a16="http://schemas.microsoft.com/office/drawing/2014/main" id="{46BCB1DE-0BE2-64A0-EEC0-F5822EAA48A5}"/>
              </a:ext>
            </a:extLst>
          </p:cNvPr>
          <p:cNvPicPr>
            <a:picLocks noGrp="1" noChangeAspect="1"/>
          </p:cNvPicPr>
          <p:nvPr>
            <p:ph type="pic" sz="quarter" idx="16"/>
          </p:nvPr>
        </p:nvPicPr>
        <p:blipFill rotWithShape="1">
          <a:blip r:embed="rId4" cstate="print">
            <a:extLst>
              <a:ext uri="{28A0092B-C50C-407E-A947-70E740481C1C}">
                <a14:useLocalDpi xmlns:a14="http://schemas.microsoft.com/office/drawing/2010/main"/>
              </a:ext>
            </a:extLst>
          </a:blip>
          <a:srcRect t="125" b="125"/>
          <a:stretch/>
        </p:blipFill>
        <p:spPr>
          <a:xfrm>
            <a:off x="6244070" y="1562098"/>
            <a:ext cx="2651760" cy="2173407"/>
          </a:xfrm>
        </p:spPr>
      </p:pic>
      <p:pic>
        <p:nvPicPr>
          <p:cNvPr id="135" name="Picture Placeholder 134">
            <a:extLst>
              <a:ext uri="{FF2B5EF4-FFF2-40B4-BE49-F238E27FC236}">
                <a16:creationId xmlns:a16="http://schemas.microsoft.com/office/drawing/2014/main" id="{D73C0DB5-C469-682E-598B-7FE6910218CF}"/>
              </a:ext>
            </a:extLst>
          </p:cNvPr>
          <p:cNvPicPr>
            <a:picLocks noGrp="1" noChangeAspect="1"/>
          </p:cNvPicPr>
          <p:nvPr>
            <p:ph type="pic" sz="quarter" idx="15"/>
          </p:nvPr>
        </p:nvPicPr>
        <p:blipFill rotWithShape="1">
          <a:blip r:embed="rId5" cstate="print">
            <a:extLst>
              <a:ext uri="{28A0092B-C50C-407E-A947-70E740481C1C}">
                <a14:useLocalDpi xmlns:a14="http://schemas.microsoft.com/office/drawing/2010/main"/>
              </a:ext>
            </a:extLst>
          </a:blip>
          <a:srcRect t="95" b="95"/>
          <a:stretch/>
        </p:blipFill>
        <p:spPr>
          <a:xfrm>
            <a:off x="9194656" y="1562098"/>
            <a:ext cx="2651760" cy="2173407"/>
          </a:xfrm>
        </p:spPr>
      </p:pic>
      <p:sp>
        <p:nvSpPr>
          <p:cNvPr id="8" name="Content Placeholder 7">
            <a:extLst>
              <a:ext uri="{FF2B5EF4-FFF2-40B4-BE49-F238E27FC236}">
                <a16:creationId xmlns:a16="http://schemas.microsoft.com/office/drawing/2014/main" id="{76CB0DD5-962A-A6E5-99E7-AC4DA78E17C1}"/>
              </a:ext>
            </a:extLst>
          </p:cNvPr>
          <p:cNvSpPr>
            <a:spLocks noGrp="1"/>
          </p:cNvSpPr>
          <p:nvPr>
            <p:ph idx="14"/>
          </p:nvPr>
        </p:nvSpPr>
        <p:spPr>
          <a:xfrm>
            <a:off x="9297924" y="3735505"/>
            <a:ext cx="2468880" cy="1549026"/>
          </a:xfrm>
        </p:spPr>
        <p:txBody>
          <a:bodyPr/>
          <a:lstStyle/>
          <a:p>
            <a:pPr marL="0" indent="0">
              <a:buNone/>
            </a:pPr>
            <a:r>
              <a:rPr lang="en-US">
                <a:sym typeface="BentonSans Medium"/>
              </a:rPr>
              <a:t>Text Here</a:t>
            </a:r>
          </a:p>
        </p:txBody>
      </p:sp>
      <p:sp>
        <p:nvSpPr>
          <p:cNvPr id="4" name="Content Placeholder 3">
            <a:extLst>
              <a:ext uri="{FF2B5EF4-FFF2-40B4-BE49-F238E27FC236}">
                <a16:creationId xmlns:a16="http://schemas.microsoft.com/office/drawing/2014/main" id="{817A0AC5-B6A1-2D72-2988-E9493D2898E4}"/>
              </a:ext>
            </a:extLst>
          </p:cNvPr>
          <p:cNvSpPr>
            <a:spLocks noGrp="1"/>
          </p:cNvSpPr>
          <p:nvPr>
            <p:ph idx="1"/>
          </p:nvPr>
        </p:nvSpPr>
        <p:spPr>
          <a:xfrm>
            <a:off x="425196" y="3735505"/>
            <a:ext cx="2468880" cy="1549026"/>
          </a:xfrm>
        </p:spPr>
        <p:txBody>
          <a:bodyPr/>
          <a:lstStyle/>
          <a:p>
            <a:pPr marL="9525" indent="0">
              <a:buNone/>
            </a:pPr>
            <a:r>
              <a:rPr lang="en-US">
                <a:sym typeface="BentonSans Medium"/>
              </a:rPr>
              <a:t>Text Here</a:t>
            </a:r>
          </a:p>
        </p:txBody>
      </p:sp>
      <p:sp>
        <p:nvSpPr>
          <p:cNvPr id="6" name="Content Placeholder 5">
            <a:extLst>
              <a:ext uri="{FF2B5EF4-FFF2-40B4-BE49-F238E27FC236}">
                <a16:creationId xmlns:a16="http://schemas.microsoft.com/office/drawing/2014/main" id="{6D164136-9621-C204-FAF4-E5924CB30179}"/>
              </a:ext>
            </a:extLst>
          </p:cNvPr>
          <p:cNvSpPr>
            <a:spLocks noGrp="1"/>
          </p:cNvSpPr>
          <p:nvPr>
            <p:ph idx="12"/>
          </p:nvPr>
        </p:nvSpPr>
        <p:spPr>
          <a:xfrm>
            <a:off x="3382772" y="3735505"/>
            <a:ext cx="2468880" cy="1549026"/>
          </a:xfrm>
        </p:spPr>
        <p:txBody>
          <a:bodyPr/>
          <a:lstStyle/>
          <a:p>
            <a:pPr marL="0" indent="0">
              <a:buNone/>
            </a:pPr>
            <a:r>
              <a:rPr lang="en-US">
                <a:sym typeface="BentonSans Medium"/>
              </a:rPr>
              <a:t>Text Here</a:t>
            </a:r>
          </a:p>
        </p:txBody>
      </p:sp>
      <p:sp>
        <p:nvSpPr>
          <p:cNvPr id="11" name="Content Placeholder 10">
            <a:extLst>
              <a:ext uri="{FF2B5EF4-FFF2-40B4-BE49-F238E27FC236}">
                <a16:creationId xmlns:a16="http://schemas.microsoft.com/office/drawing/2014/main" id="{684D9C04-F840-8DAE-4E85-62F6F9275A36}"/>
              </a:ext>
            </a:extLst>
          </p:cNvPr>
          <p:cNvSpPr>
            <a:spLocks noGrp="1"/>
          </p:cNvSpPr>
          <p:nvPr>
            <p:ph idx="17"/>
          </p:nvPr>
        </p:nvSpPr>
        <p:spPr>
          <a:xfrm>
            <a:off x="6340348" y="3735505"/>
            <a:ext cx="2468880" cy="1549026"/>
          </a:xfrm>
        </p:spPr>
        <p:txBody>
          <a:bodyPr/>
          <a:lstStyle/>
          <a:p>
            <a:pPr marL="0" indent="0">
              <a:buNone/>
            </a:pPr>
            <a:r>
              <a:rPr lang="en-US">
                <a:sym typeface="BentonSans Medium"/>
              </a:rPr>
              <a:t>Text Here</a:t>
            </a:r>
          </a:p>
        </p:txBody>
      </p:sp>
      <p:sp>
        <p:nvSpPr>
          <p:cNvPr id="148" name="Title 147">
            <a:extLst>
              <a:ext uri="{FF2B5EF4-FFF2-40B4-BE49-F238E27FC236}">
                <a16:creationId xmlns:a16="http://schemas.microsoft.com/office/drawing/2014/main" id="{3EF88EC2-BB2A-604B-9BFF-21359619AD19}"/>
              </a:ext>
            </a:extLst>
          </p:cNvPr>
          <p:cNvSpPr>
            <a:spLocks noGrp="1"/>
          </p:cNvSpPr>
          <p:nvPr>
            <p:ph type="title"/>
          </p:nvPr>
        </p:nvSpPr>
        <p:spPr>
          <a:xfrm>
            <a:off x="353010" y="264872"/>
            <a:ext cx="11496089" cy="454220"/>
          </a:xfrm>
        </p:spPr>
        <p:txBody>
          <a:bodyPr/>
          <a:lstStyle/>
          <a:p>
            <a:r>
              <a:rPr lang="en-US"/>
              <a:t>Sample Process with Pictures</a:t>
            </a:r>
          </a:p>
        </p:txBody>
      </p:sp>
    </p:spTree>
    <p:extLst>
      <p:ext uri="{BB962C8B-B14F-4D97-AF65-F5344CB8AC3E}">
        <p14:creationId xmlns:p14="http://schemas.microsoft.com/office/powerpoint/2010/main" val="2152721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Sample Process: Flow Chart</a:t>
            </a:r>
          </a:p>
        </p:txBody>
      </p:sp>
      <p:sp>
        <p:nvSpPr>
          <p:cNvPr id="4" name="Pentagon 3"/>
          <p:cNvSpPr/>
          <p:nvPr/>
        </p:nvSpPr>
        <p:spPr>
          <a:xfrm>
            <a:off x="342900" y="1562100"/>
            <a:ext cx="2042883" cy="689272"/>
          </a:xfrm>
          <a:prstGeom prst="homePlate">
            <a:avLst>
              <a:gd name="adj" fmla="val 3125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Ins="228600" rtlCol="0" anchor="ctr"/>
          <a:lstStyle/>
          <a:p>
            <a:pPr>
              <a:lnSpc>
                <a:spcPct val="90000"/>
              </a:lnSpc>
            </a:pPr>
            <a:r>
              <a:rPr lang="en-US" sz="1400" b="1"/>
              <a:t>Text Here</a:t>
            </a:r>
          </a:p>
        </p:txBody>
      </p:sp>
      <p:sp>
        <p:nvSpPr>
          <p:cNvPr id="5" name="Pentagon 4"/>
          <p:cNvSpPr/>
          <p:nvPr/>
        </p:nvSpPr>
        <p:spPr>
          <a:xfrm>
            <a:off x="2704983" y="1562100"/>
            <a:ext cx="2042883" cy="689272"/>
          </a:xfrm>
          <a:prstGeom prst="homePlate">
            <a:avLst>
              <a:gd name="adj" fmla="val 3125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Ins="228600" rtlCol="0" anchor="ctr"/>
          <a:lstStyle/>
          <a:p>
            <a:pPr>
              <a:lnSpc>
                <a:spcPct val="90000"/>
              </a:lnSpc>
            </a:pPr>
            <a:r>
              <a:rPr lang="en-US" sz="1400" b="1"/>
              <a:t>Text Here</a:t>
            </a:r>
          </a:p>
        </p:txBody>
      </p:sp>
      <p:sp>
        <p:nvSpPr>
          <p:cNvPr id="6" name="Pentagon 5"/>
          <p:cNvSpPr/>
          <p:nvPr/>
        </p:nvSpPr>
        <p:spPr>
          <a:xfrm>
            <a:off x="5092542" y="1562100"/>
            <a:ext cx="2042883" cy="689272"/>
          </a:xfrm>
          <a:prstGeom prst="homePlate">
            <a:avLst>
              <a:gd name="adj" fmla="val 3125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Ins="228600" rtlCol="0" anchor="ctr"/>
          <a:lstStyle/>
          <a:p>
            <a:pPr>
              <a:lnSpc>
                <a:spcPct val="90000"/>
              </a:lnSpc>
            </a:pPr>
            <a:r>
              <a:rPr lang="en-US" sz="1400" b="1"/>
              <a:t>Text Here</a:t>
            </a:r>
          </a:p>
        </p:txBody>
      </p:sp>
      <p:sp>
        <p:nvSpPr>
          <p:cNvPr id="7" name="Pentagon 6"/>
          <p:cNvSpPr/>
          <p:nvPr/>
        </p:nvSpPr>
        <p:spPr>
          <a:xfrm>
            <a:off x="7429149" y="1562100"/>
            <a:ext cx="2042883" cy="689272"/>
          </a:xfrm>
          <a:prstGeom prst="homePlate">
            <a:avLst>
              <a:gd name="adj" fmla="val 3125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Ins="228600" rtlCol="0" anchor="ctr"/>
          <a:lstStyle/>
          <a:p>
            <a:pPr>
              <a:lnSpc>
                <a:spcPct val="90000"/>
              </a:lnSpc>
            </a:pPr>
            <a:r>
              <a:rPr lang="en-US" sz="1400" b="1"/>
              <a:t>Text Here</a:t>
            </a:r>
          </a:p>
        </p:txBody>
      </p:sp>
      <p:sp>
        <p:nvSpPr>
          <p:cNvPr id="8" name="Pentagon 7"/>
          <p:cNvSpPr/>
          <p:nvPr/>
        </p:nvSpPr>
        <p:spPr>
          <a:xfrm>
            <a:off x="9806217" y="1562100"/>
            <a:ext cx="2042883" cy="689272"/>
          </a:xfrm>
          <a:prstGeom prst="homePlate">
            <a:avLst>
              <a:gd name="adj" fmla="val 3125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Ins="228600" rtlCol="0" anchor="ctr"/>
          <a:lstStyle/>
          <a:p>
            <a:pPr>
              <a:lnSpc>
                <a:spcPct val="90000"/>
              </a:lnSpc>
            </a:pPr>
            <a:r>
              <a:rPr lang="en-US" sz="1400" b="1"/>
              <a:t>Text Here</a:t>
            </a:r>
          </a:p>
        </p:txBody>
      </p:sp>
      <p:sp>
        <p:nvSpPr>
          <p:cNvPr id="11" name="TextBox 10"/>
          <p:cNvSpPr txBox="1"/>
          <p:nvPr/>
        </p:nvSpPr>
        <p:spPr>
          <a:xfrm>
            <a:off x="342900" y="2392347"/>
            <a:ext cx="2042883" cy="3481032"/>
          </a:xfrm>
          <a:prstGeom prst="rect">
            <a:avLst/>
          </a:prstGeom>
          <a:noFill/>
        </p:spPr>
        <p:txBody>
          <a:bodyPr wrap="square" lIns="0" tIns="0" rIns="0" bIns="0" rtlCol="0">
            <a:noAutofit/>
          </a:bodyPr>
          <a:lstStyle/>
          <a:p>
            <a:pPr marL="176213" lvl="1" indent="-176213">
              <a:lnSpc>
                <a:spcPct val="90000"/>
              </a:lnSpc>
              <a:spcBef>
                <a:spcPts val="600"/>
              </a:spcBef>
              <a:buClr>
                <a:schemeClr val="accent6"/>
              </a:buClr>
              <a:buFont typeface="Arial" panose="020B0604020202020204" pitchFamily="34" charset="0"/>
              <a:buChar char="•"/>
            </a:pPr>
            <a:r>
              <a:rPr lang="en-US" sz="1400">
                <a:solidFill>
                  <a:srgbClr val="000000"/>
                </a:solidFill>
              </a:rPr>
              <a:t>Supporting text here</a:t>
            </a:r>
          </a:p>
          <a:p>
            <a:pPr marL="176213" lvl="1" indent="-176213">
              <a:lnSpc>
                <a:spcPct val="90000"/>
              </a:lnSpc>
              <a:spcBef>
                <a:spcPts val="600"/>
              </a:spcBef>
              <a:buClr>
                <a:schemeClr val="accent6"/>
              </a:buClr>
              <a:buFont typeface="Arial" panose="020B0604020202020204" pitchFamily="34" charset="0"/>
              <a:buChar char="•"/>
            </a:pPr>
            <a:r>
              <a:rPr lang="en-US" sz="1400">
                <a:solidFill>
                  <a:srgbClr val="000000"/>
                </a:solidFill>
              </a:rPr>
              <a:t>Supporting text here</a:t>
            </a:r>
          </a:p>
        </p:txBody>
      </p:sp>
      <p:sp>
        <p:nvSpPr>
          <p:cNvPr id="16" name="TextBox 15"/>
          <p:cNvSpPr txBox="1"/>
          <p:nvPr/>
        </p:nvSpPr>
        <p:spPr>
          <a:xfrm>
            <a:off x="2701836" y="2392347"/>
            <a:ext cx="2042883" cy="3481032"/>
          </a:xfrm>
          <a:prstGeom prst="rect">
            <a:avLst/>
          </a:prstGeom>
          <a:noFill/>
        </p:spPr>
        <p:txBody>
          <a:bodyPr wrap="square" lIns="0" tIns="0" rIns="0" bIns="0" rtlCol="0">
            <a:noAutofit/>
          </a:bodyPr>
          <a:lstStyle/>
          <a:p>
            <a:pPr marL="176213" lvl="1" indent="-176213">
              <a:lnSpc>
                <a:spcPct val="90000"/>
              </a:lnSpc>
              <a:spcBef>
                <a:spcPts val="600"/>
              </a:spcBef>
              <a:buClr>
                <a:schemeClr val="accent6"/>
              </a:buClr>
              <a:buFont typeface="Arial" panose="020B0604020202020204" pitchFamily="34" charset="0"/>
              <a:buChar char="•"/>
            </a:pPr>
            <a:r>
              <a:rPr lang="en-US" sz="1400">
                <a:solidFill>
                  <a:srgbClr val="000000"/>
                </a:solidFill>
              </a:rPr>
              <a:t>Supporting text here</a:t>
            </a:r>
          </a:p>
          <a:p>
            <a:pPr marL="176213" lvl="1" indent="-176213">
              <a:lnSpc>
                <a:spcPct val="90000"/>
              </a:lnSpc>
              <a:spcBef>
                <a:spcPts val="600"/>
              </a:spcBef>
              <a:buClr>
                <a:schemeClr val="accent6"/>
              </a:buClr>
              <a:buFont typeface="Arial" panose="020B0604020202020204" pitchFamily="34" charset="0"/>
              <a:buChar char="•"/>
            </a:pPr>
            <a:r>
              <a:rPr lang="en-US" sz="1400">
                <a:solidFill>
                  <a:srgbClr val="000000"/>
                </a:solidFill>
              </a:rPr>
              <a:t>Supporting text here</a:t>
            </a:r>
          </a:p>
        </p:txBody>
      </p:sp>
      <p:sp>
        <p:nvSpPr>
          <p:cNvPr id="17" name="TextBox 16"/>
          <p:cNvSpPr txBox="1"/>
          <p:nvPr/>
        </p:nvSpPr>
        <p:spPr>
          <a:xfrm>
            <a:off x="5060771" y="2392347"/>
            <a:ext cx="2042883" cy="3481032"/>
          </a:xfrm>
          <a:prstGeom prst="rect">
            <a:avLst/>
          </a:prstGeom>
          <a:noFill/>
        </p:spPr>
        <p:txBody>
          <a:bodyPr wrap="square" lIns="0" tIns="0" rIns="0" bIns="0" rtlCol="0">
            <a:noAutofit/>
          </a:bodyPr>
          <a:lstStyle/>
          <a:p>
            <a:pPr marL="176213" lvl="1" indent="-176213">
              <a:lnSpc>
                <a:spcPct val="90000"/>
              </a:lnSpc>
              <a:spcBef>
                <a:spcPts val="600"/>
              </a:spcBef>
              <a:buClr>
                <a:schemeClr val="accent6"/>
              </a:buClr>
              <a:buFont typeface="Arial" panose="020B0604020202020204" pitchFamily="34" charset="0"/>
              <a:buChar char="•"/>
            </a:pPr>
            <a:r>
              <a:rPr lang="en-US" sz="1400">
                <a:solidFill>
                  <a:srgbClr val="000000"/>
                </a:solidFill>
              </a:rPr>
              <a:t>Supporting text here</a:t>
            </a:r>
          </a:p>
          <a:p>
            <a:pPr marL="176213" lvl="1" indent="-176213">
              <a:lnSpc>
                <a:spcPct val="90000"/>
              </a:lnSpc>
              <a:spcBef>
                <a:spcPts val="600"/>
              </a:spcBef>
              <a:buClr>
                <a:schemeClr val="accent6"/>
              </a:buClr>
              <a:buFont typeface="Arial" panose="020B0604020202020204" pitchFamily="34" charset="0"/>
              <a:buChar char="•"/>
            </a:pPr>
            <a:r>
              <a:rPr lang="en-US" sz="1400">
                <a:solidFill>
                  <a:srgbClr val="000000"/>
                </a:solidFill>
              </a:rPr>
              <a:t>Supporting text here</a:t>
            </a:r>
          </a:p>
        </p:txBody>
      </p:sp>
      <p:sp>
        <p:nvSpPr>
          <p:cNvPr id="18" name="TextBox 17"/>
          <p:cNvSpPr txBox="1"/>
          <p:nvPr/>
        </p:nvSpPr>
        <p:spPr>
          <a:xfrm>
            <a:off x="7419707" y="2392347"/>
            <a:ext cx="2042883" cy="3481032"/>
          </a:xfrm>
          <a:prstGeom prst="rect">
            <a:avLst/>
          </a:prstGeom>
          <a:noFill/>
        </p:spPr>
        <p:txBody>
          <a:bodyPr wrap="square" lIns="0" tIns="0" rIns="0" bIns="0" rtlCol="0">
            <a:noAutofit/>
          </a:bodyPr>
          <a:lstStyle/>
          <a:p>
            <a:pPr marL="176213" lvl="1" indent="-176213">
              <a:lnSpc>
                <a:spcPct val="90000"/>
              </a:lnSpc>
              <a:spcBef>
                <a:spcPts val="600"/>
              </a:spcBef>
              <a:buClr>
                <a:schemeClr val="accent6"/>
              </a:buClr>
              <a:buFont typeface="Arial" panose="020B0604020202020204" pitchFamily="34" charset="0"/>
              <a:buChar char="•"/>
            </a:pPr>
            <a:r>
              <a:rPr lang="en-US" sz="1400">
                <a:solidFill>
                  <a:srgbClr val="000000"/>
                </a:solidFill>
              </a:rPr>
              <a:t>Supporting text here</a:t>
            </a:r>
          </a:p>
          <a:p>
            <a:pPr marL="176213" lvl="1" indent="-176213">
              <a:lnSpc>
                <a:spcPct val="90000"/>
              </a:lnSpc>
              <a:spcBef>
                <a:spcPts val="600"/>
              </a:spcBef>
              <a:buClr>
                <a:schemeClr val="accent6"/>
              </a:buClr>
              <a:buFont typeface="Arial" panose="020B0604020202020204" pitchFamily="34" charset="0"/>
              <a:buChar char="•"/>
            </a:pPr>
            <a:r>
              <a:rPr lang="en-US" sz="1400">
                <a:solidFill>
                  <a:srgbClr val="000000"/>
                </a:solidFill>
              </a:rPr>
              <a:t>Supporting text here</a:t>
            </a:r>
          </a:p>
        </p:txBody>
      </p:sp>
      <p:sp>
        <p:nvSpPr>
          <p:cNvPr id="19" name="TextBox 18"/>
          <p:cNvSpPr txBox="1"/>
          <p:nvPr/>
        </p:nvSpPr>
        <p:spPr>
          <a:xfrm>
            <a:off x="9778644" y="2392347"/>
            <a:ext cx="2042883" cy="3481032"/>
          </a:xfrm>
          <a:prstGeom prst="rect">
            <a:avLst/>
          </a:prstGeom>
          <a:noFill/>
        </p:spPr>
        <p:txBody>
          <a:bodyPr wrap="square" lIns="0" tIns="0" rIns="0" bIns="0" rtlCol="0">
            <a:noAutofit/>
          </a:bodyPr>
          <a:lstStyle/>
          <a:p>
            <a:pPr marL="176213" lvl="1" indent="-176213">
              <a:lnSpc>
                <a:spcPct val="90000"/>
              </a:lnSpc>
              <a:spcBef>
                <a:spcPts val="600"/>
              </a:spcBef>
              <a:buClr>
                <a:schemeClr val="accent6"/>
              </a:buClr>
              <a:buFont typeface="Arial" panose="020B0604020202020204" pitchFamily="34" charset="0"/>
              <a:buChar char="•"/>
            </a:pPr>
            <a:r>
              <a:rPr lang="en-US" sz="1400">
                <a:solidFill>
                  <a:srgbClr val="000000"/>
                </a:solidFill>
              </a:rPr>
              <a:t>Supporting text here</a:t>
            </a:r>
          </a:p>
          <a:p>
            <a:pPr marL="176213" lvl="1" indent="-176213">
              <a:lnSpc>
                <a:spcPct val="90000"/>
              </a:lnSpc>
              <a:spcBef>
                <a:spcPts val="600"/>
              </a:spcBef>
              <a:buClr>
                <a:schemeClr val="accent6"/>
              </a:buClr>
              <a:buFont typeface="Arial" panose="020B0604020202020204" pitchFamily="34" charset="0"/>
              <a:buChar char="•"/>
            </a:pPr>
            <a:r>
              <a:rPr lang="en-US" sz="1400">
                <a:solidFill>
                  <a:srgbClr val="000000"/>
                </a:solidFill>
              </a:rPr>
              <a:t>Supporting text here</a:t>
            </a:r>
          </a:p>
        </p:txBody>
      </p:sp>
    </p:spTree>
    <p:custDataLst>
      <p:tags r:id="rId1"/>
    </p:custDataLst>
    <p:extLst>
      <p:ext uri="{BB962C8B-B14F-4D97-AF65-F5344CB8AC3E}">
        <p14:creationId xmlns:p14="http://schemas.microsoft.com/office/powerpoint/2010/main" val="4266627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Sample Process: Flow Chart</a:t>
            </a:r>
          </a:p>
        </p:txBody>
      </p:sp>
      <p:sp>
        <p:nvSpPr>
          <p:cNvPr id="4" name="Pentagon 3"/>
          <p:cNvSpPr/>
          <p:nvPr/>
        </p:nvSpPr>
        <p:spPr>
          <a:xfrm>
            <a:off x="342899" y="1562100"/>
            <a:ext cx="3723665" cy="689272"/>
          </a:xfrm>
          <a:prstGeom prst="homePlate">
            <a:avLst>
              <a:gd name="adj" fmla="val 3125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Ins="228600" rtlCol="0" anchor="ctr"/>
          <a:lstStyle/>
          <a:p>
            <a:pPr>
              <a:lnSpc>
                <a:spcPct val="90000"/>
              </a:lnSpc>
            </a:pPr>
            <a:r>
              <a:rPr lang="en-US" sz="1400" b="1"/>
              <a:t>Text Here</a:t>
            </a:r>
          </a:p>
        </p:txBody>
      </p:sp>
      <p:sp>
        <p:nvSpPr>
          <p:cNvPr id="6" name="Pentagon 5"/>
          <p:cNvSpPr/>
          <p:nvPr/>
        </p:nvSpPr>
        <p:spPr>
          <a:xfrm>
            <a:off x="4229100" y="1562100"/>
            <a:ext cx="3736335" cy="689272"/>
          </a:xfrm>
          <a:prstGeom prst="homePlate">
            <a:avLst>
              <a:gd name="adj" fmla="val 3125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Ins="228600" rtlCol="0" anchor="ctr"/>
          <a:lstStyle/>
          <a:p>
            <a:pPr>
              <a:lnSpc>
                <a:spcPct val="90000"/>
              </a:lnSpc>
            </a:pPr>
            <a:r>
              <a:rPr lang="en-US" sz="1400" b="1"/>
              <a:t>Text Here</a:t>
            </a:r>
          </a:p>
        </p:txBody>
      </p:sp>
      <p:sp>
        <p:nvSpPr>
          <p:cNvPr id="8" name="Pentagon 7"/>
          <p:cNvSpPr/>
          <p:nvPr/>
        </p:nvSpPr>
        <p:spPr>
          <a:xfrm>
            <a:off x="8115300" y="1562100"/>
            <a:ext cx="3745689" cy="689272"/>
          </a:xfrm>
          <a:prstGeom prst="homePlate">
            <a:avLst>
              <a:gd name="adj" fmla="val 3125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Ins="228600" rtlCol="0" anchor="ctr"/>
          <a:lstStyle/>
          <a:p>
            <a:pPr>
              <a:lnSpc>
                <a:spcPct val="90000"/>
              </a:lnSpc>
            </a:pPr>
            <a:r>
              <a:rPr lang="en-US" sz="1400" b="1"/>
              <a:t>Text Here</a:t>
            </a:r>
          </a:p>
        </p:txBody>
      </p:sp>
      <p:sp>
        <p:nvSpPr>
          <p:cNvPr id="11" name="TextBox 10"/>
          <p:cNvSpPr txBox="1"/>
          <p:nvPr/>
        </p:nvSpPr>
        <p:spPr>
          <a:xfrm>
            <a:off x="342899" y="2392347"/>
            <a:ext cx="3658722" cy="1592254"/>
          </a:xfrm>
          <a:prstGeom prst="rect">
            <a:avLst/>
          </a:prstGeom>
          <a:noFill/>
        </p:spPr>
        <p:txBody>
          <a:bodyPr wrap="square" lIns="0" tIns="0" rIns="0" bIns="0" rtlCol="0">
            <a:noAutofit/>
          </a:bodyPr>
          <a:lstStyle/>
          <a:p>
            <a:pPr marL="176213" lvl="1" indent="-176213">
              <a:lnSpc>
                <a:spcPct val="90000"/>
              </a:lnSpc>
              <a:spcBef>
                <a:spcPts val="600"/>
              </a:spcBef>
              <a:buClr>
                <a:schemeClr val="accent6"/>
              </a:buClr>
              <a:buFont typeface="Arial" panose="020B0604020202020204" pitchFamily="34" charset="0"/>
              <a:buChar char="•"/>
            </a:pPr>
            <a:r>
              <a:rPr lang="en-US" sz="1400">
                <a:solidFill>
                  <a:srgbClr val="000000"/>
                </a:solidFill>
              </a:rPr>
              <a:t>Supporting text here</a:t>
            </a:r>
          </a:p>
          <a:p>
            <a:pPr marL="176213" lvl="1" indent="-176213">
              <a:lnSpc>
                <a:spcPct val="90000"/>
              </a:lnSpc>
              <a:spcBef>
                <a:spcPts val="600"/>
              </a:spcBef>
              <a:buClr>
                <a:schemeClr val="accent6"/>
              </a:buClr>
              <a:buFont typeface="Arial" panose="020B0604020202020204" pitchFamily="34" charset="0"/>
              <a:buChar char="•"/>
            </a:pPr>
            <a:r>
              <a:rPr lang="en-US" sz="1400">
                <a:solidFill>
                  <a:srgbClr val="000000"/>
                </a:solidFill>
              </a:rPr>
              <a:t>Supporting text here</a:t>
            </a:r>
          </a:p>
        </p:txBody>
      </p:sp>
      <p:sp>
        <p:nvSpPr>
          <p:cNvPr id="17" name="TextBox 16"/>
          <p:cNvSpPr txBox="1"/>
          <p:nvPr/>
        </p:nvSpPr>
        <p:spPr>
          <a:xfrm>
            <a:off x="4229322" y="2392347"/>
            <a:ext cx="3671256" cy="1592254"/>
          </a:xfrm>
          <a:prstGeom prst="rect">
            <a:avLst/>
          </a:prstGeom>
          <a:noFill/>
        </p:spPr>
        <p:txBody>
          <a:bodyPr wrap="square" lIns="0" tIns="0" rIns="0" bIns="0" rtlCol="0">
            <a:noAutofit/>
          </a:bodyPr>
          <a:lstStyle/>
          <a:p>
            <a:pPr marL="176213" lvl="1" indent="-176213">
              <a:lnSpc>
                <a:spcPct val="90000"/>
              </a:lnSpc>
              <a:spcBef>
                <a:spcPts val="600"/>
              </a:spcBef>
              <a:buClr>
                <a:schemeClr val="accent6"/>
              </a:buClr>
              <a:buFont typeface="Arial" panose="020B0604020202020204" pitchFamily="34" charset="0"/>
              <a:buChar char="•"/>
            </a:pPr>
            <a:r>
              <a:rPr lang="en-US" sz="1400">
                <a:solidFill>
                  <a:srgbClr val="000000"/>
                </a:solidFill>
              </a:rPr>
              <a:t>Supporting text here</a:t>
            </a:r>
          </a:p>
          <a:p>
            <a:pPr marL="176213" lvl="1" indent="-176213">
              <a:lnSpc>
                <a:spcPct val="90000"/>
              </a:lnSpc>
              <a:spcBef>
                <a:spcPts val="600"/>
              </a:spcBef>
              <a:buClr>
                <a:schemeClr val="accent6"/>
              </a:buClr>
              <a:buFont typeface="Arial" panose="020B0604020202020204" pitchFamily="34" charset="0"/>
              <a:buChar char="•"/>
            </a:pPr>
            <a:r>
              <a:rPr lang="en-US" sz="1400">
                <a:solidFill>
                  <a:srgbClr val="000000"/>
                </a:solidFill>
              </a:rPr>
              <a:t>Supporting text here</a:t>
            </a:r>
          </a:p>
        </p:txBody>
      </p:sp>
      <p:sp>
        <p:nvSpPr>
          <p:cNvPr id="19" name="TextBox 18"/>
          <p:cNvSpPr txBox="1"/>
          <p:nvPr/>
        </p:nvSpPr>
        <p:spPr>
          <a:xfrm>
            <a:off x="8115300" y="2392347"/>
            <a:ext cx="3680447" cy="1592254"/>
          </a:xfrm>
          <a:prstGeom prst="rect">
            <a:avLst/>
          </a:prstGeom>
          <a:noFill/>
        </p:spPr>
        <p:txBody>
          <a:bodyPr wrap="square" lIns="0" tIns="0" rIns="0" bIns="0" rtlCol="0">
            <a:noAutofit/>
          </a:bodyPr>
          <a:lstStyle/>
          <a:p>
            <a:pPr marL="176213" lvl="1" indent="-176213">
              <a:lnSpc>
                <a:spcPct val="90000"/>
              </a:lnSpc>
              <a:spcBef>
                <a:spcPts val="600"/>
              </a:spcBef>
              <a:buClr>
                <a:schemeClr val="accent6"/>
              </a:buClr>
              <a:buFont typeface="Arial" panose="020B0604020202020204" pitchFamily="34" charset="0"/>
              <a:buChar char="•"/>
            </a:pPr>
            <a:r>
              <a:rPr lang="en-US" sz="1400">
                <a:solidFill>
                  <a:srgbClr val="000000"/>
                </a:solidFill>
              </a:rPr>
              <a:t>Supporting text here</a:t>
            </a:r>
          </a:p>
          <a:p>
            <a:pPr marL="176213" lvl="1" indent="-176213">
              <a:lnSpc>
                <a:spcPct val="90000"/>
              </a:lnSpc>
              <a:spcBef>
                <a:spcPts val="600"/>
              </a:spcBef>
              <a:buClr>
                <a:schemeClr val="accent6"/>
              </a:buClr>
              <a:buFont typeface="Arial" panose="020B0604020202020204" pitchFamily="34" charset="0"/>
              <a:buChar char="•"/>
            </a:pPr>
            <a:r>
              <a:rPr lang="en-US" sz="1400">
                <a:solidFill>
                  <a:srgbClr val="000000"/>
                </a:solidFill>
              </a:rPr>
              <a:t>Supporting text here</a:t>
            </a:r>
          </a:p>
        </p:txBody>
      </p:sp>
      <p:sp>
        <p:nvSpPr>
          <p:cNvPr id="14" name="Pentagon 13"/>
          <p:cNvSpPr/>
          <p:nvPr/>
        </p:nvSpPr>
        <p:spPr>
          <a:xfrm>
            <a:off x="342900" y="3731239"/>
            <a:ext cx="11518174" cy="689272"/>
          </a:xfrm>
          <a:prstGeom prst="homePlate">
            <a:avLst>
              <a:gd name="adj" fmla="val 3125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Ins="228600" rtlCol="0" anchor="ctr"/>
          <a:lstStyle/>
          <a:p>
            <a:pPr>
              <a:lnSpc>
                <a:spcPct val="90000"/>
              </a:lnSpc>
            </a:pPr>
            <a:r>
              <a:rPr lang="en-US" sz="1600" b="1"/>
              <a:t>Text Here</a:t>
            </a:r>
          </a:p>
        </p:txBody>
      </p:sp>
    </p:spTree>
    <p:extLst>
      <p:ext uri="{BB962C8B-B14F-4D97-AF65-F5344CB8AC3E}">
        <p14:creationId xmlns:p14="http://schemas.microsoft.com/office/powerpoint/2010/main" val="4601140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Sample Timeline: Chronological</a:t>
            </a:r>
          </a:p>
        </p:txBody>
      </p:sp>
      <p:sp>
        <p:nvSpPr>
          <p:cNvPr id="25" name="Line 32"/>
          <p:cNvSpPr>
            <a:spLocks noChangeShapeType="1"/>
          </p:cNvSpPr>
          <p:nvPr/>
        </p:nvSpPr>
        <p:spPr bwMode="auto">
          <a:xfrm flipV="1">
            <a:off x="1697160" y="2079464"/>
            <a:ext cx="0" cy="548640"/>
          </a:xfrm>
          <a:prstGeom prst="line">
            <a:avLst/>
          </a:prstGeom>
          <a:noFill/>
          <a:ln w="12700">
            <a:solidFill>
              <a:schemeClr val="tx1">
                <a:lumMod val="50000"/>
                <a:lumOff val="50000"/>
              </a:schemeClr>
            </a:solidFill>
            <a:round/>
            <a:headEnd/>
            <a:tailEnd/>
          </a:ln>
          <a:effectLst/>
        </p:spPr>
        <p:txBody>
          <a:bodyPr wrap="none" anchor="ctr"/>
          <a:lstStyle/>
          <a:p>
            <a:endParaRPr lang="en-US"/>
          </a:p>
        </p:txBody>
      </p:sp>
      <p:sp>
        <p:nvSpPr>
          <p:cNvPr id="26" name="TextBox 25"/>
          <p:cNvSpPr txBox="1"/>
          <p:nvPr/>
        </p:nvSpPr>
        <p:spPr>
          <a:xfrm>
            <a:off x="1658946" y="2728476"/>
            <a:ext cx="1428298" cy="528036"/>
          </a:xfrm>
          <a:prstGeom prst="rect">
            <a:avLst/>
          </a:prstGeom>
          <a:noFill/>
        </p:spPr>
        <p:txBody>
          <a:bodyPr wrap="square" lIns="0" tIns="0" rIns="0" bIns="0" rtlCol="0">
            <a:noAutofit/>
          </a:bodyPr>
          <a:lstStyle/>
          <a:p>
            <a:pPr defTabSz="430213">
              <a:lnSpc>
                <a:spcPct val="90000"/>
              </a:lnSpc>
              <a:spcBef>
                <a:spcPts val="600"/>
              </a:spcBef>
              <a:buSzPct val="100000"/>
            </a:pPr>
            <a:r>
              <a:rPr lang="en-US" sz="1400" b="1">
                <a:cs typeface="Arial" panose="020B0604020202020204" pitchFamily="34" charset="0"/>
              </a:rPr>
              <a:t>Heading</a:t>
            </a:r>
          </a:p>
          <a:p>
            <a:pPr defTabSz="430213">
              <a:lnSpc>
                <a:spcPct val="90000"/>
              </a:lnSpc>
              <a:spcBef>
                <a:spcPts val="600"/>
              </a:spcBef>
              <a:buSzPct val="100000"/>
            </a:pPr>
            <a:r>
              <a:rPr lang="en-US" sz="1400">
                <a:cs typeface="Arial" panose="020B0604020202020204" pitchFamily="34" charset="0"/>
              </a:rPr>
              <a:t>Details here</a:t>
            </a:r>
          </a:p>
        </p:txBody>
      </p:sp>
      <p:cxnSp>
        <p:nvCxnSpPr>
          <p:cNvPr id="11" name="Straight Arrow Connector 10"/>
          <p:cNvCxnSpPr>
            <a:cxnSpLocks/>
          </p:cNvCxnSpPr>
          <p:nvPr/>
        </p:nvCxnSpPr>
        <p:spPr>
          <a:xfrm>
            <a:off x="0" y="1916653"/>
            <a:ext cx="11849100" cy="13366"/>
          </a:xfrm>
          <a:prstGeom prst="straightConnector1">
            <a:avLst/>
          </a:prstGeom>
          <a:ln w="161925">
            <a:solidFill>
              <a:schemeClr val="accent6"/>
            </a:solidFill>
            <a:headEnd w="sm" len="sm"/>
            <a:tailEnd type="triangle" w="sm" len="sm"/>
          </a:ln>
          <a:effectLst/>
        </p:spPr>
        <p:style>
          <a:lnRef idx="2">
            <a:schemeClr val="accent1"/>
          </a:lnRef>
          <a:fillRef idx="0">
            <a:schemeClr val="accent1"/>
          </a:fillRef>
          <a:effectRef idx="1">
            <a:schemeClr val="accent1"/>
          </a:effectRef>
          <a:fontRef idx="minor">
            <a:schemeClr val="tx1"/>
          </a:fontRef>
        </p:style>
      </p:cxnSp>
      <p:sp>
        <p:nvSpPr>
          <p:cNvPr id="35" name="Oval 33"/>
          <p:cNvSpPr>
            <a:spLocks noChangeArrowheads="1"/>
          </p:cNvSpPr>
          <p:nvPr/>
        </p:nvSpPr>
        <p:spPr bwMode="gray">
          <a:xfrm>
            <a:off x="1641816" y="1877336"/>
            <a:ext cx="91440" cy="91440"/>
          </a:xfrm>
          <a:prstGeom prst="ellipse">
            <a:avLst/>
          </a:prstGeom>
          <a:noFill/>
          <a:ln w="19050" algn="ctr">
            <a:solidFill>
              <a:schemeClr val="bg1"/>
            </a:solidFill>
            <a:round/>
            <a:headEnd/>
            <a:tailEnd/>
          </a:ln>
          <a:effectLst/>
        </p:spPr>
        <p:txBody>
          <a:bodyPr wrap="none" anchor="ctr"/>
          <a:lstStyle/>
          <a:p>
            <a:pPr algn="ctr">
              <a:lnSpc>
                <a:spcPct val="90000"/>
              </a:lnSpc>
              <a:spcBef>
                <a:spcPct val="50000"/>
              </a:spcBef>
            </a:pPr>
            <a:endParaRPr lang="en-US" sz="2400" b="1">
              <a:solidFill>
                <a:srgbClr val="000000"/>
              </a:solidFill>
            </a:endParaRPr>
          </a:p>
        </p:txBody>
      </p:sp>
      <p:sp>
        <p:nvSpPr>
          <p:cNvPr id="44" name="TextBox 43"/>
          <p:cNvSpPr txBox="1"/>
          <p:nvPr/>
        </p:nvSpPr>
        <p:spPr>
          <a:xfrm>
            <a:off x="1199386" y="1567286"/>
            <a:ext cx="995549" cy="277055"/>
          </a:xfrm>
          <a:prstGeom prst="rect">
            <a:avLst/>
          </a:prstGeom>
          <a:noFill/>
        </p:spPr>
        <p:txBody>
          <a:bodyPr wrap="square" lIns="0" tIns="0" rIns="0" bIns="0" rtlCol="0">
            <a:noAutofit/>
          </a:bodyPr>
          <a:lstStyle/>
          <a:p>
            <a:pPr algn="ctr" defTabSz="430213">
              <a:lnSpc>
                <a:spcPct val="90000"/>
              </a:lnSpc>
              <a:spcBef>
                <a:spcPts val="600"/>
              </a:spcBef>
              <a:buSzPct val="100000"/>
            </a:pPr>
            <a:r>
              <a:rPr lang="en-US" sz="1400" b="1">
                <a:solidFill>
                  <a:schemeClr val="accent6"/>
                </a:solidFill>
                <a:cs typeface="Arial" panose="020B0604020202020204" pitchFamily="34" charset="0"/>
              </a:rPr>
              <a:t>YEAR</a:t>
            </a:r>
            <a:endParaRPr lang="en-US" sz="1400">
              <a:solidFill>
                <a:schemeClr val="accent6"/>
              </a:solidFill>
              <a:cs typeface="Arial" panose="020B0604020202020204" pitchFamily="34" charset="0"/>
            </a:endParaRPr>
          </a:p>
        </p:txBody>
      </p:sp>
      <p:sp>
        <p:nvSpPr>
          <p:cNvPr id="45" name="Line 32"/>
          <p:cNvSpPr>
            <a:spLocks noChangeShapeType="1"/>
          </p:cNvSpPr>
          <p:nvPr/>
        </p:nvSpPr>
        <p:spPr bwMode="auto">
          <a:xfrm flipV="1">
            <a:off x="3293350" y="2079464"/>
            <a:ext cx="0" cy="548640"/>
          </a:xfrm>
          <a:prstGeom prst="line">
            <a:avLst/>
          </a:prstGeom>
          <a:noFill/>
          <a:ln w="12700">
            <a:solidFill>
              <a:schemeClr val="tx1">
                <a:lumMod val="50000"/>
                <a:lumOff val="50000"/>
              </a:schemeClr>
            </a:solidFill>
            <a:round/>
            <a:headEnd/>
            <a:tailEnd/>
          </a:ln>
          <a:effectLst/>
        </p:spPr>
        <p:txBody>
          <a:bodyPr wrap="none" anchor="ctr"/>
          <a:lstStyle/>
          <a:p>
            <a:endParaRPr lang="en-US"/>
          </a:p>
        </p:txBody>
      </p:sp>
      <p:sp>
        <p:nvSpPr>
          <p:cNvPr id="46" name="TextBox 45"/>
          <p:cNvSpPr txBox="1"/>
          <p:nvPr/>
        </p:nvSpPr>
        <p:spPr>
          <a:xfrm>
            <a:off x="3255136" y="2728476"/>
            <a:ext cx="1428298" cy="528036"/>
          </a:xfrm>
          <a:prstGeom prst="rect">
            <a:avLst/>
          </a:prstGeom>
          <a:noFill/>
        </p:spPr>
        <p:txBody>
          <a:bodyPr wrap="square" lIns="0" tIns="0" rIns="0" bIns="0" rtlCol="0">
            <a:noAutofit/>
          </a:bodyPr>
          <a:lstStyle/>
          <a:p>
            <a:pPr defTabSz="430213">
              <a:lnSpc>
                <a:spcPct val="90000"/>
              </a:lnSpc>
              <a:spcBef>
                <a:spcPts val="600"/>
              </a:spcBef>
              <a:buSzPct val="100000"/>
            </a:pPr>
            <a:r>
              <a:rPr lang="en-US" sz="1400" b="1">
                <a:cs typeface="Arial" panose="020B0604020202020204" pitchFamily="34" charset="0"/>
              </a:rPr>
              <a:t>Heading</a:t>
            </a:r>
          </a:p>
          <a:p>
            <a:pPr defTabSz="430213">
              <a:lnSpc>
                <a:spcPct val="90000"/>
              </a:lnSpc>
              <a:spcBef>
                <a:spcPts val="600"/>
              </a:spcBef>
              <a:buSzPct val="100000"/>
            </a:pPr>
            <a:r>
              <a:rPr lang="en-US" sz="1400">
                <a:cs typeface="Arial" panose="020B0604020202020204" pitchFamily="34" charset="0"/>
              </a:rPr>
              <a:t>Details here</a:t>
            </a:r>
          </a:p>
        </p:txBody>
      </p:sp>
      <p:sp>
        <p:nvSpPr>
          <p:cNvPr id="47" name="Oval 33"/>
          <p:cNvSpPr>
            <a:spLocks noChangeArrowheads="1"/>
          </p:cNvSpPr>
          <p:nvPr/>
        </p:nvSpPr>
        <p:spPr bwMode="gray">
          <a:xfrm>
            <a:off x="3238006" y="1877336"/>
            <a:ext cx="91440" cy="91440"/>
          </a:xfrm>
          <a:prstGeom prst="ellipse">
            <a:avLst/>
          </a:prstGeom>
          <a:noFill/>
          <a:ln w="19050" algn="ctr">
            <a:solidFill>
              <a:schemeClr val="bg1"/>
            </a:solidFill>
            <a:round/>
            <a:headEnd/>
            <a:tailEnd/>
          </a:ln>
          <a:effectLst/>
        </p:spPr>
        <p:txBody>
          <a:bodyPr wrap="none" anchor="ctr"/>
          <a:lstStyle/>
          <a:p>
            <a:pPr algn="ctr">
              <a:lnSpc>
                <a:spcPct val="90000"/>
              </a:lnSpc>
              <a:spcBef>
                <a:spcPct val="50000"/>
              </a:spcBef>
            </a:pPr>
            <a:endParaRPr lang="en-US" sz="2400" b="1">
              <a:solidFill>
                <a:srgbClr val="000000"/>
              </a:solidFill>
            </a:endParaRPr>
          </a:p>
        </p:txBody>
      </p:sp>
      <p:sp>
        <p:nvSpPr>
          <p:cNvPr id="48" name="TextBox 47"/>
          <p:cNvSpPr txBox="1"/>
          <p:nvPr/>
        </p:nvSpPr>
        <p:spPr>
          <a:xfrm>
            <a:off x="2795576" y="1567286"/>
            <a:ext cx="995549" cy="277055"/>
          </a:xfrm>
          <a:prstGeom prst="rect">
            <a:avLst/>
          </a:prstGeom>
          <a:noFill/>
        </p:spPr>
        <p:txBody>
          <a:bodyPr wrap="square" lIns="0" tIns="0" rIns="0" bIns="0" rtlCol="0">
            <a:noAutofit/>
          </a:bodyPr>
          <a:lstStyle/>
          <a:p>
            <a:pPr algn="ctr" defTabSz="430213">
              <a:lnSpc>
                <a:spcPct val="90000"/>
              </a:lnSpc>
              <a:spcBef>
                <a:spcPts val="600"/>
              </a:spcBef>
              <a:buSzPct val="100000"/>
            </a:pPr>
            <a:r>
              <a:rPr lang="en-US" sz="1400" b="1">
                <a:solidFill>
                  <a:schemeClr val="accent6"/>
                </a:solidFill>
                <a:cs typeface="Arial" panose="020B0604020202020204" pitchFamily="34" charset="0"/>
              </a:rPr>
              <a:t>YEAR</a:t>
            </a:r>
            <a:endParaRPr lang="en-US" sz="1400">
              <a:solidFill>
                <a:schemeClr val="accent6"/>
              </a:solidFill>
              <a:cs typeface="Arial" panose="020B0604020202020204" pitchFamily="34" charset="0"/>
            </a:endParaRPr>
          </a:p>
        </p:txBody>
      </p:sp>
      <p:sp>
        <p:nvSpPr>
          <p:cNvPr id="49" name="Line 32"/>
          <p:cNvSpPr>
            <a:spLocks noChangeShapeType="1"/>
          </p:cNvSpPr>
          <p:nvPr/>
        </p:nvSpPr>
        <p:spPr bwMode="auto">
          <a:xfrm flipV="1">
            <a:off x="4887180" y="2079464"/>
            <a:ext cx="0" cy="548640"/>
          </a:xfrm>
          <a:prstGeom prst="line">
            <a:avLst/>
          </a:prstGeom>
          <a:noFill/>
          <a:ln w="12700">
            <a:solidFill>
              <a:schemeClr val="tx1">
                <a:lumMod val="50000"/>
                <a:lumOff val="50000"/>
              </a:schemeClr>
            </a:solidFill>
            <a:round/>
            <a:headEnd/>
            <a:tailEnd/>
          </a:ln>
          <a:effectLst/>
        </p:spPr>
        <p:txBody>
          <a:bodyPr wrap="none" anchor="ctr"/>
          <a:lstStyle/>
          <a:p>
            <a:endParaRPr lang="en-US"/>
          </a:p>
        </p:txBody>
      </p:sp>
      <p:sp>
        <p:nvSpPr>
          <p:cNvPr id="50" name="TextBox 49"/>
          <p:cNvSpPr txBox="1"/>
          <p:nvPr/>
        </p:nvSpPr>
        <p:spPr>
          <a:xfrm>
            <a:off x="4848966" y="2728476"/>
            <a:ext cx="1428298" cy="528036"/>
          </a:xfrm>
          <a:prstGeom prst="rect">
            <a:avLst/>
          </a:prstGeom>
          <a:noFill/>
        </p:spPr>
        <p:txBody>
          <a:bodyPr wrap="square" lIns="0" tIns="0" rIns="0" bIns="0" rtlCol="0">
            <a:noAutofit/>
          </a:bodyPr>
          <a:lstStyle/>
          <a:p>
            <a:pPr defTabSz="430213">
              <a:lnSpc>
                <a:spcPct val="90000"/>
              </a:lnSpc>
              <a:spcBef>
                <a:spcPts val="600"/>
              </a:spcBef>
              <a:buSzPct val="100000"/>
            </a:pPr>
            <a:r>
              <a:rPr lang="en-US" sz="1400" b="1">
                <a:cs typeface="Arial" panose="020B0604020202020204" pitchFamily="34" charset="0"/>
              </a:rPr>
              <a:t>Heading</a:t>
            </a:r>
          </a:p>
          <a:p>
            <a:pPr defTabSz="430213">
              <a:lnSpc>
                <a:spcPct val="90000"/>
              </a:lnSpc>
              <a:spcBef>
                <a:spcPts val="600"/>
              </a:spcBef>
              <a:buSzPct val="100000"/>
            </a:pPr>
            <a:r>
              <a:rPr lang="en-US" sz="1400">
                <a:cs typeface="Arial" panose="020B0604020202020204" pitchFamily="34" charset="0"/>
              </a:rPr>
              <a:t>Details here</a:t>
            </a:r>
          </a:p>
        </p:txBody>
      </p:sp>
      <p:sp>
        <p:nvSpPr>
          <p:cNvPr id="51" name="Oval 33"/>
          <p:cNvSpPr>
            <a:spLocks noChangeArrowheads="1"/>
          </p:cNvSpPr>
          <p:nvPr/>
        </p:nvSpPr>
        <p:spPr bwMode="gray">
          <a:xfrm>
            <a:off x="4831836" y="1877336"/>
            <a:ext cx="91440" cy="91440"/>
          </a:xfrm>
          <a:prstGeom prst="ellipse">
            <a:avLst/>
          </a:prstGeom>
          <a:noFill/>
          <a:ln w="19050" algn="ctr">
            <a:solidFill>
              <a:schemeClr val="bg1"/>
            </a:solidFill>
            <a:round/>
            <a:headEnd/>
            <a:tailEnd/>
          </a:ln>
          <a:effectLst/>
        </p:spPr>
        <p:txBody>
          <a:bodyPr wrap="none" anchor="ctr"/>
          <a:lstStyle/>
          <a:p>
            <a:pPr algn="ctr">
              <a:lnSpc>
                <a:spcPct val="90000"/>
              </a:lnSpc>
              <a:spcBef>
                <a:spcPct val="50000"/>
              </a:spcBef>
            </a:pPr>
            <a:endParaRPr lang="en-US" sz="2400" b="1">
              <a:solidFill>
                <a:srgbClr val="000000"/>
              </a:solidFill>
            </a:endParaRPr>
          </a:p>
        </p:txBody>
      </p:sp>
      <p:sp>
        <p:nvSpPr>
          <p:cNvPr id="52" name="TextBox 51"/>
          <p:cNvSpPr txBox="1"/>
          <p:nvPr/>
        </p:nvSpPr>
        <p:spPr>
          <a:xfrm>
            <a:off x="4389406" y="1567286"/>
            <a:ext cx="995549" cy="277055"/>
          </a:xfrm>
          <a:prstGeom prst="rect">
            <a:avLst/>
          </a:prstGeom>
          <a:noFill/>
        </p:spPr>
        <p:txBody>
          <a:bodyPr wrap="square" lIns="0" tIns="0" rIns="0" bIns="0" rtlCol="0">
            <a:noAutofit/>
          </a:bodyPr>
          <a:lstStyle/>
          <a:p>
            <a:pPr algn="ctr" defTabSz="430213">
              <a:lnSpc>
                <a:spcPct val="90000"/>
              </a:lnSpc>
              <a:spcBef>
                <a:spcPts val="600"/>
              </a:spcBef>
              <a:buSzPct val="100000"/>
            </a:pPr>
            <a:r>
              <a:rPr lang="en-US" sz="1400" b="1">
                <a:solidFill>
                  <a:schemeClr val="accent6"/>
                </a:solidFill>
                <a:cs typeface="Arial" panose="020B0604020202020204" pitchFamily="34" charset="0"/>
              </a:rPr>
              <a:t>YEAR</a:t>
            </a:r>
            <a:endParaRPr lang="en-US" sz="1400">
              <a:solidFill>
                <a:schemeClr val="accent6"/>
              </a:solidFill>
              <a:cs typeface="Arial" panose="020B0604020202020204" pitchFamily="34" charset="0"/>
            </a:endParaRPr>
          </a:p>
        </p:txBody>
      </p:sp>
      <p:sp>
        <p:nvSpPr>
          <p:cNvPr id="53" name="Line 32"/>
          <p:cNvSpPr>
            <a:spLocks noChangeShapeType="1"/>
          </p:cNvSpPr>
          <p:nvPr/>
        </p:nvSpPr>
        <p:spPr bwMode="auto">
          <a:xfrm flipV="1">
            <a:off x="6483370" y="2079464"/>
            <a:ext cx="0" cy="548640"/>
          </a:xfrm>
          <a:prstGeom prst="line">
            <a:avLst/>
          </a:prstGeom>
          <a:noFill/>
          <a:ln w="12700">
            <a:solidFill>
              <a:schemeClr val="tx1">
                <a:lumMod val="50000"/>
                <a:lumOff val="50000"/>
              </a:schemeClr>
            </a:solidFill>
            <a:round/>
            <a:headEnd/>
            <a:tailEnd/>
          </a:ln>
          <a:effectLst/>
        </p:spPr>
        <p:txBody>
          <a:bodyPr wrap="none" anchor="ctr"/>
          <a:lstStyle/>
          <a:p>
            <a:endParaRPr lang="en-US"/>
          </a:p>
        </p:txBody>
      </p:sp>
      <p:sp>
        <p:nvSpPr>
          <p:cNvPr id="54" name="TextBox 53"/>
          <p:cNvSpPr txBox="1"/>
          <p:nvPr/>
        </p:nvSpPr>
        <p:spPr>
          <a:xfrm>
            <a:off x="6445156" y="2728476"/>
            <a:ext cx="1428298" cy="528036"/>
          </a:xfrm>
          <a:prstGeom prst="rect">
            <a:avLst/>
          </a:prstGeom>
          <a:noFill/>
        </p:spPr>
        <p:txBody>
          <a:bodyPr wrap="square" lIns="0" tIns="0" rIns="0" bIns="0" rtlCol="0">
            <a:noAutofit/>
          </a:bodyPr>
          <a:lstStyle/>
          <a:p>
            <a:pPr defTabSz="430213">
              <a:lnSpc>
                <a:spcPct val="90000"/>
              </a:lnSpc>
              <a:spcBef>
                <a:spcPts val="600"/>
              </a:spcBef>
              <a:buSzPct val="100000"/>
            </a:pPr>
            <a:r>
              <a:rPr lang="en-US" sz="1400" b="1">
                <a:cs typeface="Arial" panose="020B0604020202020204" pitchFamily="34" charset="0"/>
              </a:rPr>
              <a:t>Heading</a:t>
            </a:r>
          </a:p>
          <a:p>
            <a:pPr defTabSz="430213">
              <a:lnSpc>
                <a:spcPct val="90000"/>
              </a:lnSpc>
              <a:spcBef>
                <a:spcPts val="600"/>
              </a:spcBef>
              <a:buSzPct val="100000"/>
            </a:pPr>
            <a:r>
              <a:rPr lang="en-US" sz="1400">
                <a:cs typeface="Arial" panose="020B0604020202020204" pitchFamily="34" charset="0"/>
              </a:rPr>
              <a:t>Details here</a:t>
            </a:r>
          </a:p>
        </p:txBody>
      </p:sp>
      <p:sp>
        <p:nvSpPr>
          <p:cNvPr id="55" name="Oval 33"/>
          <p:cNvSpPr>
            <a:spLocks noChangeArrowheads="1"/>
          </p:cNvSpPr>
          <p:nvPr/>
        </p:nvSpPr>
        <p:spPr bwMode="gray">
          <a:xfrm>
            <a:off x="6428026" y="1877336"/>
            <a:ext cx="91440" cy="91440"/>
          </a:xfrm>
          <a:prstGeom prst="ellipse">
            <a:avLst/>
          </a:prstGeom>
          <a:noFill/>
          <a:ln w="19050" algn="ctr">
            <a:solidFill>
              <a:schemeClr val="bg1"/>
            </a:solidFill>
            <a:round/>
            <a:headEnd/>
            <a:tailEnd/>
          </a:ln>
          <a:effectLst/>
        </p:spPr>
        <p:txBody>
          <a:bodyPr wrap="none" anchor="ctr"/>
          <a:lstStyle/>
          <a:p>
            <a:pPr algn="ctr">
              <a:lnSpc>
                <a:spcPct val="90000"/>
              </a:lnSpc>
              <a:spcBef>
                <a:spcPct val="50000"/>
              </a:spcBef>
            </a:pPr>
            <a:endParaRPr lang="en-US" sz="2400" b="1">
              <a:solidFill>
                <a:srgbClr val="000000"/>
              </a:solidFill>
            </a:endParaRPr>
          </a:p>
        </p:txBody>
      </p:sp>
      <p:sp>
        <p:nvSpPr>
          <p:cNvPr id="56" name="TextBox 55"/>
          <p:cNvSpPr txBox="1"/>
          <p:nvPr/>
        </p:nvSpPr>
        <p:spPr>
          <a:xfrm>
            <a:off x="5985596" y="1567286"/>
            <a:ext cx="995549" cy="277055"/>
          </a:xfrm>
          <a:prstGeom prst="rect">
            <a:avLst/>
          </a:prstGeom>
          <a:noFill/>
        </p:spPr>
        <p:txBody>
          <a:bodyPr wrap="square" lIns="0" tIns="0" rIns="0" bIns="0" rtlCol="0">
            <a:noAutofit/>
          </a:bodyPr>
          <a:lstStyle/>
          <a:p>
            <a:pPr algn="ctr" defTabSz="430213">
              <a:lnSpc>
                <a:spcPct val="90000"/>
              </a:lnSpc>
              <a:spcBef>
                <a:spcPts val="600"/>
              </a:spcBef>
              <a:buSzPct val="100000"/>
            </a:pPr>
            <a:r>
              <a:rPr lang="en-US" sz="1400" b="1">
                <a:solidFill>
                  <a:schemeClr val="accent6"/>
                </a:solidFill>
                <a:cs typeface="Arial" panose="020B0604020202020204" pitchFamily="34" charset="0"/>
              </a:rPr>
              <a:t>YEAR</a:t>
            </a:r>
            <a:endParaRPr lang="en-US" sz="1400">
              <a:solidFill>
                <a:schemeClr val="accent6"/>
              </a:solidFill>
              <a:cs typeface="Arial" panose="020B0604020202020204" pitchFamily="34" charset="0"/>
            </a:endParaRPr>
          </a:p>
        </p:txBody>
      </p:sp>
      <p:sp>
        <p:nvSpPr>
          <p:cNvPr id="57" name="Line 32"/>
          <p:cNvSpPr>
            <a:spLocks noChangeShapeType="1"/>
          </p:cNvSpPr>
          <p:nvPr/>
        </p:nvSpPr>
        <p:spPr bwMode="auto">
          <a:xfrm flipV="1">
            <a:off x="8107854" y="2079464"/>
            <a:ext cx="0" cy="548640"/>
          </a:xfrm>
          <a:prstGeom prst="line">
            <a:avLst/>
          </a:prstGeom>
          <a:noFill/>
          <a:ln w="12700">
            <a:solidFill>
              <a:schemeClr val="tx1">
                <a:lumMod val="50000"/>
                <a:lumOff val="50000"/>
              </a:schemeClr>
            </a:solidFill>
            <a:round/>
            <a:headEnd/>
            <a:tailEnd/>
          </a:ln>
          <a:effectLst/>
        </p:spPr>
        <p:txBody>
          <a:bodyPr wrap="none" anchor="ctr"/>
          <a:lstStyle/>
          <a:p>
            <a:endParaRPr lang="en-US"/>
          </a:p>
        </p:txBody>
      </p:sp>
      <p:sp>
        <p:nvSpPr>
          <p:cNvPr id="58" name="TextBox 57"/>
          <p:cNvSpPr txBox="1"/>
          <p:nvPr/>
        </p:nvSpPr>
        <p:spPr>
          <a:xfrm>
            <a:off x="8069640" y="2728476"/>
            <a:ext cx="1428298" cy="528036"/>
          </a:xfrm>
          <a:prstGeom prst="rect">
            <a:avLst/>
          </a:prstGeom>
          <a:noFill/>
        </p:spPr>
        <p:txBody>
          <a:bodyPr wrap="square" lIns="0" tIns="0" rIns="0" bIns="0" rtlCol="0">
            <a:noAutofit/>
          </a:bodyPr>
          <a:lstStyle/>
          <a:p>
            <a:pPr defTabSz="430213">
              <a:lnSpc>
                <a:spcPct val="90000"/>
              </a:lnSpc>
              <a:spcBef>
                <a:spcPts val="600"/>
              </a:spcBef>
              <a:buSzPct val="100000"/>
            </a:pPr>
            <a:r>
              <a:rPr lang="en-US" sz="1400" b="1">
                <a:cs typeface="Arial" panose="020B0604020202020204" pitchFamily="34" charset="0"/>
              </a:rPr>
              <a:t>Heading</a:t>
            </a:r>
          </a:p>
          <a:p>
            <a:pPr defTabSz="430213">
              <a:lnSpc>
                <a:spcPct val="90000"/>
              </a:lnSpc>
              <a:spcBef>
                <a:spcPts val="600"/>
              </a:spcBef>
              <a:buSzPct val="100000"/>
            </a:pPr>
            <a:r>
              <a:rPr lang="en-US" sz="1400">
                <a:cs typeface="Arial" panose="020B0604020202020204" pitchFamily="34" charset="0"/>
              </a:rPr>
              <a:t>Details here</a:t>
            </a:r>
          </a:p>
        </p:txBody>
      </p:sp>
      <p:sp>
        <p:nvSpPr>
          <p:cNvPr id="59" name="Oval 33"/>
          <p:cNvSpPr>
            <a:spLocks noChangeArrowheads="1"/>
          </p:cNvSpPr>
          <p:nvPr/>
        </p:nvSpPr>
        <p:spPr bwMode="gray">
          <a:xfrm>
            <a:off x="8052510" y="1877336"/>
            <a:ext cx="91440" cy="91440"/>
          </a:xfrm>
          <a:prstGeom prst="ellipse">
            <a:avLst/>
          </a:prstGeom>
          <a:noFill/>
          <a:ln w="19050" algn="ctr">
            <a:solidFill>
              <a:schemeClr val="bg1"/>
            </a:solidFill>
            <a:round/>
            <a:headEnd/>
            <a:tailEnd/>
          </a:ln>
          <a:effectLst/>
        </p:spPr>
        <p:txBody>
          <a:bodyPr wrap="none" anchor="ctr"/>
          <a:lstStyle/>
          <a:p>
            <a:pPr algn="ctr">
              <a:lnSpc>
                <a:spcPct val="90000"/>
              </a:lnSpc>
              <a:spcBef>
                <a:spcPct val="50000"/>
              </a:spcBef>
            </a:pPr>
            <a:endParaRPr lang="en-US" sz="2400" b="1">
              <a:solidFill>
                <a:srgbClr val="000000"/>
              </a:solidFill>
            </a:endParaRPr>
          </a:p>
        </p:txBody>
      </p:sp>
      <p:sp>
        <p:nvSpPr>
          <p:cNvPr id="60" name="TextBox 59"/>
          <p:cNvSpPr txBox="1"/>
          <p:nvPr/>
        </p:nvSpPr>
        <p:spPr>
          <a:xfrm>
            <a:off x="7610080" y="1567286"/>
            <a:ext cx="995549" cy="277055"/>
          </a:xfrm>
          <a:prstGeom prst="rect">
            <a:avLst/>
          </a:prstGeom>
          <a:noFill/>
        </p:spPr>
        <p:txBody>
          <a:bodyPr wrap="square" lIns="0" tIns="0" rIns="0" bIns="0" rtlCol="0">
            <a:noAutofit/>
          </a:bodyPr>
          <a:lstStyle/>
          <a:p>
            <a:pPr algn="ctr" defTabSz="430213">
              <a:lnSpc>
                <a:spcPct val="90000"/>
              </a:lnSpc>
              <a:spcBef>
                <a:spcPts val="600"/>
              </a:spcBef>
              <a:buSzPct val="100000"/>
            </a:pPr>
            <a:r>
              <a:rPr lang="en-US" sz="1400" b="1">
                <a:solidFill>
                  <a:schemeClr val="accent6"/>
                </a:solidFill>
                <a:cs typeface="Arial" panose="020B0604020202020204" pitchFamily="34" charset="0"/>
              </a:rPr>
              <a:t>YEAR</a:t>
            </a:r>
            <a:endParaRPr lang="en-US" sz="1400">
              <a:solidFill>
                <a:schemeClr val="accent6"/>
              </a:solidFill>
              <a:cs typeface="Arial" panose="020B0604020202020204" pitchFamily="34" charset="0"/>
            </a:endParaRPr>
          </a:p>
        </p:txBody>
      </p:sp>
      <p:sp>
        <p:nvSpPr>
          <p:cNvPr id="61" name="Line 32"/>
          <p:cNvSpPr>
            <a:spLocks noChangeShapeType="1"/>
          </p:cNvSpPr>
          <p:nvPr/>
        </p:nvSpPr>
        <p:spPr bwMode="auto">
          <a:xfrm flipV="1">
            <a:off x="9704044" y="2079464"/>
            <a:ext cx="0" cy="548640"/>
          </a:xfrm>
          <a:prstGeom prst="line">
            <a:avLst/>
          </a:prstGeom>
          <a:noFill/>
          <a:ln w="12700">
            <a:solidFill>
              <a:schemeClr val="tx1">
                <a:lumMod val="50000"/>
                <a:lumOff val="50000"/>
              </a:schemeClr>
            </a:solidFill>
            <a:round/>
            <a:headEnd/>
            <a:tailEnd/>
          </a:ln>
          <a:effectLst/>
        </p:spPr>
        <p:txBody>
          <a:bodyPr wrap="none" anchor="ctr"/>
          <a:lstStyle/>
          <a:p>
            <a:endParaRPr lang="en-US"/>
          </a:p>
        </p:txBody>
      </p:sp>
      <p:sp>
        <p:nvSpPr>
          <p:cNvPr id="62" name="TextBox 61"/>
          <p:cNvSpPr txBox="1"/>
          <p:nvPr/>
        </p:nvSpPr>
        <p:spPr>
          <a:xfrm>
            <a:off x="9665830" y="2728476"/>
            <a:ext cx="1428298" cy="528036"/>
          </a:xfrm>
          <a:prstGeom prst="rect">
            <a:avLst/>
          </a:prstGeom>
          <a:noFill/>
        </p:spPr>
        <p:txBody>
          <a:bodyPr wrap="square" lIns="0" tIns="0" rIns="0" bIns="0" rtlCol="0">
            <a:noAutofit/>
          </a:bodyPr>
          <a:lstStyle/>
          <a:p>
            <a:pPr defTabSz="430213">
              <a:lnSpc>
                <a:spcPct val="90000"/>
              </a:lnSpc>
              <a:spcBef>
                <a:spcPts val="600"/>
              </a:spcBef>
              <a:buSzPct val="100000"/>
            </a:pPr>
            <a:r>
              <a:rPr lang="en-US" sz="1400" b="1">
                <a:cs typeface="Arial" panose="020B0604020202020204" pitchFamily="34" charset="0"/>
              </a:rPr>
              <a:t>Heading</a:t>
            </a:r>
          </a:p>
          <a:p>
            <a:pPr defTabSz="430213">
              <a:lnSpc>
                <a:spcPct val="90000"/>
              </a:lnSpc>
              <a:spcBef>
                <a:spcPts val="600"/>
              </a:spcBef>
              <a:buSzPct val="100000"/>
            </a:pPr>
            <a:r>
              <a:rPr lang="en-US" sz="1400">
                <a:cs typeface="Arial" panose="020B0604020202020204" pitchFamily="34" charset="0"/>
              </a:rPr>
              <a:t>Details here</a:t>
            </a:r>
          </a:p>
        </p:txBody>
      </p:sp>
      <p:sp>
        <p:nvSpPr>
          <p:cNvPr id="63" name="Oval 33"/>
          <p:cNvSpPr>
            <a:spLocks noChangeArrowheads="1"/>
          </p:cNvSpPr>
          <p:nvPr/>
        </p:nvSpPr>
        <p:spPr bwMode="gray">
          <a:xfrm>
            <a:off x="9648700" y="1877336"/>
            <a:ext cx="91440" cy="91440"/>
          </a:xfrm>
          <a:prstGeom prst="ellipse">
            <a:avLst/>
          </a:prstGeom>
          <a:noFill/>
          <a:ln w="19050" algn="ctr">
            <a:solidFill>
              <a:schemeClr val="bg1"/>
            </a:solidFill>
            <a:round/>
            <a:headEnd/>
            <a:tailEnd/>
          </a:ln>
          <a:effectLst/>
        </p:spPr>
        <p:txBody>
          <a:bodyPr wrap="none" anchor="ctr"/>
          <a:lstStyle/>
          <a:p>
            <a:pPr algn="ctr">
              <a:lnSpc>
                <a:spcPct val="90000"/>
              </a:lnSpc>
              <a:spcBef>
                <a:spcPct val="50000"/>
              </a:spcBef>
            </a:pPr>
            <a:endParaRPr lang="en-US" sz="2400" b="1">
              <a:solidFill>
                <a:srgbClr val="000000"/>
              </a:solidFill>
            </a:endParaRPr>
          </a:p>
        </p:txBody>
      </p:sp>
      <p:sp>
        <p:nvSpPr>
          <p:cNvPr id="64" name="TextBox 63"/>
          <p:cNvSpPr txBox="1"/>
          <p:nvPr/>
        </p:nvSpPr>
        <p:spPr>
          <a:xfrm>
            <a:off x="9206270" y="1567286"/>
            <a:ext cx="995549" cy="277055"/>
          </a:xfrm>
          <a:prstGeom prst="rect">
            <a:avLst/>
          </a:prstGeom>
          <a:noFill/>
        </p:spPr>
        <p:txBody>
          <a:bodyPr wrap="square" lIns="0" tIns="0" rIns="0" bIns="0" rtlCol="0">
            <a:noAutofit/>
          </a:bodyPr>
          <a:lstStyle/>
          <a:p>
            <a:pPr algn="ctr" defTabSz="430213">
              <a:lnSpc>
                <a:spcPct val="90000"/>
              </a:lnSpc>
              <a:spcBef>
                <a:spcPts val="600"/>
              </a:spcBef>
              <a:buSzPct val="100000"/>
            </a:pPr>
            <a:r>
              <a:rPr lang="en-US" sz="1400" b="1">
                <a:solidFill>
                  <a:schemeClr val="accent6"/>
                </a:solidFill>
                <a:cs typeface="Arial" panose="020B0604020202020204" pitchFamily="34" charset="0"/>
              </a:rPr>
              <a:t>YEAR</a:t>
            </a:r>
            <a:endParaRPr lang="en-US" sz="1400">
              <a:solidFill>
                <a:schemeClr val="accent6"/>
              </a:solidFill>
              <a:cs typeface="Arial" panose="020B0604020202020204" pitchFamily="34" charset="0"/>
            </a:endParaRPr>
          </a:p>
        </p:txBody>
      </p:sp>
    </p:spTree>
    <p:extLst>
      <p:ext uri="{BB962C8B-B14F-4D97-AF65-F5344CB8AC3E}">
        <p14:creationId xmlns:p14="http://schemas.microsoft.com/office/powerpoint/2010/main" val="1638435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Sample Timeline: Product Roadmap</a:t>
            </a:r>
          </a:p>
        </p:txBody>
      </p:sp>
      <p:grpSp>
        <p:nvGrpSpPr>
          <p:cNvPr id="6" name="Group 5">
            <a:extLst>
              <a:ext uri="{FF2B5EF4-FFF2-40B4-BE49-F238E27FC236}">
                <a16:creationId xmlns:a16="http://schemas.microsoft.com/office/drawing/2014/main" id="{CEF81BDF-5A68-4673-83BF-4F593B3E1C1B}"/>
              </a:ext>
            </a:extLst>
          </p:cNvPr>
          <p:cNvGrpSpPr/>
          <p:nvPr/>
        </p:nvGrpSpPr>
        <p:grpSpPr>
          <a:xfrm>
            <a:off x="342900" y="1562100"/>
            <a:ext cx="11506200" cy="4656552"/>
            <a:chOff x="342900" y="1600200"/>
            <a:chExt cx="11506200" cy="4618452"/>
          </a:xfrm>
        </p:grpSpPr>
        <p:graphicFrame>
          <p:nvGraphicFramePr>
            <p:cNvPr id="42" name="Content Placeholder 3">
              <a:extLst>
                <a:ext uri="{FF2B5EF4-FFF2-40B4-BE49-F238E27FC236}">
                  <a16:creationId xmlns:a16="http://schemas.microsoft.com/office/drawing/2014/main" id="{FF145ABC-17C1-481B-A561-06813F71D124}"/>
                </a:ext>
              </a:extLst>
            </p:cNvPr>
            <p:cNvGraphicFramePr>
              <a:graphicFrameLocks/>
            </p:cNvGraphicFramePr>
            <p:nvPr/>
          </p:nvGraphicFramePr>
          <p:xfrm>
            <a:off x="342900" y="1600200"/>
            <a:ext cx="11506197" cy="4509417"/>
          </p:xfrm>
          <a:graphic>
            <a:graphicData uri="http://schemas.openxmlformats.org/drawingml/2006/table">
              <a:tbl>
                <a:tblPr firstRow="1" bandRow="1">
                  <a:tableStyleId>{F2DE63D5-997A-4646-A377-4702673A728D}</a:tableStyleId>
                </a:tblPr>
                <a:tblGrid>
                  <a:gridCol w="1704622">
                    <a:extLst>
                      <a:ext uri="{9D8B030D-6E8A-4147-A177-3AD203B41FA5}">
                        <a16:colId xmlns:a16="http://schemas.microsoft.com/office/drawing/2014/main" val="20000"/>
                      </a:ext>
                    </a:extLst>
                  </a:gridCol>
                  <a:gridCol w="1960315">
                    <a:extLst>
                      <a:ext uri="{9D8B030D-6E8A-4147-A177-3AD203B41FA5}">
                        <a16:colId xmlns:a16="http://schemas.microsoft.com/office/drawing/2014/main" val="20001"/>
                      </a:ext>
                    </a:extLst>
                  </a:gridCol>
                  <a:gridCol w="1960315">
                    <a:extLst>
                      <a:ext uri="{9D8B030D-6E8A-4147-A177-3AD203B41FA5}">
                        <a16:colId xmlns:a16="http://schemas.microsoft.com/office/drawing/2014/main" val="20002"/>
                      </a:ext>
                    </a:extLst>
                  </a:gridCol>
                  <a:gridCol w="1960315">
                    <a:extLst>
                      <a:ext uri="{9D8B030D-6E8A-4147-A177-3AD203B41FA5}">
                        <a16:colId xmlns:a16="http://schemas.microsoft.com/office/drawing/2014/main" val="20003"/>
                      </a:ext>
                    </a:extLst>
                  </a:gridCol>
                  <a:gridCol w="1960315">
                    <a:extLst>
                      <a:ext uri="{9D8B030D-6E8A-4147-A177-3AD203B41FA5}">
                        <a16:colId xmlns:a16="http://schemas.microsoft.com/office/drawing/2014/main" val="20004"/>
                      </a:ext>
                    </a:extLst>
                  </a:gridCol>
                  <a:gridCol w="1960315">
                    <a:extLst>
                      <a:ext uri="{9D8B030D-6E8A-4147-A177-3AD203B41FA5}">
                        <a16:colId xmlns:a16="http://schemas.microsoft.com/office/drawing/2014/main" val="20005"/>
                      </a:ext>
                    </a:extLst>
                  </a:gridCol>
                </a:tblGrid>
                <a:tr h="274782">
                  <a:tc>
                    <a:txBody>
                      <a:bodyPr/>
                      <a:lstStyle/>
                      <a:p>
                        <a:pPr algn="ctr"/>
                        <a:endParaRPr lang="en-US" sz="1600"/>
                      </a:p>
                    </a:txBody>
                    <a:tcPr marL="121888" marR="121888" anchor="ctr">
                      <a:lnL w="19050" cap="flat" cmpd="sng" algn="ctr">
                        <a:noFill/>
                        <a:prstDash val="solid"/>
                        <a:round/>
                        <a:headEnd type="none" w="med" len="med"/>
                        <a:tailEnd type="none" w="med" len="med"/>
                      </a:lnL>
                      <a:lnR w="190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solidFill>
                    </a:tcPr>
                  </a:tc>
                  <a:tc>
                    <a:txBody>
                      <a:bodyPr/>
                      <a:lstStyle/>
                      <a:p>
                        <a:pPr algn="ctr"/>
                        <a:r>
                          <a:rPr lang="en-US" sz="1600"/>
                          <a:t>Current</a:t>
                        </a:r>
                      </a:p>
                    </a:txBody>
                    <a:tcPr marL="121888" marR="121888"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solidFill>
                    </a:tcPr>
                  </a:tc>
                  <a:tc>
                    <a:txBody>
                      <a:bodyPr/>
                      <a:lstStyle/>
                      <a:p>
                        <a:pPr algn="ctr"/>
                        <a:r>
                          <a:rPr lang="en-US" sz="1600"/>
                          <a:t>Q1</a:t>
                        </a:r>
                      </a:p>
                    </a:txBody>
                    <a:tcPr marL="121888" marR="121888"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solidFill>
                    </a:tcPr>
                  </a:tc>
                  <a:tc>
                    <a:txBody>
                      <a:bodyPr/>
                      <a:lstStyle/>
                      <a:p>
                        <a:pPr algn="ctr"/>
                        <a:r>
                          <a:rPr lang="en-US" sz="1600"/>
                          <a:t>Q2</a:t>
                        </a:r>
                      </a:p>
                    </a:txBody>
                    <a:tcPr marL="121888" marR="121888"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solidFill>
                    </a:tcPr>
                  </a:tc>
                  <a:tc>
                    <a:txBody>
                      <a:bodyPr/>
                      <a:lstStyle/>
                      <a:p>
                        <a:pPr algn="ctr"/>
                        <a:r>
                          <a:rPr lang="en-US" sz="1600"/>
                          <a:t>Q3</a:t>
                        </a:r>
                      </a:p>
                    </a:txBody>
                    <a:tcPr marL="121888" marR="121888"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solidFill>
                    </a:tcPr>
                  </a:tc>
                  <a:tc>
                    <a:txBody>
                      <a:bodyPr/>
                      <a:lstStyle/>
                      <a:p>
                        <a:pPr algn="ctr"/>
                        <a:r>
                          <a:rPr lang="en-US" sz="1600"/>
                          <a:t>Q4</a:t>
                        </a:r>
                      </a:p>
                    </a:txBody>
                    <a:tcPr marL="121888" marR="121888" anchor="ctr">
                      <a:lnL w="19050" cap="flat" cmpd="sng" algn="ctr">
                        <a:solidFill>
                          <a:schemeClr val="bg1"/>
                        </a:solid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6"/>
                      </a:solidFill>
                    </a:tcPr>
                  </a:tc>
                  <a:extLst>
                    <a:ext uri="{0D108BD9-81ED-4DB2-BD59-A6C34878D82A}">
                      <a16:rowId xmlns:a16="http://schemas.microsoft.com/office/drawing/2014/main" val="10000"/>
                    </a:ext>
                  </a:extLst>
                </a:tr>
                <a:tr h="1145974">
                  <a:tc>
                    <a:txBody>
                      <a:bodyPr/>
                      <a:lstStyle/>
                      <a:p>
                        <a:pPr algn="l"/>
                        <a:r>
                          <a:rPr lang="en-US" sz="1600"/>
                          <a:t>Product or Phase</a:t>
                        </a:r>
                      </a:p>
                    </a:txBody>
                    <a:tcPr marL="121888" marR="121888" anchor="ctr">
                      <a:lnL w="1905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a:p>
                    </a:txBody>
                    <a:tcPr marL="121888" marR="121888"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a:p>
                    </a:txBody>
                    <a:tcPr marL="121888" marR="121888"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a:p>
                    </a:txBody>
                    <a:tcPr marL="121888" marR="121888"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a:p>
                    </a:txBody>
                    <a:tcPr marL="121888" marR="121888" anchor="ct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a:p>
                    </a:txBody>
                    <a:tcPr marL="121888" marR="121888" anchor="ctr">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989310">
                  <a:tc>
                    <a:txBody>
                      <a:bodyPr/>
                      <a:lstStyle/>
                      <a:p>
                        <a:pPr algn="l"/>
                        <a:r>
                          <a:rPr lang="en-US" sz="1600"/>
                          <a:t>Product or</a:t>
                        </a:r>
                        <a:r>
                          <a:rPr lang="en-US" sz="1600" baseline="0"/>
                          <a:t> Phase</a:t>
                        </a:r>
                        <a:endParaRPr lang="en-US" sz="1600"/>
                      </a:p>
                    </a:txBody>
                    <a:tcPr marL="121888" marR="121888" anchor="ctr">
                      <a:lnL w="1905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a:p>
                    </a:txBody>
                    <a:tcPr marL="121888" marR="121888"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a:p>
                    </a:txBody>
                    <a:tcPr marL="121888" marR="121888"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a:p>
                    </a:txBody>
                    <a:tcPr marL="121888" marR="121888"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a:p>
                    </a:txBody>
                    <a:tcPr marL="121888" marR="121888"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600"/>
                      </a:p>
                    </a:txBody>
                    <a:tcPr marL="121888" marR="121888" anchor="ctr">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076054">
                  <a:tc>
                    <a:txBody>
                      <a:bodyPr/>
                      <a:lstStyle/>
                      <a:p>
                        <a:pPr algn="l"/>
                        <a:r>
                          <a:rPr lang="en-US" sz="1600"/>
                          <a:t>Product or Phase</a:t>
                        </a:r>
                      </a:p>
                    </a:txBody>
                    <a:tcPr marL="121888" marR="121888" anchor="ctr">
                      <a:lnL w="1905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US" sz="1600"/>
                      </a:p>
                    </a:txBody>
                    <a:tcPr marL="121888" marR="121888"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US" sz="1600"/>
                      </a:p>
                    </a:txBody>
                    <a:tcPr marL="121888" marR="121888"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US" sz="1600"/>
                      </a:p>
                    </a:txBody>
                    <a:tcPr marL="121888" marR="121888"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US" sz="1600"/>
                      </a:p>
                    </a:txBody>
                    <a:tcPr marL="121888" marR="121888" anchor="ct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gn="ctr"/>
                        <a:endParaRPr lang="en-US" sz="1600"/>
                      </a:p>
                    </a:txBody>
                    <a:tcPr marL="121888" marR="121888" anchor="ctr">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3" name="Pentagon 5">
              <a:extLst>
                <a:ext uri="{FF2B5EF4-FFF2-40B4-BE49-F238E27FC236}">
                  <a16:creationId xmlns:a16="http://schemas.microsoft.com/office/drawing/2014/main" id="{809B1950-4FA4-45C6-BF7E-2BA58FEFC5CD}"/>
                </a:ext>
              </a:extLst>
            </p:cNvPr>
            <p:cNvSpPr/>
            <p:nvPr/>
          </p:nvSpPr>
          <p:spPr>
            <a:xfrm>
              <a:off x="2137216" y="2122099"/>
              <a:ext cx="9711884" cy="178327"/>
            </a:xfrm>
            <a:prstGeom prst="homePlate">
              <a:avLst>
                <a:gd name="adj" fmla="val 31250"/>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rIns="91440" bIns="0" rtlCol="0" anchor="ctr"/>
            <a:lstStyle/>
            <a:p>
              <a:pPr>
                <a:lnSpc>
                  <a:spcPct val="90000"/>
                </a:lnSpc>
              </a:pPr>
              <a:r>
                <a:rPr lang="en-US" sz="1000">
                  <a:solidFill>
                    <a:schemeClr val="bg1"/>
                  </a:solidFill>
                </a:rPr>
                <a:t>Task or Project</a:t>
              </a:r>
            </a:p>
          </p:txBody>
        </p:sp>
        <p:sp>
          <p:nvSpPr>
            <p:cNvPr id="44" name="Pentagon 6">
              <a:extLst>
                <a:ext uri="{FF2B5EF4-FFF2-40B4-BE49-F238E27FC236}">
                  <a16:creationId xmlns:a16="http://schemas.microsoft.com/office/drawing/2014/main" id="{75EA6200-A364-44EE-9BAE-53345FCCE08D}"/>
                </a:ext>
              </a:extLst>
            </p:cNvPr>
            <p:cNvSpPr/>
            <p:nvPr/>
          </p:nvSpPr>
          <p:spPr>
            <a:xfrm>
              <a:off x="4211503" y="2371450"/>
              <a:ext cx="7637597" cy="178327"/>
            </a:xfrm>
            <a:prstGeom prst="homePlate">
              <a:avLst>
                <a:gd name="adj" fmla="val 3125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tIns="0" rIns="91440" bIns="0" rtlCol="0" anchor="ctr"/>
            <a:lstStyle/>
            <a:p>
              <a:pPr>
                <a:lnSpc>
                  <a:spcPct val="90000"/>
                </a:lnSpc>
              </a:pPr>
              <a:r>
                <a:rPr lang="en-US" sz="1000"/>
                <a:t>Task or Project</a:t>
              </a:r>
            </a:p>
          </p:txBody>
        </p:sp>
        <p:sp>
          <p:nvSpPr>
            <p:cNvPr id="45" name="Pentagon 7">
              <a:extLst>
                <a:ext uri="{FF2B5EF4-FFF2-40B4-BE49-F238E27FC236}">
                  <a16:creationId xmlns:a16="http://schemas.microsoft.com/office/drawing/2014/main" id="{3D1A98C4-F1B5-4C9F-897A-E5D4325A5904}"/>
                </a:ext>
              </a:extLst>
            </p:cNvPr>
            <p:cNvSpPr/>
            <p:nvPr/>
          </p:nvSpPr>
          <p:spPr>
            <a:xfrm>
              <a:off x="6176616" y="2620801"/>
              <a:ext cx="5672484" cy="178327"/>
            </a:xfrm>
            <a:prstGeom prst="homePlate">
              <a:avLst>
                <a:gd name="adj" fmla="val 3125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tIns="0" rIns="91440" bIns="0" rtlCol="0" anchor="ctr"/>
            <a:lstStyle/>
            <a:p>
              <a:pPr>
                <a:lnSpc>
                  <a:spcPct val="90000"/>
                </a:lnSpc>
              </a:pPr>
              <a:r>
                <a:rPr lang="en-US" sz="1000"/>
                <a:t>Task or Project</a:t>
              </a:r>
            </a:p>
          </p:txBody>
        </p:sp>
        <p:sp>
          <p:nvSpPr>
            <p:cNvPr id="46" name="Pentagon 8">
              <a:extLst>
                <a:ext uri="{FF2B5EF4-FFF2-40B4-BE49-F238E27FC236}">
                  <a16:creationId xmlns:a16="http://schemas.microsoft.com/office/drawing/2014/main" id="{BA23FEE9-6732-4877-A360-0BF77C75ECC6}"/>
                </a:ext>
              </a:extLst>
            </p:cNvPr>
            <p:cNvSpPr/>
            <p:nvPr/>
          </p:nvSpPr>
          <p:spPr>
            <a:xfrm>
              <a:off x="10216014" y="2870152"/>
              <a:ext cx="1633086" cy="178327"/>
            </a:xfrm>
            <a:prstGeom prst="homePlate">
              <a:avLst>
                <a:gd name="adj" fmla="val 31250"/>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rIns="91440" bIns="0" rtlCol="0" anchor="ctr"/>
            <a:lstStyle/>
            <a:p>
              <a:pPr>
                <a:lnSpc>
                  <a:spcPct val="90000"/>
                </a:lnSpc>
              </a:pPr>
              <a:r>
                <a:rPr lang="en-US" sz="1000">
                  <a:solidFill>
                    <a:schemeClr val="bg1"/>
                  </a:solidFill>
                </a:rPr>
                <a:t>Task or Project</a:t>
              </a:r>
            </a:p>
          </p:txBody>
        </p:sp>
        <p:sp>
          <p:nvSpPr>
            <p:cNvPr id="47" name="Pentagon 9">
              <a:extLst>
                <a:ext uri="{FF2B5EF4-FFF2-40B4-BE49-F238E27FC236}">
                  <a16:creationId xmlns:a16="http://schemas.microsoft.com/office/drawing/2014/main" id="{D2A890AD-22C9-40B2-976F-80C0607931A2}"/>
                </a:ext>
              </a:extLst>
            </p:cNvPr>
            <p:cNvSpPr/>
            <p:nvPr/>
          </p:nvSpPr>
          <p:spPr>
            <a:xfrm>
              <a:off x="2246390" y="3119503"/>
              <a:ext cx="9602710" cy="178327"/>
            </a:xfrm>
            <a:prstGeom prst="homePlate">
              <a:avLst>
                <a:gd name="adj" fmla="val 31250"/>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rIns="91440" bIns="0" rtlCol="0" anchor="ctr"/>
            <a:lstStyle/>
            <a:p>
              <a:pPr>
                <a:lnSpc>
                  <a:spcPct val="90000"/>
                </a:lnSpc>
              </a:pPr>
              <a:r>
                <a:rPr lang="en-US" sz="1000">
                  <a:solidFill>
                    <a:schemeClr val="bg1"/>
                  </a:solidFill>
                </a:rPr>
                <a:t>Task or Project</a:t>
              </a:r>
            </a:p>
          </p:txBody>
        </p:sp>
        <p:sp>
          <p:nvSpPr>
            <p:cNvPr id="48" name="Pentagon 10">
              <a:extLst>
                <a:ext uri="{FF2B5EF4-FFF2-40B4-BE49-F238E27FC236}">
                  <a16:creationId xmlns:a16="http://schemas.microsoft.com/office/drawing/2014/main" id="{CDFF3F9C-A358-407A-A035-6FD00FDACB54}"/>
                </a:ext>
              </a:extLst>
            </p:cNvPr>
            <p:cNvSpPr/>
            <p:nvPr/>
          </p:nvSpPr>
          <p:spPr>
            <a:xfrm>
              <a:off x="2246390" y="3368854"/>
              <a:ext cx="9602710" cy="178327"/>
            </a:xfrm>
            <a:prstGeom prst="homePlate">
              <a:avLst>
                <a:gd name="adj" fmla="val 31250"/>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rIns="91440" bIns="0" rtlCol="0" anchor="ctr"/>
            <a:lstStyle/>
            <a:p>
              <a:pPr>
                <a:lnSpc>
                  <a:spcPct val="90000"/>
                </a:lnSpc>
              </a:pPr>
              <a:r>
                <a:rPr lang="en-US" sz="1000">
                  <a:solidFill>
                    <a:schemeClr val="bg1"/>
                  </a:solidFill>
                </a:rPr>
                <a:t>Task or Project</a:t>
              </a:r>
            </a:p>
          </p:txBody>
        </p:sp>
        <p:sp>
          <p:nvSpPr>
            <p:cNvPr id="49" name="Pentagon 11">
              <a:extLst>
                <a:ext uri="{FF2B5EF4-FFF2-40B4-BE49-F238E27FC236}">
                  <a16:creationId xmlns:a16="http://schemas.microsoft.com/office/drawing/2014/main" id="{09EE9CD4-0EF4-4A6C-8520-600B359AB3B2}"/>
                </a:ext>
              </a:extLst>
            </p:cNvPr>
            <p:cNvSpPr/>
            <p:nvPr/>
          </p:nvSpPr>
          <p:spPr>
            <a:xfrm>
              <a:off x="4211503" y="3618205"/>
              <a:ext cx="7637597" cy="178327"/>
            </a:xfrm>
            <a:prstGeom prst="homePlate">
              <a:avLst>
                <a:gd name="adj" fmla="val 31250"/>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rIns="91440" bIns="0" rtlCol="0" anchor="ctr"/>
            <a:lstStyle/>
            <a:p>
              <a:pPr>
                <a:lnSpc>
                  <a:spcPct val="90000"/>
                </a:lnSpc>
              </a:pPr>
              <a:r>
                <a:rPr lang="en-US" sz="1000">
                  <a:solidFill>
                    <a:schemeClr val="bg1"/>
                  </a:solidFill>
                </a:rPr>
                <a:t>Task or Project</a:t>
              </a:r>
            </a:p>
          </p:txBody>
        </p:sp>
        <p:sp>
          <p:nvSpPr>
            <p:cNvPr id="50" name="Pentagon 12">
              <a:extLst>
                <a:ext uri="{FF2B5EF4-FFF2-40B4-BE49-F238E27FC236}">
                  <a16:creationId xmlns:a16="http://schemas.microsoft.com/office/drawing/2014/main" id="{864A7BA1-B2FA-4F36-B37D-8114ED15DF53}"/>
                </a:ext>
              </a:extLst>
            </p:cNvPr>
            <p:cNvSpPr/>
            <p:nvPr/>
          </p:nvSpPr>
          <p:spPr>
            <a:xfrm>
              <a:off x="2246390" y="3867556"/>
              <a:ext cx="9602710" cy="178327"/>
            </a:xfrm>
            <a:prstGeom prst="homePlate">
              <a:avLst>
                <a:gd name="adj" fmla="val 31250"/>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rIns="91440" bIns="0" rtlCol="0" anchor="ctr"/>
            <a:lstStyle/>
            <a:p>
              <a:pPr>
                <a:lnSpc>
                  <a:spcPct val="90000"/>
                </a:lnSpc>
              </a:pPr>
              <a:r>
                <a:rPr lang="en-US" sz="1000">
                  <a:solidFill>
                    <a:schemeClr val="bg1"/>
                  </a:solidFill>
                </a:rPr>
                <a:t>Task or Project</a:t>
              </a:r>
            </a:p>
          </p:txBody>
        </p:sp>
        <p:sp>
          <p:nvSpPr>
            <p:cNvPr id="51" name="Pentagon 13">
              <a:extLst>
                <a:ext uri="{FF2B5EF4-FFF2-40B4-BE49-F238E27FC236}">
                  <a16:creationId xmlns:a16="http://schemas.microsoft.com/office/drawing/2014/main" id="{05D40DF2-A5AA-43FC-A032-C0ED75CFA2F6}"/>
                </a:ext>
              </a:extLst>
            </p:cNvPr>
            <p:cNvSpPr/>
            <p:nvPr/>
          </p:nvSpPr>
          <p:spPr>
            <a:xfrm>
              <a:off x="5194059" y="4116907"/>
              <a:ext cx="6655041" cy="178327"/>
            </a:xfrm>
            <a:prstGeom prst="homePlate">
              <a:avLst>
                <a:gd name="adj" fmla="val 3125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tIns="0" rIns="91440" bIns="0" rtlCol="0" anchor="ctr"/>
            <a:lstStyle/>
            <a:p>
              <a:pPr>
                <a:lnSpc>
                  <a:spcPct val="90000"/>
                </a:lnSpc>
              </a:pPr>
              <a:r>
                <a:rPr lang="en-US" sz="1000"/>
                <a:t>Task or Project</a:t>
              </a:r>
            </a:p>
          </p:txBody>
        </p:sp>
        <p:sp>
          <p:nvSpPr>
            <p:cNvPr id="52" name="Pentagon 14">
              <a:extLst>
                <a:ext uri="{FF2B5EF4-FFF2-40B4-BE49-F238E27FC236}">
                  <a16:creationId xmlns:a16="http://schemas.microsoft.com/office/drawing/2014/main" id="{69F4003B-7B08-49D3-BB37-F8F709FB174C}"/>
                </a:ext>
              </a:extLst>
            </p:cNvPr>
            <p:cNvSpPr/>
            <p:nvPr/>
          </p:nvSpPr>
          <p:spPr>
            <a:xfrm>
              <a:off x="7213759" y="4366258"/>
              <a:ext cx="4635341" cy="178327"/>
            </a:xfrm>
            <a:prstGeom prst="homePlate">
              <a:avLst>
                <a:gd name="adj" fmla="val 31250"/>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rIns="91440" bIns="0" rtlCol="0" anchor="ctr"/>
            <a:lstStyle/>
            <a:p>
              <a:pPr>
                <a:lnSpc>
                  <a:spcPct val="90000"/>
                </a:lnSpc>
              </a:pPr>
              <a:r>
                <a:rPr lang="en-US" sz="1000">
                  <a:solidFill>
                    <a:schemeClr val="bg1"/>
                  </a:solidFill>
                </a:rPr>
                <a:t>Task or Project</a:t>
              </a:r>
            </a:p>
          </p:txBody>
        </p:sp>
        <p:sp>
          <p:nvSpPr>
            <p:cNvPr id="53" name="Pentagon 15">
              <a:extLst>
                <a:ext uri="{FF2B5EF4-FFF2-40B4-BE49-F238E27FC236}">
                  <a16:creationId xmlns:a16="http://schemas.microsoft.com/office/drawing/2014/main" id="{14F0CED1-3423-4407-9ECD-F42D64484138}"/>
                </a:ext>
              </a:extLst>
            </p:cNvPr>
            <p:cNvSpPr/>
            <p:nvPr/>
          </p:nvSpPr>
          <p:spPr>
            <a:xfrm>
              <a:off x="7213759" y="4615609"/>
              <a:ext cx="4635341" cy="178327"/>
            </a:xfrm>
            <a:prstGeom prst="homePlate">
              <a:avLst>
                <a:gd name="adj" fmla="val 31250"/>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rIns="91440" bIns="0" rtlCol="0" anchor="ctr"/>
            <a:lstStyle/>
            <a:p>
              <a:pPr>
                <a:lnSpc>
                  <a:spcPct val="90000"/>
                </a:lnSpc>
              </a:pPr>
              <a:r>
                <a:rPr lang="en-US" sz="1000">
                  <a:solidFill>
                    <a:schemeClr val="bg1"/>
                  </a:solidFill>
                </a:rPr>
                <a:t>Task or Project</a:t>
              </a:r>
            </a:p>
          </p:txBody>
        </p:sp>
        <p:sp>
          <p:nvSpPr>
            <p:cNvPr id="54" name="Pentagon 16">
              <a:extLst>
                <a:ext uri="{FF2B5EF4-FFF2-40B4-BE49-F238E27FC236}">
                  <a16:creationId xmlns:a16="http://schemas.microsoft.com/office/drawing/2014/main" id="{69519363-DF8E-429A-984C-0AA208CB0D1F}"/>
                </a:ext>
              </a:extLst>
            </p:cNvPr>
            <p:cNvSpPr/>
            <p:nvPr/>
          </p:nvSpPr>
          <p:spPr>
            <a:xfrm>
              <a:off x="10216014" y="4864960"/>
              <a:ext cx="1633086" cy="178327"/>
            </a:xfrm>
            <a:prstGeom prst="homePlate">
              <a:avLst>
                <a:gd name="adj" fmla="val 3125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tIns="0" rIns="91440" bIns="0" rtlCol="0" anchor="ctr"/>
            <a:lstStyle/>
            <a:p>
              <a:pPr>
                <a:lnSpc>
                  <a:spcPct val="90000"/>
                </a:lnSpc>
              </a:pPr>
              <a:r>
                <a:rPr lang="en-US" sz="1000"/>
                <a:t>Task or Project</a:t>
              </a:r>
            </a:p>
          </p:txBody>
        </p:sp>
        <p:sp>
          <p:nvSpPr>
            <p:cNvPr id="55" name="Pentagon 17">
              <a:extLst>
                <a:ext uri="{FF2B5EF4-FFF2-40B4-BE49-F238E27FC236}">
                  <a16:creationId xmlns:a16="http://schemas.microsoft.com/office/drawing/2014/main" id="{252D626D-4B43-4A81-8D39-4A3989673AC0}"/>
                </a:ext>
              </a:extLst>
            </p:cNvPr>
            <p:cNvSpPr/>
            <p:nvPr/>
          </p:nvSpPr>
          <p:spPr>
            <a:xfrm>
              <a:off x="2246390" y="5114311"/>
              <a:ext cx="9602710" cy="178327"/>
            </a:xfrm>
            <a:prstGeom prst="homePlate">
              <a:avLst>
                <a:gd name="adj" fmla="val 31250"/>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rIns="91440" bIns="0" rtlCol="0" anchor="ctr"/>
            <a:lstStyle/>
            <a:p>
              <a:pPr>
                <a:lnSpc>
                  <a:spcPct val="90000"/>
                </a:lnSpc>
              </a:pPr>
              <a:r>
                <a:rPr lang="en-US" sz="1000">
                  <a:solidFill>
                    <a:schemeClr val="bg1"/>
                  </a:solidFill>
                </a:rPr>
                <a:t>Task or Project</a:t>
              </a:r>
            </a:p>
          </p:txBody>
        </p:sp>
        <p:sp>
          <p:nvSpPr>
            <p:cNvPr id="56" name="Pentagon 18">
              <a:extLst>
                <a:ext uri="{FF2B5EF4-FFF2-40B4-BE49-F238E27FC236}">
                  <a16:creationId xmlns:a16="http://schemas.microsoft.com/office/drawing/2014/main" id="{11D2CFC9-098A-4619-A872-7DEF3C54FBF1}"/>
                </a:ext>
              </a:extLst>
            </p:cNvPr>
            <p:cNvSpPr/>
            <p:nvPr/>
          </p:nvSpPr>
          <p:spPr>
            <a:xfrm>
              <a:off x="6176616" y="5363662"/>
              <a:ext cx="5672484" cy="178327"/>
            </a:xfrm>
            <a:prstGeom prst="homePlate">
              <a:avLst>
                <a:gd name="adj" fmla="val 31250"/>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rIns="91440" bIns="0" rtlCol="0" anchor="ctr"/>
            <a:lstStyle/>
            <a:p>
              <a:pPr>
                <a:lnSpc>
                  <a:spcPct val="90000"/>
                </a:lnSpc>
              </a:pPr>
              <a:r>
                <a:rPr lang="en-US" sz="1000">
                  <a:solidFill>
                    <a:schemeClr val="bg1"/>
                  </a:solidFill>
                </a:rPr>
                <a:t>Task or Project</a:t>
              </a:r>
            </a:p>
          </p:txBody>
        </p:sp>
        <p:sp>
          <p:nvSpPr>
            <p:cNvPr id="57" name="Pentagon 19">
              <a:extLst>
                <a:ext uri="{FF2B5EF4-FFF2-40B4-BE49-F238E27FC236}">
                  <a16:creationId xmlns:a16="http://schemas.microsoft.com/office/drawing/2014/main" id="{12DBF58F-6701-4AC7-B095-04E7DF9C66DE}"/>
                </a:ext>
              </a:extLst>
            </p:cNvPr>
            <p:cNvSpPr/>
            <p:nvPr/>
          </p:nvSpPr>
          <p:spPr>
            <a:xfrm>
              <a:off x="2246390" y="5613013"/>
              <a:ext cx="9602710" cy="178327"/>
            </a:xfrm>
            <a:prstGeom prst="homePlate">
              <a:avLst>
                <a:gd name="adj" fmla="val 31250"/>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0" rIns="91440" bIns="0" rtlCol="0" anchor="ctr"/>
            <a:lstStyle/>
            <a:p>
              <a:pPr>
                <a:lnSpc>
                  <a:spcPct val="90000"/>
                </a:lnSpc>
              </a:pPr>
              <a:r>
                <a:rPr lang="en-US" sz="1000">
                  <a:solidFill>
                    <a:schemeClr val="bg1"/>
                  </a:solidFill>
                </a:rPr>
                <a:t>Task or Project</a:t>
              </a:r>
            </a:p>
          </p:txBody>
        </p:sp>
        <p:sp>
          <p:nvSpPr>
            <p:cNvPr id="58" name="Pentagon 20">
              <a:extLst>
                <a:ext uri="{FF2B5EF4-FFF2-40B4-BE49-F238E27FC236}">
                  <a16:creationId xmlns:a16="http://schemas.microsoft.com/office/drawing/2014/main" id="{103275AB-BB5B-4D9B-8507-098D9CE8F66F}"/>
                </a:ext>
              </a:extLst>
            </p:cNvPr>
            <p:cNvSpPr/>
            <p:nvPr/>
          </p:nvSpPr>
          <p:spPr>
            <a:xfrm>
              <a:off x="7213759" y="5862365"/>
              <a:ext cx="4635341" cy="178327"/>
            </a:xfrm>
            <a:prstGeom prst="homePlate">
              <a:avLst>
                <a:gd name="adj" fmla="val 3125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tIns="0" rIns="91440" bIns="0" rtlCol="0" anchor="ctr"/>
            <a:lstStyle/>
            <a:p>
              <a:pPr>
                <a:lnSpc>
                  <a:spcPct val="90000"/>
                </a:lnSpc>
              </a:pPr>
              <a:r>
                <a:rPr lang="en-US" sz="1000"/>
                <a:t>Task or Project</a:t>
              </a:r>
            </a:p>
          </p:txBody>
        </p:sp>
        <p:sp>
          <p:nvSpPr>
            <p:cNvPr id="59" name="TextBox 58">
              <a:extLst>
                <a:ext uri="{FF2B5EF4-FFF2-40B4-BE49-F238E27FC236}">
                  <a16:creationId xmlns:a16="http://schemas.microsoft.com/office/drawing/2014/main" id="{C2718626-9593-4C04-B341-AEC4AF36E134}"/>
                </a:ext>
              </a:extLst>
            </p:cNvPr>
            <p:cNvSpPr txBox="1"/>
            <p:nvPr/>
          </p:nvSpPr>
          <p:spPr>
            <a:xfrm>
              <a:off x="353011" y="6060725"/>
              <a:ext cx="10969943" cy="157927"/>
            </a:xfrm>
            <a:prstGeom prst="rect">
              <a:avLst/>
            </a:prstGeom>
            <a:noFill/>
          </p:spPr>
          <p:txBody>
            <a:bodyPr wrap="none" lIns="0" tIns="0" rIns="0" bIns="0" rtlCol="0" anchor="t">
              <a:noAutofit/>
            </a:bodyPr>
            <a:lstStyle/>
            <a:p>
              <a:r>
                <a:rPr lang="en-US" sz="1000">
                  <a:solidFill>
                    <a:schemeClr val="accent6"/>
                  </a:solidFill>
                  <a:sym typeface="Wingdings"/>
                </a:rPr>
                <a:t></a:t>
              </a:r>
              <a:r>
                <a:rPr lang="en-US" sz="1000">
                  <a:sym typeface="Wingdings"/>
                </a:rPr>
                <a:t> </a:t>
              </a:r>
              <a:r>
                <a:rPr lang="en-US" sz="1000"/>
                <a:t>Text Here   </a:t>
              </a:r>
              <a:r>
                <a:rPr lang="en-US" sz="1000">
                  <a:solidFill>
                    <a:srgbClr val="BFBFBF"/>
                  </a:solidFill>
                  <a:sym typeface="Wingdings"/>
                </a:rPr>
                <a:t></a:t>
              </a:r>
              <a:r>
                <a:rPr lang="en-US" sz="1000">
                  <a:sym typeface="Wingdings"/>
                </a:rPr>
                <a:t> </a:t>
              </a:r>
              <a:r>
                <a:rPr lang="en-US" sz="1000"/>
                <a:t>Text Here</a:t>
              </a:r>
            </a:p>
          </p:txBody>
        </p:sp>
      </p:grpSp>
    </p:spTree>
    <p:extLst>
      <p:ext uri="{BB962C8B-B14F-4D97-AF65-F5344CB8AC3E}">
        <p14:creationId xmlns:p14="http://schemas.microsoft.com/office/powerpoint/2010/main" val="1192918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Sample Timeline: Gantt Chart</a:t>
            </a:r>
          </a:p>
        </p:txBody>
      </p:sp>
      <p:grpSp>
        <p:nvGrpSpPr>
          <p:cNvPr id="3" name="Group 2">
            <a:extLst>
              <a:ext uri="{FF2B5EF4-FFF2-40B4-BE49-F238E27FC236}">
                <a16:creationId xmlns:a16="http://schemas.microsoft.com/office/drawing/2014/main" id="{5F556CC6-6ADC-4388-BF3B-AE6A44AD8BAB}"/>
              </a:ext>
            </a:extLst>
          </p:cNvPr>
          <p:cNvGrpSpPr/>
          <p:nvPr/>
        </p:nvGrpSpPr>
        <p:grpSpPr>
          <a:xfrm>
            <a:off x="353011" y="1562100"/>
            <a:ext cx="11496082" cy="4575288"/>
            <a:chOff x="353011" y="1600201"/>
            <a:chExt cx="11496082" cy="4537502"/>
          </a:xfrm>
        </p:grpSpPr>
        <p:graphicFrame>
          <p:nvGraphicFramePr>
            <p:cNvPr id="15" name="Content Placeholder 7">
              <a:extLst>
                <a:ext uri="{FF2B5EF4-FFF2-40B4-BE49-F238E27FC236}">
                  <a16:creationId xmlns:a16="http://schemas.microsoft.com/office/drawing/2014/main" id="{229BEED9-1F4A-4F37-A34B-65879C93C81A}"/>
                </a:ext>
              </a:extLst>
            </p:cNvPr>
            <p:cNvGraphicFramePr>
              <a:graphicFrameLocks/>
            </p:cNvGraphicFramePr>
            <p:nvPr/>
          </p:nvGraphicFramePr>
          <p:xfrm>
            <a:off x="353011" y="1600201"/>
            <a:ext cx="11496082" cy="4537502"/>
          </p:xfrm>
          <a:graphic>
            <a:graphicData uri="http://schemas.openxmlformats.org/drawingml/2006/table">
              <a:tbl>
                <a:tblPr firstRow="1"/>
                <a:tblGrid>
                  <a:gridCol w="3299804">
                    <a:extLst>
                      <a:ext uri="{9D8B030D-6E8A-4147-A177-3AD203B41FA5}">
                        <a16:colId xmlns:a16="http://schemas.microsoft.com/office/drawing/2014/main" val="20000"/>
                      </a:ext>
                    </a:extLst>
                  </a:gridCol>
                  <a:gridCol w="482134">
                    <a:extLst>
                      <a:ext uri="{9D8B030D-6E8A-4147-A177-3AD203B41FA5}">
                        <a16:colId xmlns:a16="http://schemas.microsoft.com/office/drawing/2014/main" val="20001"/>
                      </a:ext>
                    </a:extLst>
                  </a:gridCol>
                  <a:gridCol w="482134">
                    <a:extLst>
                      <a:ext uri="{9D8B030D-6E8A-4147-A177-3AD203B41FA5}">
                        <a16:colId xmlns:a16="http://schemas.microsoft.com/office/drawing/2014/main" val="20002"/>
                      </a:ext>
                    </a:extLst>
                  </a:gridCol>
                  <a:gridCol w="482134">
                    <a:extLst>
                      <a:ext uri="{9D8B030D-6E8A-4147-A177-3AD203B41FA5}">
                        <a16:colId xmlns:a16="http://schemas.microsoft.com/office/drawing/2014/main" val="20003"/>
                      </a:ext>
                    </a:extLst>
                  </a:gridCol>
                  <a:gridCol w="482134">
                    <a:extLst>
                      <a:ext uri="{9D8B030D-6E8A-4147-A177-3AD203B41FA5}">
                        <a16:colId xmlns:a16="http://schemas.microsoft.com/office/drawing/2014/main" val="20004"/>
                      </a:ext>
                    </a:extLst>
                  </a:gridCol>
                  <a:gridCol w="482134">
                    <a:extLst>
                      <a:ext uri="{9D8B030D-6E8A-4147-A177-3AD203B41FA5}">
                        <a16:colId xmlns:a16="http://schemas.microsoft.com/office/drawing/2014/main" val="20005"/>
                      </a:ext>
                    </a:extLst>
                  </a:gridCol>
                  <a:gridCol w="482134">
                    <a:extLst>
                      <a:ext uri="{9D8B030D-6E8A-4147-A177-3AD203B41FA5}">
                        <a16:colId xmlns:a16="http://schemas.microsoft.com/office/drawing/2014/main" val="20006"/>
                      </a:ext>
                    </a:extLst>
                  </a:gridCol>
                  <a:gridCol w="482134">
                    <a:extLst>
                      <a:ext uri="{9D8B030D-6E8A-4147-A177-3AD203B41FA5}">
                        <a16:colId xmlns:a16="http://schemas.microsoft.com/office/drawing/2014/main" val="20007"/>
                      </a:ext>
                    </a:extLst>
                  </a:gridCol>
                  <a:gridCol w="482134">
                    <a:extLst>
                      <a:ext uri="{9D8B030D-6E8A-4147-A177-3AD203B41FA5}">
                        <a16:colId xmlns:a16="http://schemas.microsoft.com/office/drawing/2014/main" val="20008"/>
                      </a:ext>
                    </a:extLst>
                  </a:gridCol>
                  <a:gridCol w="482134">
                    <a:extLst>
                      <a:ext uri="{9D8B030D-6E8A-4147-A177-3AD203B41FA5}">
                        <a16:colId xmlns:a16="http://schemas.microsoft.com/office/drawing/2014/main" val="20009"/>
                      </a:ext>
                    </a:extLst>
                  </a:gridCol>
                  <a:gridCol w="482134">
                    <a:extLst>
                      <a:ext uri="{9D8B030D-6E8A-4147-A177-3AD203B41FA5}">
                        <a16:colId xmlns:a16="http://schemas.microsoft.com/office/drawing/2014/main" val="20010"/>
                      </a:ext>
                    </a:extLst>
                  </a:gridCol>
                  <a:gridCol w="482134">
                    <a:extLst>
                      <a:ext uri="{9D8B030D-6E8A-4147-A177-3AD203B41FA5}">
                        <a16:colId xmlns:a16="http://schemas.microsoft.com/office/drawing/2014/main" val="20011"/>
                      </a:ext>
                    </a:extLst>
                  </a:gridCol>
                  <a:gridCol w="482134">
                    <a:extLst>
                      <a:ext uri="{9D8B030D-6E8A-4147-A177-3AD203B41FA5}">
                        <a16:colId xmlns:a16="http://schemas.microsoft.com/office/drawing/2014/main" val="20012"/>
                      </a:ext>
                    </a:extLst>
                  </a:gridCol>
                  <a:gridCol w="482134">
                    <a:extLst>
                      <a:ext uri="{9D8B030D-6E8A-4147-A177-3AD203B41FA5}">
                        <a16:colId xmlns:a16="http://schemas.microsoft.com/office/drawing/2014/main" val="20013"/>
                      </a:ext>
                    </a:extLst>
                  </a:gridCol>
                  <a:gridCol w="482134">
                    <a:extLst>
                      <a:ext uri="{9D8B030D-6E8A-4147-A177-3AD203B41FA5}">
                        <a16:colId xmlns:a16="http://schemas.microsoft.com/office/drawing/2014/main" val="20014"/>
                      </a:ext>
                    </a:extLst>
                  </a:gridCol>
                  <a:gridCol w="482134">
                    <a:extLst>
                      <a:ext uri="{9D8B030D-6E8A-4147-A177-3AD203B41FA5}">
                        <a16:colId xmlns:a16="http://schemas.microsoft.com/office/drawing/2014/main" val="20015"/>
                      </a:ext>
                    </a:extLst>
                  </a:gridCol>
                  <a:gridCol w="482134">
                    <a:extLst>
                      <a:ext uri="{9D8B030D-6E8A-4147-A177-3AD203B41FA5}">
                        <a16:colId xmlns:a16="http://schemas.microsoft.com/office/drawing/2014/main" val="20016"/>
                      </a:ext>
                    </a:extLst>
                  </a:gridCol>
                  <a:gridCol w="482134">
                    <a:extLst>
                      <a:ext uri="{9D8B030D-6E8A-4147-A177-3AD203B41FA5}">
                        <a16:colId xmlns:a16="http://schemas.microsoft.com/office/drawing/2014/main" val="20017"/>
                      </a:ext>
                    </a:extLst>
                  </a:gridCol>
                </a:tblGrid>
                <a:tr h="310596">
                  <a:tc rowSpan="2">
                    <a:txBody>
                      <a:bodyPr/>
                      <a:lstStyle>
                        <a:lvl1pPr marL="0" algn="l" defTabSz="914400" rtl="0" eaLnBrk="1" latinLnBrk="0" hangingPunct="1">
                          <a:defRPr sz="1800" b="1" kern="1200">
                            <a:solidFill>
                              <a:schemeClr val="tx1"/>
                            </a:solidFill>
                            <a:latin typeface="Tahoma"/>
                          </a:defRPr>
                        </a:lvl1pPr>
                        <a:lvl2pPr marL="457200" algn="l" defTabSz="914400" rtl="0" eaLnBrk="1" latinLnBrk="0" hangingPunct="1">
                          <a:defRPr sz="1800" b="1" kern="1200">
                            <a:solidFill>
                              <a:schemeClr val="tx1"/>
                            </a:solidFill>
                            <a:latin typeface="Tahoma"/>
                          </a:defRPr>
                        </a:lvl2pPr>
                        <a:lvl3pPr marL="914400" algn="l" defTabSz="914400" rtl="0" eaLnBrk="1" latinLnBrk="0" hangingPunct="1">
                          <a:defRPr sz="1800" b="1" kern="1200">
                            <a:solidFill>
                              <a:schemeClr val="tx1"/>
                            </a:solidFill>
                            <a:latin typeface="Tahoma"/>
                          </a:defRPr>
                        </a:lvl3pPr>
                        <a:lvl4pPr marL="1371600" algn="l" defTabSz="914400" rtl="0" eaLnBrk="1" latinLnBrk="0" hangingPunct="1">
                          <a:defRPr sz="1800" b="1" kern="1200">
                            <a:solidFill>
                              <a:schemeClr val="tx1"/>
                            </a:solidFill>
                            <a:latin typeface="Tahoma"/>
                          </a:defRPr>
                        </a:lvl4pPr>
                        <a:lvl5pPr marL="1828800" algn="l" defTabSz="914400" rtl="0" eaLnBrk="1" latinLnBrk="0" hangingPunct="1">
                          <a:defRPr sz="1800" b="1" kern="1200">
                            <a:solidFill>
                              <a:schemeClr val="tx1"/>
                            </a:solidFill>
                            <a:latin typeface="Tahoma"/>
                          </a:defRPr>
                        </a:lvl5pPr>
                        <a:lvl6pPr marL="2286000" algn="l" defTabSz="914400" rtl="0" eaLnBrk="1" latinLnBrk="0" hangingPunct="1">
                          <a:defRPr sz="1800" b="1" kern="1200">
                            <a:solidFill>
                              <a:schemeClr val="tx1"/>
                            </a:solidFill>
                            <a:latin typeface="Tahoma"/>
                          </a:defRPr>
                        </a:lvl6pPr>
                        <a:lvl7pPr marL="2743200" algn="l" defTabSz="914400" rtl="0" eaLnBrk="1" latinLnBrk="0" hangingPunct="1">
                          <a:defRPr sz="1800" b="1" kern="1200">
                            <a:solidFill>
                              <a:schemeClr val="tx1"/>
                            </a:solidFill>
                            <a:latin typeface="Tahoma"/>
                          </a:defRPr>
                        </a:lvl7pPr>
                        <a:lvl8pPr marL="3200400" algn="l" defTabSz="914400" rtl="0" eaLnBrk="1" latinLnBrk="0" hangingPunct="1">
                          <a:defRPr sz="1800" b="1" kern="1200">
                            <a:solidFill>
                              <a:schemeClr val="tx1"/>
                            </a:solidFill>
                            <a:latin typeface="Tahoma"/>
                          </a:defRPr>
                        </a:lvl8pPr>
                        <a:lvl9pPr marL="3657600" algn="l" defTabSz="914400" rtl="0" eaLnBrk="1" latinLnBrk="0" hangingPunct="1">
                          <a:defRPr sz="1800" b="1" kern="1200">
                            <a:solidFill>
                              <a:schemeClr val="tx1"/>
                            </a:solidFill>
                            <a:latin typeface="Tahoma"/>
                          </a:defRPr>
                        </a:lvl9pPr>
                      </a:lstStyle>
                      <a:p>
                        <a:pPr algn="ctr"/>
                        <a:r>
                          <a:rPr lang="en-US" sz="1600">
                            <a:solidFill>
                              <a:schemeClr val="bg1"/>
                            </a:solidFill>
                            <a:latin typeface="+mn-lt"/>
                          </a:rPr>
                          <a:t>Activity</a:t>
                        </a:r>
                      </a:p>
                    </a:txBody>
                    <a:tcPr marL="121888" marR="121888" marT="34290" marB="34290" anchor="ctr">
                      <a:lnL w="12700" cap="flat" cmpd="sng" algn="ctr">
                        <a:solidFill>
                          <a:schemeClr val="tx2"/>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gridSpan="17">
                    <a:txBody>
                      <a:bodyPr/>
                      <a:lstStyle>
                        <a:lvl1pPr marL="0" algn="l" defTabSz="914400" rtl="0" eaLnBrk="1" latinLnBrk="0" hangingPunct="1">
                          <a:defRPr sz="1800" b="1" kern="1200">
                            <a:solidFill>
                              <a:schemeClr val="tx1"/>
                            </a:solidFill>
                            <a:latin typeface="Tahoma"/>
                          </a:defRPr>
                        </a:lvl1pPr>
                        <a:lvl2pPr marL="457200" algn="l" defTabSz="914400" rtl="0" eaLnBrk="1" latinLnBrk="0" hangingPunct="1">
                          <a:defRPr sz="1800" b="1" kern="1200">
                            <a:solidFill>
                              <a:schemeClr val="tx1"/>
                            </a:solidFill>
                            <a:latin typeface="Tahoma"/>
                          </a:defRPr>
                        </a:lvl2pPr>
                        <a:lvl3pPr marL="914400" algn="l" defTabSz="914400" rtl="0" eaLnBrk="1" latinLnBrk="0" hangingPunct="1">
                          <a:defRPr sz="1800" b="1" kern="1200">
                            <a:solidFill>
                              <a:schemeClr val="tx1"/>
                            </a:solidFill>
                            <a:latin typeface="Tahoma"/>
                          </a:defRPr>
                        </a:lvl3pPr>
                        <a:lvl4pPr marL="1371600" algn="l" defTabSz="914400" rtl="0" eaLnBrk="1" latinLnBrk="0" hangingPunct="1">
                          <a:defRPr sz="1800" b="1" kern="1200">
                            <a:solidFill>
                              <a:schemeClr val="tx1"/>
                            </a:solidFill>
                            <a:latin typeface="Tahoma"/>
                          </a:defRPr>
                        </a:lvl4pPr>
                        <a:lvl5pPr marL="1828800" algn="l" defTabSz="914400" rtl="0" eaLnBrk="1" latinLnBrk="0" hangingPunct="1">
                          <a:defRPr sz="1800" b="1" kern="1200">
                            <a:solidFill>
                              <a:schemeClr val="tx1"/>
                            </a:solidFill>
                            <a:latin typeface="Tahoma"/>
                          </a:defRPr>
                        </a:lvl5pPr>
                        <a:lvl6pPr marL="2286000" algn="l" defTabSz="914400" rtl="0" eaLnBrk="1" latinLnBrk="0" hangingPunct="1">
                          <a:defRPr sz="1800" b="1" kern="1200">
                            <a:solidFill>
                              <a:schemeClr val="tx1"/>
                            </a:solidFill>
                            <a:latin typeface="Tahoma"/>
                          </a:defRPr>
                        </a:lvl6pPr>
                        <a:lvl7pPr marL="2743200" algn="l" defTabSz="914400" rtl="0" eaLnBrk="1" latinLnBrk="0" hangingPunct="1">
                          <a:defRPr sz="1800" b="1" kern="1200">
                            <a:solidFill>
                              <a:schemeClr val="tx1"/>
                            </a:solidFill>
                            <a:latin typeface="Tahoma"/>
                          </a:defRPr>
                        </a:lvl7pPr>
                        <a:lvl8pPr marL="3200400" algn="l" defTabSz="914400" rtl="0" eaLnBrk="1" latinLnBrk="0" hangingPunct="1">
                          <a:defRPr sz="1800" b="1" kern="1200">
                            <a:solidFill>
                              <a:schemeClr val="tx1"/>
                            </a:solidFill>
                            <a:latin typeface="Tahoma"/>
                          </a:defRPr>
                        </a:lvl8pPr>
                        <a:lvl9pPr marL="3657600" algn="l" defTabSz="914400" rtl="0" eaLnBrk="1" latinLnBrk="0" hangingPunct="1">
                          <a:defRPr sz="1800" b="1" kern="1200">
                            <a:solidFill>
                              <a:schemeClr val="tx1"/>
                            </a:solidFill>
                            <a:latin typeface="Tahoma"/>
                          </a:defRPr>
                        </a:lvl9pPr>
                      </a:lstStyle>
                      <a:p>
                        <a:pPr algn="ctr"/>
                        <a:r>
                          <a:rPr lang="en-US" sz="1600">
                            <a:solidFill>
                              <a:schemeClr val="bg1"/>
                            </a:solidFill>
                            <a:latin typeface="+mn-lt"/>
                          </a:rPr>
                          <a:t>Month</a:t>
                        </a:r>
                      </a:p>
                    </a:txBody>
                    <a:tcPr marL="121888" marR="121888" marT="34290" marB="34290"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pPr algn="ctr"/>
                        <a:endParaRPr lang="en-US" sz="1600"/>
                      </a:p>
                    </a:txBody>
                    <a:tcPr anchor="ctr"/>
                  </a:tc>
                  <a:tc hMerge="1">
                    <a:txBody>
                      <a:bodyPr/>
                      <a:lstStyle/>
                      <a:p>
                        <a:pPr algn="ctr"/>
                        <a:endParaRPr lang="en-US" sz="1600"/>
                      </a:p>
                    </a:txBody>
                    <a:tcPr anchor="ctr"/>
                  </a:tc>
                  <a:tc hMerge="1">
                    <a:txBody>
                      <a:bodyPr/>
                      <a:lstStyle/>
                      <a:p>
                        <a:pPr algn="ctr"/>
                        <a:endParaRPr lang="en-US" sz="1600"/>
                      </a:p>
                    </a:txBody>
                    <a:tcPr anchor="ctr"/>
                  </a:tc>
                  <a:tc hMerge="1">
                    <a:txBody>
                      <a:bodyPr/>
                      <a:lstStyle/>
                      <a:p>
                        <a:pPr algn="ctr"/>
                        <a:endParaRPr lang="en-US" sz="1600"/>
                      </a:p>
                    </a:txBody>
                    <a:tcPr anchor="ctr"/>
                  </a:tc>
                  <a:tc hMerge="1">
                    <a:txBody>
                      <a:bodyPr/>
                      <a:lstStyle/>
                      <a:p>
                        <a:pPr algn="ctr"/>
                        <a:endParaRPr lang="en-US" sz="1600"/>
                      </a:p>
                    </a:txBody>
                    <a:tcPr anchor="ctr"/>
                  </a:tc>
                  <a:tc hMerge="1">
                    <a:txBody>
                      <a:bodyPr/>
                      <a:lstStyle/>
                      <a:p>
                        <a:pPr algn="ctr"/>
                        <a:endParaRPr lang="en-US" sz="1600"/>
                      </a:p>
                    </a:txBody>
                    <a:tcPr anchor="ctr"/>
                  </a:tc>
                  <a:tc hMerge="1">
                    <a:txBody>
                      <a:bodyPr/>
                      <a:lstStyle/>
                      <a:p>
                        <a:pPr algn="ctr"/>
                        <a:endParaRPr lang="en-US" sz="1600"/>
                      </a:p>
                    </a:txBody>
                    <a:tcPr anchor="ctr"/>
                  </a:tc>
                  <a:tc hMerge="1">
                    <a:txBody>
                      <a:bodyPr/>
                      <a:lstStyle/>
                      <a:p>
                        <a:pPr algn="ctr"/>
                        <a:endParaRPr lang="en-US" sz="1600"/>
                      </a:p>
                    </a:txBody>
                    <a:tcPr anchor="ctr"/>
                  </a:tc>
                  <a:tc hMerge="1">
                    <a:txBody>
                      <a:bodyPr/>
                      <a:lstStyle/>
                      <a:p>
                        <a:pPr algn="ctr"/>
                        <a:endParaRPr lang="en-US" sz="1600"/>
                      </a:p>
                    </a:txBody>
                    <a:tcPr anchor="ctr"/>
                  </a:tc>
                  <a:tc hMerge="1">
                    <a:txBody>
                      <a:bodyPr/>
                      <a:lstStyle/>
                      <a:p>
                        <a:pPr algn="ctr"/>
                        <a:endParaRPr lang="en-US" sz="1600"/>
                      </a:p>
                    </a:txBody>
                    <a:tcPr anchor="ctr"/>
                  </a:tc>
                  <a:tc hMerge="1">
                    <a:txBody>
                      <a:bodyPr/>
                      <a:lstStyle/>
                      <a:p>
                        <a:pPr algn="ctr"/>
                        <a:endParaRPr lang="en-US" sz="1600"/>
                      </a:p>
                    </a:txBody>
                    <a:tcPr anchor="ctr"/>
                  </a:tc>
                  <a:tc hMerge="1">
                    <a:txBody>
                      <a:bodyPr/>
                      <a:lstStyle>
                        <a:lvl1pPr marL="0" algn="l" defTabSz="914400" rtl="0" eaLnBrk="1" latinLnBrk="0" hangingPunct="1">
                          <a:defRPr sz="1800" b="1" kern="1200">
                            <a:solidFill>
                              <a:schemeClr val="tx1"/>
                            </a:solidFill>
                            <a:latin typeface="Tahoma"/>
                          </a:defRPr>
                        </a:lvl1pPr>
                        <a:lvl2pPr marL="457200" algn="l" defTabSz="914400" rtl="0" eaLnBrk="1" latinLnBrk="0" hangingPunct="1">
                          <a:defRPr sz="1800" b="1" kern="1200">
                            <a:solidFill>
                              <a:schemeClr val="tx1"/>
                            </a:solidFill>
                            <a:latin typeface="Tahoma"/>
                          </a:defRPr>
                        </a:lvl2pPr>
                        <a:lvl3pPr marL="914400" algn="l" defTabSz="914400" rtl="0" eaLnBrk="1" latinLnBrk="0" hangingPunct="1">
                          <a:defRPr sz="1800" b="1" kern="1200">
                            <a:solidFill>
                              <a:schemeClr val="tx1"/>
                            </a:solidFill>
                            <a:latin typeface="Tahoma"/>
                          </a:defRPr>
                        </a:lvl3pPr>
                        <a:lvl4pPr marL="1371600" algn="l" defTabSz="914400" rtl="0" eaLnBrk="1" latinLnBrk="0" hangingPunct="1">
                          <a:defRPr sz="1800" b="1" kern="1200">
                            <a:solidFill>
                              <a:schemeClr val="tx1"/>
                            </a:solidFill>
                            <a:latin typeface="Tahoma"/>
                          </a:defRPr>
                        </a:lvl4pPr>
                        <a:lvl5pPr marL="1828800" algn="l" defTabSz="914400" rtl="0" eaLnBrk="1" latinLnBrk="0" hangingPunct="1">
                          <a:defRPr sz="1800" b="1" kern="1200">
                            <a:solidFill>
                              <a:schemeClr val="tx1"/>
                            </a:solidFill>
                            <a:latin typeface="Tahoma"/>
                          </a:defRPr>
                        </a:lvl5pPr>
                        <a:lvl6pPr marL="2286000" algn="l" defTabSz="914400" rtl="0" eaLnBrk="1" latinLnBrk="0" hangingPunct="1">
                          <a:defRPr sz="1800" b="1" kern="1200">
                            <a:solidFill>
                              <a:schemeClr val="tx1"/>
                            </a:solidFill>
                            <a:latin typeface="Tahoma"/>
                          </a:defRPr>
                        </a:lvl6pPr>
                        <a:lvl7pPr marL="2743200" algn="l" defTabSz="914400" rtl="0" eaLnBrk="1" latinLnBrk="0" hangingPunct="1">
                          <a:defRPr sz="1800" b="1" kern="1200">
                            <a:solidFill>
                              <a:schemeClr val="tx1"/>
                            </a:solidFill>
                            <a:latin typeface="Tahoma"/>
                          </a:defRPr>
                        </a:lvl7pPr>
                        <a:lvl8pPr marL="3200400" algn="l" defTabSz="914400" rtl="0" eaLnBrk="1" latinLnBrk="0" hangingPunct="1">
                          <a:defRPr sz="1800" b="1" kern="1200">
                            <a:solidFill>
                              <a:schemeClr val="tx1"/>
                            </a:solidFill>
                            <a:latin typeface="Tahoma"/>
                          </a:defRPr>
                        </a:lvl8pPr>
                        <a:lvl9pPr marL="3657600" algn="l" defTabSz="914400" rtl="0" eaLnBrk="1" latinLnBrk="0" hangingPunct="1">
                          <a:defRPr sz="1800" b="1" kern="1200">
                            <a:solidFill>
                              <a:schemeClr val="tx1"/>
                            </a:solidFill>
                            <a:latin typeface="Tahoma"/>
                          </a:defRPr>
                        </a:lvl9pPr>
                      </a:lstStyle>
                      <a:p>
                        <a:pPr algn="ctr"/>
                        <a:endParaRPr lang="en-US" sz="1600">
                          <a:solidFill>
                            <a:schemeClr val="bg1"/>
                          </a:solidFill>
                          <a:latin typeface="+mn-lt"/>
                        </a:endParaRPr>
                      </a:p>
                    </a:txBody>
                    <a:tcPr marL="121888" marR="121888"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pPr algn="ctr"/>
                        <a:endParaRPr lang="en-US" sz="1600"/>
                      </a:p>
                    </a:txBody>
                    <a:tcPr anchor="ctr"/>
                  </a:tc>
                  <a:tc hMerge="1">
                    <a:txBody>
                      <a:bodyPr/>
                      <a:lstStyle/>
                      <a:p>
                        <a:pPr algn="ctr"/>
                        <a:endParaRPr lang="en-US" sz="1600"/>
                      </a:p>
                    </a:txBody>
                    <a:tcPr anchor="ctr"/>
                  </a:tc>
                  <a:tc hMerge="1">
                    <a:txBody>
                      <a:bodyPr/>
                      <a:lstStyle/>
                      <a:p>
                        <a:pPr algn="ctr"/>
                        <a:endParaRPr lang="en-US" sz="1600"/>
                      </a:p>
                    </a:txBody>
                    <a:tcPr anchor="ctr"/>
                  </a:tc>
                  <a:tc hMerge="1">
                    <a:txBody>
                      <a:bodyPr/>
                      <a:lstStyle/>
                      <a:p>
                        <a:pPr algn="ctr"/>
                        <a:endParaRPr lang="en-US" sz="1600"/>
                      </a:p>
                    </a:txBody>
                    <a:tcPr anchor="ctr"/>
                  </a:tc>
                  <a:extLst>
                    <a:ext uri="{0D108BD9-81ED-4DB2-BD59-A6C34878D82A}">
                      <a16:rowId xmlns:a16="http://schemas.microsoft.com/office/drawing/2014/main" val="10000"/>
                    </a:ext>
                  </a:extLst>
                </a:tr>
                <a:tr h="249992">
                  <a:tc vMerge="1">
                    <a:txBody>
                      <a:bodyPr/>
                      <a:lstStyle/>
                      <a:p>
                        <a:pPr algn="ctr"/>
                        <a:endParaRPr lang="en-US" sz="1400">
                          <a:solidFill>
                            <a:schemeClr val="tx2">
                              <a:lumMod val="75000"/>
                            </a:schemeClr>
                          </a:solidFill>
                        </a:endParaRPr>
                      </a:p>
                    </a:txBody>
                    <a:tcPr anchor="ct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r>
                          <a:rPr lang="en-US" sz="1200">
                            <a:solidFill>
                              <a:schemeClr val="bg1"/>
                            </a:solidFill>
                            <a:latin typeface="+mn-lt"/>
                          </a:rPr>
                          <a:t>J</a:t>
                        </a:r>
                      </a:p>
                    </a:txBody>
                    <a:tcPr marL="121888" marR="121888"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r>
                          <a:rPr lang="en-US" sz="1200">
                            <a:solidFill>
                              <a:schemeClr val="bg1"/>
                            </a:solidFill>
                            <a:latin typeface="+mn-lt"/>
                          </a:rPr>
                          <a:t>F</a:t>
                        </a:r>
                      </a:p>
                    </a:txBody>
                    <a:tcPr marL="121888" marR="121888"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r>
                          <a:rPr lang="en-US" sz="1200">
                            <a:solidFill>
                              <a:schemeClr val="bg1"/>
                            </a:solidFill>
                            <a:latin typeface="+mn-lt"/>
                          </a:rPr>
                          <a:t>M</a:t>
                        </a:r>
                      </a:p>
                    </a:txBody>
                    <a:tcPr marL="121888" marR="121888"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r>
                          <a:rPr lang="en-US" sz="1200">
                            <a:solidFill>
                              <a:schemeClr val="bg1"/>
                            </a:solidFill>
                            <a:latin typeface="+mn-lt"/>
                          </a:rPr>
                          <a:t>A</a:t>
                        </a:r>
                      </a:p>
                    </a:txBody>
                    <a:tcPr marL="121888" marR="121888"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r>
                          <a:rPr lang="en-US" sz="1200">
                            <a:solidFill>
                              <a:schemeClr val="bg1"/>
                            </a:solidFill>
                            <a:latin typeface="+mn-lt"/>
                          </a:rPr>
                          <a:t>M</a:t>
                        </a:r>
                      </a:p>
                    </a:txBody>
                    <a:tcPr marL="121888" marR="121888"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r>
                          <a:rPr lang="en-US" sz="1200">
                            <a:solidFill>
                              <a:schemeClr val="bg1"/>
                            </a:solidFill>
                            <a:latin typeface="+mn-lt"/>
                          </a:rPr>
                          <a:t>J</a:t>
                        </a:r>
                      </a:p>
                    </a:txBody>
                    <a:tcPr marL="121888" marR="121888"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r>
                          <a:rPr lang="en-US" sz="1200">
                            <a:solidFill>
                              <a:schemeClr val="bg1"/>
                            </a:solidFill>
                            <a:latin typeface="+mn-lt"/>
                          </a:rPr>
                          <a:t>J</a:t>
                        </a:r>
                      </a:p>
                    </a:txBody>
                    <a:tcPr marL="121888" marR="121888"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r>
                          <a:rPr lang="en-US" sz="1200">
                            <a:solidFill>
                              <a:schemeClr val="bg1"/>
                            </a:solidFill>
                            <a:latin typeface="+mn-lt"/>
                          </a:rPr>
                          <a:t>A</a:t>
                        </a:r>
                      </a:p>
                    </a:txBody>
                    <a:tcPr marL="121888" marR="121888"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r>
                          <a:rPr lang="en-US" sz="1200">
                            <a:solidFill>
                              <a:schemeClr val="bg1"/>
                            </a:solidFill>
                            <a:latin typeface="+mn-lt"/>
                          </a:rPr>
                          <a:t>S</a:t>
                        </a:r>
                      </a:p>
                    </a:txBody>
                    <a:tcPr marL="121888" marR="121888"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r>
                          <a:rPr lang="en-US" sz="1200">
                            <a:solidFill>
                              <a:schemeClr val="bg1"/>
                            </a:solidFill>
                            <a:latin typeface="+mn-lt"/>
                          </a:rPr>
                          <a:t>O</a:t>
                        </a:r>
                      </a:p>
                    </a:txBody>
                    <a:tcPr marL="121888" marR="121888"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r>
                          <a:rPr lang="en-US" sz="1200">
                            <a:solidFill>
                              <a:schemeClr val="bg1"/>
                            </a:solidFill>
                            <a:latin typeface="+mn-lt"/>
                          </a:rPr>
                          <a:t>N</a:t>
                        </a:r>
                      </a:p>
                    </a:txBody>
                    <a:tcPr marL="121888" marR="121888"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r>
                          <a:rPr lang="en-US" sz="1200">
                            <a:solidFill>
                              <a:schemeClr val="bg1"/>
                            </a:solidFill>
                            <a:latin typeface="+mn-lt"/>
                          </a:rPr>
                          <a:t>D</a:t>
                        </a:r>
                      </a:p>
                    </a:txBody>
                    <a:tcPr marL="121888" marR="121888"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r>
                          <a:rPr lang="en-US" sz="1200">
                            <a:solidFill>
                              <a:schemeClr val="bg1"/>
                            </a:solidFill>
                            <a:latin typeface="+mn-lt"/>
                          </a:rPr>
                          <a:t>J</a:t>
                        </a:r>
                      </a:p>
                    </a:txBody>
                    <a:tcPr marL="121888" marR="121888"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r>
                          <a:rPr lang="en-US" sz="1200">
                            <a:solidFill>
                              <a:schemeClr val="bg1"/>
                            </a:solidFill>
                            <a:latin typeface="+mn-lt"/>
                          </a:rPr>
                          <a:t>F</a:t>
                        </a:r>
                      </a:p>
                    </a:txBody>
                    <a:tcPr marL="121888" marR="121888"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r>
                          <a:rPr lang="en-US" sz="1200">
                            <a:solidFill>
                              <a:schemeClr val="bg1"/>
                            </a:solidFill>
                            <a:latin typeface="+mn-lt"/>
                          </a:rPr>
                          <a:t>M</a:t>
                        </a:r>
                      </a:p>
                    </a:txBody>
                    <a:tcPr marL="121888" marR="121888"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r>
                          <a:rPr lang="en-US" sz="1200">
                            <a:solidFill>
                              <a:schemeClr val="bg1"/>
                            </a:solidFill>
                            <a:latin typeface="+mn-lt"/>
                          </a:rPr>
                          <a:t>A</a:t>
                        </a:r>
                      </a:p>
                    </a:txBody>
                    <a:tcPr marL="121888" marR="121888" marT="34290" marB="34290" anchor="ctr">
                      <a:lnL w="12700" cap="flat" cmpd="sng" algn="ctr">
                        <a:solidFill>
                          <a:schemeClr val="bg1"/>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r>
                          <a:rPr lang="en-US" sz="1200">
                            <a:solidFill>
                              <a:schemeClr val="bg1"/>
                            </a:solidFill>
                            <a:latin typeface="+mn-lt"/>
                          </a:rPr>
                          <a:t>M</a:t>
                        </a:r>
                      </a:p>
                    </a:txBody>
                    <a:tcPr marL="121888" marR="121888"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tx2">
                          <a:lumMod val="75000"/>
                        </a:schemeClr>
                      </a:solidFill>
                    </a:tcPr>
                  </a:tc>
                  <a:extLst>
                    <a:ext uri="{0D108BD9-81ED-4DB2-BD59-A6C34878D82A}">
                      <a16:rowId xmlns:a16="http://schemas.microsoft.com/office/drawing/2014/main" val="10001"/>
                    </a:ext>
                  </a:extLst>
                </a:tr>
                <a:tr h="501426">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l">
                          <a:lnSpc>
                            <a:spcPct val="90000"/>
                          </a:lnSpc>
                        </a:pPr>
                        <a:r>
                          <a:rPr lang="en-US" sz="1400">
                            <a:latin typeface="+mn-lt"/>
                          </a:rPr>
                          <a:t>Task or Project</a:t>
                        </a:r>
                        <a:endParaRPr lang="en-US" sz="1400">
                          <a:solidFill>
                            <a:schemeClr val="tx2">
                              <a:lumMod val="75000"/>
                            </a:schemeClr>
                          </a:solidFill>
                          <a:latin typeface="+mn-lt"/>
                        </a:endParaRPr>
                      </a:p>
                    </a:txBody>
                    <a:tcPr marL="121888" marR="1218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501426">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l">
                          <a:lnSpc>
                            <a:spcPct val="90000"/>
                          </a:lnSpc>
                        </a:pPr>
                        <a:r>
                          <a:rPr lang="en-US" sz="1400">
                            <a:latin typeface="+mn-lt"/>
                          </a:rPr>
                          <a:t>Task or Project</a:t>
                        </a:r>
                        <a:endParaRPr lang="en-US" sz="1400">
                          <a:solidFill>
                            <a:schemeClr val="tx2">
                              <a:lumMod val="75000"/>
                            </a:schemeClr>
                          </a:solidFill>
                          <a:latin typeface="+mn-lt"/>
                        </a:endParaRPr>
                      </a:p>
                    </a:txBody>
                    <a:tcPr marL="121888" marR="1218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501426">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l">
                          <a:lnSpc>
                            <a:spcPct val="90000"/>
                          </a:lnSpc>
                        </a:pPr>
                        <a:r>
                          <a:rPr lang="en-US" sz="1400">
                            <a:latin typeface="+mn-lt"/>
                          </a:rPr>
                          <a:t>Task or Project</a:t>
                        </a:r>
                        <a:endParaRPr lang="en-US" sz="1400">
                          <a:solidFill>
                            <a:schemeClr val="tx2">
                              <a:lumMod val="75000"/>
                            </a:schemeClr>
                          </a:solidFill>
                          <a:latin typeface="+mn-lt"/>
                        </a:endParaRPr>
                      </a:p>
                    </a:txBody>
                    <a:tcPr marL="121888" marR="1218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501426">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l">
                          <a:lnSpc>
                            <a:spcPct val="90000"/>
                          </a:lnSpc>
                        </a:pPr>
                        <a:r>
                          <a:rPr lang="en-US" sz="1400">
                            <a:latin typeface="+mn-lt"/>
                          </a:rPr>
                          <a:t>Task or Project</a:t>
                        </a:r>
                        <a:endParaRPr lang="en-US" sz="1400">
                          <a:solidFill>
                            <a:schemeClr val="tx2">
                              <a:lumMod val="75000"/>
                            </a:schemeClr>
                          </a:solidFill>
                          <a:latin typeface="+mn-lt"/>
                        </a:endParaRPr>
                      </a:p>
                    </a:txBody>
                    <a:tcPr marL="121888" marR="1218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501426">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l">
                          <a:lnSpc>
                            <a:spcPct val="90000"/>
                          </a:lnSpc>
                        </a:pPr>
                        <a:r>
                          <a:rPr lang="en-US" sz="1400">
                            <a:latin typeface="+mn-lt"/>
                          </a:rPr>
                          <a:t>Task or Project</a:t>
                        </a:r>
                        <a:endParaRPr lang="en-US" sz="1400">
                          <a:solidFill>
                            <a:schemeClr val="tx2">
                              <a:lumMod val="75000"/>
                            </a:schemeClr>
                          </a:solidFill>
                          <a:latin typeface="+mn-lt"/>
                        </a:endParaRPr>
                      </a:p>
                    </a:txBody>
                    <a:tcPr marL="121888" marR="1218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501426">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l">
                          <a:lnSpc>
                            <a:spcPct val="90000"/>
                          </a:lnSpc>
                        </a:pPr>
                        <a:r>
                          <a:rPr lang="en-US" sz="1400">
                            <a:latin typeface="+mn-lt"/>
                          </a:rPr>
                          <a:t>Task or Project</a:t>
                        </a:r>
                        <a:endParaRPr lang="en-US" sz="1400">
                          <a:solidFill>
                            <a:schemeClr val="tx2">
                              <a:lumMod val="75000"/>
                            </a:schemeClr>
                          </a:solidFill>
                          <a:latin typeface="+mn-lt"/>
                        </a:endParaRPr>
                      </a:p>
                    </a:txBody>
                    <a:tcPr marL="121888" marR="1218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501426">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l">
                          <a:lnSpc>
                            <a:spcPct val="90000"/>
                          </a:lnSpc>
                        </a:pPr>
                        <a:r>
                          <a:rPr lang="en-US" sz="1400">
                            <a:latin typeface="+mn-lt"/>
                          </a:rPr>
                          <a:t>Task or Project</a:t>
                        </a:r>
                        <a:endParaRPr lang="en-US" sz="1400">
                          <a:solidFill>
                            <a:schemeClr val="tx2">
                              <a:lumMod val="75000"/>
                            </a:schemeClr>
                          </a:solidFill>
                          <a:latin typeface="+mn-lt"/>
                        </a:endParaRPr>
                      </a:p>
                    </a:txBody>
                    <a:tcPr marL="121888" marR="1218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8"/>
                    </a:ext>
                  </a:extLst>
                </a:tr>
                <a:tr h="501426">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l">
                          <a:lnSpc>
                            <a:spcPct val="90000"/>
                          </a:lnSpc>
                        </a:pPr>
                        <a:r>
                          <a:rPr lang="en-US" sz="1400">
                            <a:latin typeface="+mn-lt"/>
                          </a:rPr>
                          <a:t>Task or Project</a:t>
                        </a:r>
                        <a:endParaRPr lang="en-US" sz="1400">
                          <a:solidFill>
                            <a:schemeClr val="tx2">
                              <a:lumMod val="75000"/>
                            </a:schemeClr>
                          </a:solidFill>
                          <a:latin typeface="+mn-lt"/>
                        </a:endParaRPr>
                      </a:p>
                    </a:txBody>
                    <a:tcPr marL="121888" marR="1218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Tahoma"/>
                          </a:defRPr>
                        </a:lvl1pPr>
                        <a:lvl2pPr marL="457200" algn="l" defTabSz="914400" rtl="0" eaLnBrk="1" latinLnBrk="0" hangingPunct="1">
                          <a:defRPr sz="1800" kern="1200">
                            <a:solidFill>
                              <a:schemeClr val="tx1"/>
                            </a:solidFill>
                            <a:latin typeface="Tahoma"/>
                          </a:defRPr>
                        </a:lvl2pPr>
                        <a:lvl3pPr marL="914400" algn="l" defTabSz="914400" rtl="0" eaLnBrk="1" latinLnBrk="0" hangingPunct="1">
                          <a:defRPr sz="1800" kern="1200">
                            <a:solidFill>
                              <a:schemeClr val="tx1"/>
                            </a:solidFill>
                            <a:latin typeface="Tahoma"/>
                          </a:defRPr>
                        </a:lvl3pPr>
                        <a:lvl4pPr marL="1371600" algn="l" defTabSz="914400" rtl="0" eaLnBrk="1" latinLnBrk="0" hangingPunct="1">
                          <a:defRPr sz="1800" kern="1200">
                            <a:solidFill>
                              <a:schemeClr val="tx1"/>
                            </a:solidFill>
                            <a:latin typeface="Tahoma"/>
                          </a:defRPr>
                        </a:lvl4pPr>
                        <a:lvl5pPr marL="1828800" algn="l" defTabSz="914400" rtl="0" eaLnBrk="1" latinLnBrk="0" hangingPunct="1">
                          <a:defRPr sz="1800" kern="1200">
                            <a:solidFill>
                              <a:schemeClr val="tx1"/>
                            </a:solidFill>
                            <a:latin typeface="Tahoma"/>
                          </a:defRPr>
                        </a:lvl5pPr>
                        <a:lvl6pPr marL="2286000" algn="l" defTabSz="914400" rtl="0" eaLnBrk="1" latinLnBrk="0" hangingPunct="1">
                          <a:defRPr sz="1800" kern="1200">
                            <a:solidFill>
                              <a:schemeClr val="tx1"/>
                            </a:solidFill>
                            <a:latin typeface="Tahoma"/>
                          </a:defRPr>
                        </a:lvl6pPr>
                        <a:lvl7pPr marL="2743200" algn="l" defTabSz="914400" rtl="0" eaLnBrk="1" latinLnBrk="0" hangingPunct="1">
                          <a:defRPr sz="1800" kern="1200">
                            <a:solidFill>
                              <a:schemeClr val="tx1"/>
                            </a:solidFill>
                            <a:latin typeface="Tahoma"/>
                          </a:defRPr>
                        </a:lvl7pPr>
                        <a:lvl8pPr marL="3200400" algn="l" defTabSz="914400" rtl="0" eaLnBrk="1" latinLnBrk="0" hangingPunct="1">
                          <a:defRPr sz="1800" kern="1200">
                            <a:solidFill>
                              <a:schemeClr val="tx1"/>
                            </a:solidFill>
                            <a:latin typeface="Tahoma"/>
                          </a:defRPr>
                        </a:lvl8pPr>
                        <a:lvl9pPr marL="3657600" algn="l" defTabSz="914400" rtl="0" eaLnBrk="1" latinLnBrk="0" hangingPunct="1">
                          <a:defRPr sz="1800" kern="1200">
                            <a:solidFill>
                              <a:schemeClr val="tx1"/>
                            </a:solidFill>
                            <a:latin typeface="Tahoma"/>
                          </a:defRPr>
                        </a:lvl9pPr>
                      </a:lstStyle>
                      <a:p>
                        <a:pPr algn="ctr"/>
                        <a:endParaRPr lang="en-US" sz="1100">
                          <a:solidFill>
                            <a:schemeClr val="tx2">
                              <a:lumMod val="75000"/>
                            </a:schemeClr>
                          </a:solidFill>
                          <a:latin typeface="+mn-lt"/>
                        </a:endParaRPr>
                      </a:p>
                    </a:txBody>
                    <a:tcPr marL="60944" marR="60944" marT="34290" marB="34290"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bl>
            </a:graphicData>
          </a:graphic>
        </p:graphicFrame>
        <p:sp>
          <p:nvSpPr>
            <p:cNvPr id="16" name="Rectangle 15">
              <a:extLst>
                <a:ext uri="{FF2B5EF4-FFF2-40B4-BE49-F238E27FC236}">
                  <a16:creationId xmlns:a16="http://schemas.microsoft.com/office/drawing/2014/main" id="{17EC1283-6C20-4E19-A22C-FE58C92B13CA}"/>
                </a:ext>
              </a:extLst>
            </p:cNvPr>
            <p:cNvSpPr/>
            <p:nvPr/>
          </p:nvSpPr>
          <p:spPr bwMode="gray">
            <a:xfrm>
              <a:off x="3653541" y="2249175"/>
              <a:ext cx="4092160" cy="311435"/>
            </a:xfrm>
            <a:prstGeom prst="rect">
              <a:avLst/>
            </a:prstGeom>
            <a:solidFill>
              <a:schemeClr val="accent6"/>
            </a:solidFill>
            <a:ln w="25400" cap="flat" cmpd="sng" algn="ctr">
              <a:noFill/>
              <a:prstDash val="solid"/>
              <a:miter lim="800000"/>
            </a:ln>
            <a:effectLst/>
          </p:spPr>
          <p:txBody>
            <a:bodyPr rtlCol="0" anchor="ctr"/>
            <a:lstStyle/>
            <a:p>
              <a:pPr algn="ctr">
                <a:defRPr/>
              </a:pPr>
              <a:endParaRPr lang="en-US" kern="0">
                <a:solidFill>
                  <a:srgbClr val="FFFFFF"/>
                </a:solidFill>
                <a:latin typeface="+mj-lt"/>
              </a:endParaRPr>
            </a:p>
          </p:txBody>
        </p:sp>
        <p:sp>
          <p:nvSpPr>
            <p:cNvPr id="17" name="Rectangle 16">
              <a:extLst>
                <a:ext uri="{FF2B5EF4-FFF2-40B4-BE49-F238E27FC236}">
                  <a16:creationId xmlns:a16="http://schemas.microsoft.com/office/drawing/2014/main" id="{4925F47F-5B8B-4C22-AA73-0562EA069F30}"/>
                </a:ext>
              </a:extLst>
            </p:cNvPr>
            <p:cNvSpPr/>
            <p:nvPr/>
          </p:nvSpPr>
          <p:spPr bwMode="gray">
            <a:xfrm>
              <a:off x="4635609" y="2752315"/>
              <a:ext cx="4004464" cy="311435"/>
            </a:xfrm>
            <a:prstGeom prst="rect">
              <a:avLst/>
            </a:prstGeom>
            <a:solidFill>
              <a:schemeClr val="accent6"/>
            </a:solidFill>
            <a:ln w="25400" cap="flat" cmpd="sng" algn="ctr">
              <a:noFill/>
              <a:prstDash val="solid"/>
              <a:miter lim="800000"/>
            </a:ln>
            <a:effectLst/>
          </p:spPr>
          <p:txBody>
            <a:bodyPr rtlCol="0" anchor="ctr"/>
            <a:lstStyle/>
            <a:p>
              <a:pPr algn="ctr">
                <a:defRPr/>
              </a:pPr>
              <a:endParaRPr lang="en-US" kern="0">
                <a:solidFill>
                  <a:srgbClr val="FFFFFF"/>
                </a:solidFill>
                <a:latin typeface="+mj-lt"/>
              </a:endParaRPr>
            </a:p>
          </p:txBody>
        </p:sp>
        <p:sp>
          <p:nvSpPr>
            <p:cNvPr id="18" name="Rectangle 17">
              <a:extLst>
                <a:ext uri="{FF2B5EF4-FFF2-40B4-BE49-F238E27FC236}">
                  <a16:creationId xmlns:a16="http://schemas.microsoft.com/office/drawing/2014/main" id="{0AD8C086-1DE2-4EAD-BE31-DF822F0CDE47}"/>
                </a:ext>
              </a:extLst>
            </p:cNvPr>
            <p:cNvSpPr/>
            <p:nvPr/>
          </p:nvSpPr>
          <p:spPr bwMode="gray">
            <a:xfrm>
              <a:off x="5173287" y="3255455"/>
              <a:ext cx="1502770" cy="311435"/>
            </a:xfrm>
            <a:prstGeom prst="rect">
              <a:avLst/>
            </a:prstGeom>
            <a:solidFill>
              <a:schemeClr val="accent6"/>
            </a:solidFill>
            <a:ln w="25400" cap="flat" cmpd="sng" algn="ctr">
              <a:noFill/>
              <a:prstDash val="solid"/>
              <a:miter lim="800000"/>
            </a:ln>
            <a:effectLst/>
          </p:spPr>
          <p:txBody>
            <a:bodyPr rtlCol="0" anchor="ctr"/>
            <a:lstStyle/>
            <a:p>
              <a:pPr algn="ctr">
                <a:defRPr/>
              </a:pPr>
              <a:endParaRPr lang="en-US" kern="0">
                <a:solidFill>
                  <a:srgbClr val="FFFFFF"/>
                </a:solidFill>
                <a:latin typeface="+mj-lt"/>
              </a:endParaRPr>
            </a:p>
          </p:txBody>
        </p:sp>
        <p:sp>
          <p:nvSpPr>
            <p:cNvPr id="19" name="Rectangle 18">
              <a:extLst>
                <a:ext uri="{FF2B5EF4-FFF2-40B4-BE49-F238E27FC236}">
                  <a16:creationId xmlns:a16="http://schemas.microsoft.com/office/drawing/2014/main" id="{7BFDD25D-FFC1-4051-859A-BDEF456F10C6}"/>
                </a:ext>
              </a:extLst>
            </p:cNvPr>
            <p:cNvSpPr/>
            <p:nvPr/>
          </p:nvSpPr>
          <p:spPr bwMode="gray">
            <a:xfrm>
              <a:off x="6477120" y="3758595"/>
              <a:ext cx="4083875" cy="311435"/>
            </a:xfrm>
            <a:prstGeom prst="rect">
              <a:avLst/>
            </a:prstGeom>
            <a:solidFill>
              <a:schemeClr val="accent6"/>
            </a:solidFill>
            <a:ln w="25400" cap="flat" cmpd="sng" algn="ctr">
              <a:noFill/>
              <a:prstDash val="solid"/>
              <a:miter lim="800000"/>
            </a:ln>
            <a:effectLst/>
          </p:spPr>
          <p:txBody>
            <a:bodyPr rtlCol="0" anchor="ctr"/>
            <a:lstStyle/>
            <a:p>
              <a:pPr algn="ctr">
                <a:defRPr/>
              </a:pPr>
              <a:endParaRPr lang="en-US" kern="0">
                <a:solidFill>
                  <a:srgbClr val="FFFFFF"/>
                </a:solidFill>
                <a:latin typeface="+mj-lt"/>
              </a:endParaRPr>
            </a:p>
          </p:txBody>
        </p:sp>
        <p:sp>
          <p:nvSpPr>
            <p:cNvPr id="20" name="Rectangle 19">
              <a:extLst>
                <a:ext uri="{FF2B5EF4-FFF2-40B4-BE49-F238E27FC236}">
                  <a16:creationId xmlns:a16="http://schemas.microsoft.com/office/drawing/2014/main" id="{14E7F252-05B5-42E0-87B7-4B374E68BEC7}"/>
                </a:ext>
              </a:extLst>
            </p:cNvPr>
            <p:cNvSpPr/>
            <p:nvPr/>
          </p:nvSpPr>
          <p:spPr bwMode="gray">
            <a:xfrm>
              <a:off x="9328925" y="4261735"/>
              <a:ext cx="1213608" cy="311435"/>
            </a:xfrm>
            <a:prstGeom prst="rect">
              <a:avLst/>
            </a:prstGeom>
            <a:solidFill>
              <a:schemeClr val="accent6"/>
            </a:solidFill>
            <a:ln w="25400" cap="flat" cmpd="sng" algn="ctr">
              <a:noFill/>
              <a:prstDash val="solid"/>
              <a:miter lim="800000"/>
            </a:ln>
            <a:effectLst/>
          </p:spPr>
          <p:txBody>
            <a:bodyPr rtlCol="0" anchor="ctr"/>
            <a:lstStyle/>
            <a:p>
              <a:pPr algn="ctr">
                <a:defRPr/>
              </a:pPr>
              <a:endParaRPr lang="en-US" kern="0">
                <a:solidFill>
                  <a:srgbClr val="FFFFFF"/>
                </a:solidFill>
                <a:latin typeface="+mj-lt"/>
              </a:endParaRPr>
            </a:p>
          </p:txBody>
        </p:sp>
        <p:sp>
          <p:nvSpPr>
            <p:cNvPr id="21" name="Rectangle 20">
              <a:extLst>
                <a:ext uri="{FF2B5EF4-FFF2-40B4-BE49-F238E27FC236}">
                  <a16:creationId xmlns:a16="http://schemas.microsoft.com/office/drawing/2014/main" id="{4720686E-4FD5-41AD-A0E7-2D810EF9A11C}"/>
                </a:ext>
              </a:extLst>
            </p:cNvPr>
            <p:cNvSpPr/>
            <p:nvPr/>
          </p:nvSpPr>
          <p:spPr bwMode="gray">
            <a:xfrm>
              <a:off x="7913165" y="4764875"/>
              <a:ext cx="3575102" cy="311435"/>
            </a:xfrm>
            <a:prstGeom prst="rect">
              <a:avLst/>
            </a:prstGeom>
            <a:solidFill>
              <a:schemeClr val="accent6"/>
            </a:solidFill>
            <a:ln w="25400" cap="flat" cmpd="sng" algn="ctr">
              <a:noFill/>
              <a:prstDash val="solid"/>
              <a:miter lim="800000"/>
            </a:ln>
            <a:effectLst/>
          </p:spPr>
          <p:txBody>
            <a:bodyPr rtlCol="0" anchor="ctr"/>
            <a:lstStyle/>
            <a:p>
              <a:pPr algn="ctr">
                <a:defRPr/>
              </a:pPr>
              <a:endParaRPr lang="en-US" kern="0">
                <a:solidFill>
                  <a:srgbClr val="FFFFFF"/>
                </a:solidFill>
                <a:latin typeface="+mj-lt"/>
              </a:endParaRPr>
            </a:p>
          </p:txBody>
        </p:sp>
        <p:sp>
          <p:nvSpPr>
            <p:cNvPr id="22" name="Rectangle 21">
              <a:extLst>
                <a:ext uri="{FF2B5EF4-FFF2-40B4-BE49-F238E27FC236}">
                  <a16:creationId xmlns:a16="http://schemas.microsoft.com/office/drawing/2014/main" id="{DF63F75D-3D04-4170-A75C-5C9D33C3B03B}"/>
                </a:ext>
              </a:extLst>
            </p:cNvPr>
            <p:cNvSpPr/>
            <p:nvPr/>
          </p:nvSpPr>
          <p:spPr bwMode="gray">
            <a:xfrm>
              <a:off x="9328925" y="5268015"/>
              <a:ext cx="2159343" cy="311435"/>
            </a:xfrm>
            <a:prstGeom prst="rect">
              <a:avLst/>
            </a:prstGeom>
            <a:solidFill>
              <a:schemeClr val="accent6"/>
            </a:solidFill>
            <a:ln w="25400" cap="flat" cmpd="sng" algn="ctr">
              <a:noFill/>
              <a:prstDash val="solid"/>
              <a:miter lim="800000"/>
            </a:ln>
            <a:effectLst/>
          </p:spPr>
          <p:txBody>
            <a:bodyPr rtlCol="0" anchor="ctr"/>
            <a:lstStyle/>
            <a:p>
              <a:pPr algn="ctr">
                <a:defRPr/>
              </a:pPr>
              <a:endParaRPr lang="en-US" kern="0">
                <a:solidFill>
                  <a:srgbClr val="FFFFFF"/>
                </a:solidFill>
                <a:latin typeface="+mj-lt"/>
              </a:endParaRPr>
            </a:p>
          </p:txBody>
        </p:sp>
        <p:sp>
          <p:nvSpPr>
            <p:cNvPr id="23" name="Rectangle 22">
              <a:extLst>
                <a:ext uri="{FF2B5EF4-FFF2-40B4-BE49-F238E27FC236}">
                  <a16:creationId xmlns:a16="http://schemas.microsoft.com/office/drawing/2014/main" id="{9ED94029-A802-45AE-99CD-BB009540E833}"/>
                </a:ext>
              </a:extLst>
            </p:cNvPr>
            <p:cNvSpPr/>
            <p:nvPr/>
          </p:nvSpPr>
          <p:spPr bwMode="gray">
            <a:xfrm>
              <a:off x="8371846" y="5771155"/>
              <a:ext cx="3210554" cy="311435"/>
            </a:xfrm>
            <a:prstGeom prst="rect">
              <a:avLst/>
            </a:prstGeom>
            <a:solidFill>
              <a:schemeClr val="accent6"/>
            </a:solidFill>
            <a:ln w="25400" cap="flat" cmpd="sng" algn="ctr">
              <a:noFill/>
              <a:prstDash val="solid"/>
              <a:miter lim="800000"/>
            </a:ln>
            <a:effectLst/>
          </p:spPr>
          <p:txBody>
            <a:bodyPr rtlCol="0" anchor="ctr"/>
            <a:lstStyle/>
            <a:p>
              <a:pPr algn="ctr">
                <a:defRPr/>
              </a:pPr>
              <a:endParaRPr lang="en-US" kern="0">
                <a:solidFill>
                  <a:srgbClr val="FFFFFF"/>
                </a:solidFill>
                <a:latin typeface="+mj-lt"/>
              </a:endParaRPr>
            </a:p>
          </p:txBody>
        </p:sp>
      </p:grpSp>
    </p:spTree>
    <p:extLst>
      <p:ext uri="{BB962C8B-B14F-4D97-AF65-F5344CB8AC3E}">
        <p14:creationId xmlns:p14="http://schemas.microsoft.com/office/powerpoint/2010/main" val="3228086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3011" y="264872"/>
            <a:ext cx="11329416" cy="454220"/>
          </a:xfrm>
        </p:spPr>
        <p:txBody>
          <a:bodyPr/>
          <a:lstStyle/>
          <a:p>
            <a:r>
              <a:rPr lang="en-US"/>
              <a:t>Sample Matrix: Criteria Comparison</a:t>
            </a:r>
          </a:p>
        </p:txBody>
      </p:sp>
      <p:graphicFrame>
        <p:nvGraphicFramePr>
          <p:cNvPr id="9" name="Content Placeholder 7">
            <a:extLst>
              <a:ext uri="{FF2B5EF4-FFF2-40B4-BE49-F238E27FC236}">
                <a16:creationId xmlns:a16="http://schemas.microsoft.com/office/drawing/2014/main" id="{B453BB45-51E5-4804-868A-EC5F0FDE3C22}"/>
              </a:ext>
            </a:extLst>
          </p:cNvPr>
          <p:cNvGraphicFramePr>
            <a:graphicFrameLocks/>
          </p:cNvGraphicFramePr>
          <p:nvPr/>
        </p:nvGraphicFramePr>
        <p:xfrm>
          <a:off x="352424" y="1562100"/>
          <a:ext cx="11496675" cy="4173705"/>
        </p:xfrm>
        <a:graphic>
          <a:graphicData uri="http://schemas.openxmlformats.org/drawingml/2006/table">
            <a:tbl>
              <a:tblPr firstRow="1" bandRow="1">
                <a:tableStyleId>{073A0DAA-6AF3-43AB-8588-CEC1D06C72B9}</a:tableStyleId>
              </a:tblPr>
              <a:tblGrid>
                <a:gridCol w="6543618">
                  <a:extLst>
                    <a:ext uri="{9D8B030D-6E8A-4147-A177-3AD203B41FA5}">
                      <a16:colId xmlns:a16="http://schemas.microsoft.com/office/drawing/2014/main" val="20000"/>
                    </a:ext>
                  </a:extLst>
                </a:gridCol>
                <a:gridCol w="1651019">
                  <a:extLst>
                    <a:ext uri="{9D8B030D-6E8A-4147-A177-3AD203B41FA5}">
                      <a16:colId xmlns:a16="http://schemas.microsoft.com/office/drawing/2014/main" val="20001"/>
                    </a:ext>
                  </a:extLst>
                </a:gridCol>
                <a:gridCol w="1651019">
                  <a:extLst>
                    <a:ext uri="{9D8B030D-6E8A-4147-A177-3AD203B41FA5}">
                      <a16:colId xmlns:a16="http://schemas.microsoft.com/office/drawing/2014/main" val="20002"/>
                    </a:ext>
                  </a:extLst>
                </a:gridCol>
                <a:gridCol w="1651019">
                  <a:extLst>
                    <a:ext uri="{9D8B030D-6E8A-4147-A177-3AD203B41FA5}">
                      <a16:colId xmlns:a16="http://schemas.microsoft.com/office/drawing/2014/main" val="20003"/>
                    </a:ext>
                  </a:extLst>
                </a:gridCol>
              </a:tblGrid>
              <a:tr h="463745">
                <a:tc>
                  <a:txBody>
                    <a:bodyPr/>
                    <a:lstStyle/>
                    <a:p>
                      <a:endParaRPr lang="en-US" sz="1100"/>
                    </a:p>
                  </a:txBody>
                  <a:tcPr marL="121888" marR="121888" marT="34290" marB="34290" anchor="b">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1600"/>
                        <a:t>Customer</a:t>
                      </a:r>
                      <a:endParaRPr lang="en-US" sz="1600" b="1">
                        <a:solidFill>
                          <a:schemeClr val="bg1"/>
                        </a:solidFill>
                      </a:endParaRPr>
                    </a:p>
                  </a:txBody>
                  <a:tcPr marL="121888" marR="121888" marT="34290" marB="3429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algn="ctr"/>
                      <a:r>
                        <a:rPr lang="en-US" sz="1600"/>
                        <a:t>Partner</a:t>
                      </a:r>
                      <a:endParaRPr lang="en-US" sz="1600" b="1">
                        <a:solidFill>
                          <a:schemeClr val="bg1"/>
                        </a:solidFill>
                      </a:endParaRPr>
                    </a:p>
                  </a:txBody>
                  <a:tcPr marL="121888" marR="121888" marT="34290" marB="3429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lumMod val="75000"/>
                      </a:schemeClr>
                    </a:solidFill>
                  </a:tcPr>
                </a:tc>
                <a:tc>
                  <a:txBody>
                    <a:bodyPr/>
                    <a:lstStyle/>
                    <a:p>
                      <a:pPr algn="ctr"/>
                      <a:r>
                        <a:rPr lang="en-US" sz="1600" kern="1200"/>
                        <a:t>Fortinet</a:t>
                      </a:r>
                      <a:endParaRPr lang="en-US" sz="1600" b="1" kern="1200">
                        <a:solidFill>
                          <a:schemeClr val="bg1"/>
                        </a:solidFill>
                        <a:latin typeface="+mn-lt"/>
                        <a:ea typeface="+mn-ea"/>
                        <a:cs typeface="+mn-cs"/>
                      </a:endParaRPr>
                    </a:p>
                  </a:txBody>
                  <a:tcPr marL="121888" marR="121888" marT="34290" marB="3429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0"/>
                  </a:ext>
                </a:extLst>
              </a:tr>
              <a:tr h="463745">
                <a:tc>
                  <a:txBody>
                    <a:bodyPr/>
                    <a:lstStyle/>
                    <a:p>
                      <a:pPr>
                        <a:lnSpc>
                          <a:spcPct val="90000"/>
                        </a:lnSpc>
                      </a:pPr>
                      <a:r>
                        <a:rPr lang="en-US" sz="1600"/>
                        <a:t>Criteria Here</a:t>
                      </a:r>
                      <a:endParaRPr lang="en-US" sz="1600">
                        <a:solidFill>
                          <a:schemeClr val="tx1"/>
                        </a:solidFill>
                      </a:endParaRPr>
                    </a:p>
                  </a:txBody>
                  <a:tcPr marL="121888" marR="121888" marT="34290" marB="3429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2">
                        <a:lumMod val="40000"/>
                        <a:lumOff val="60000"/>
                      </a:schemeClr>
                    </a:solidFill>
                  </a:tcPr>
                </a:tc>
                <a:tc>
                  <a:txBody>
                    <a:bodyPr/>
                    <a:lstStyle/>
                    <a:p>
                      <a:pPr algn="ctr"/>
                      <a:endParaRPr lang="en-US" sz="2400">
                        <a:solidFill>
                          <a:schemeClr val="accent5"/>
                        </a:solidFill>
                      </a:endParaRPr>
                    </a:p>
                  </a:txBody>
                  <a:tcPr marL="121888" marR="121888" marT="34290" marB="3429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2">
                        <a:lumMod val="40000"/>
                        <a:lumOff val="60000"/>
                      </a:schemeClr>
                    </a:solidFill>
                  </a:tcPr>
                </a:tc>
                <a:tc>
                  <a:txBody>
                    <a:bodyPr/>
                    <a:lstStyle/>
                    <a:p>
                      <a:pPr algn="ctr"/>
                      <a:r>
                        <a:rPr lang="en-US" sz="2400">
                          <a:sym typeface="Wingdings"/>
                        </a:rPr>
                        <a:t></a:t>
                      </a:r>
                      <a:endParaRPr lang="en-US" sz="2400">
                        <a:solidFill>
                          <a:schemeClr val="accent4"/>
                        </a:solidFill>
                      </a:endParaRPr>
                    </a:p>
                  </a:txBody>
                  <a:tcPr marL="121888" marR="121888" marT="34290" marB="3429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2">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u="none" strike="noStrike" kern="1200" cap="none" spc="0" normalizeH="0" baseline="0" noProof="0">
                          <a:ln>
                            <a:noFill/>
                          </a:ln>
                          <a:solidFill>
                            <a:schemeClr val="accent6"/>
                          </a:solidFill>
                          <a:effectLst/>
                          <a:uLnTx/>
                          <a:uFillTx/>
                          <a:sym typeface="Wingdings"/>
                        </a:rPr>
                        <a:t></a:t>
                      </a:r>
                      <a:endParaRPr kumimoji="0" lang="en-US" sz="2400" b="0" i="0" u="none" strike="noStrike" kern="1200" cap="none" spc="0" normalizeH="0" baseline="0" noProof="0">
                        <a:ln>
                          <a:noFill/>
                        </a:ln>
                        <a:solidFill>
                          <a:schemeClr val="accent6"/>
                        </a:solidFill>
                        <a:effectLst/>
                        <a:uLnTx/>
                        <a:uFillTx/>
                        <a:latin typeface="+mn-lt"/>
                        <a:ea typeface="+mn-ea"/>
                        <a:cs typeface="+mn-cs"/>
                      </a:endParaRPr>
                    </a:p>
                  </a:txBody>
                  <a:tcPr marL="121888" marR="121888" marT="34290" marB="3429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2">
                        <a:lumMod val="40000"/>
                        <a:lumOff val="60000"/>
                      </a:schemeClr>
                    </a:solidFill>
                  </a:tcPr>
                </a:tc>
                <a:extLst>
                  <a:ext uri="{0D108BD9-81ED-4DB2-BD59-A6C34878D82A}">
                    <a16:rowId xmlns:a16="http://schemas.microsoft.com/office/drawing/2014/main" val="10001"/>
                  </a:ext>
                </a:extLst>
              </a:tr>
              <a:tr h="463745">
                <a:tc>
                  <a:txBody>
                    <a:bodyPr/>
                    <a:lstStyle/>
                    <a:p>
                      <a:pPr>
                        <a:lnSpc>
                          <a:spcPct val="90000"/>
                        </a:lnSpc>
                      </a:pPr>
                      <a:r>
                        <a:rPr lang="en-US" sz="1600"/>
                        <a:t>Criteria Here</a:t>
                      </a:r>
                      <a:endParaRPr lang="en-US" sz="1600">
                        <a:solidFill>
                          <a:schemeClr val="tx1"/>
                        </a:solidFill>
                      </a:endParaRPr>
                    </a:p>
                  </a:txBody>
                  <a:tcPr marL="121888" marR="121888"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2400">
                          <a:sym typeface="Wingdings"/>
                        </a:rPr>
                        <a:t></a:t>
                      </a:r>
                      <a:endParaRPr lang="en-US" sz="2400">
                        <a:solidFill>
                          <a:schemeClr val="accent5"/>
                        </a:solidFill>
                      </a:endParaRPr>
                    </a:p>
                  </a:txBody>
                  <a:tcPr marL="121888" marR="121888"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sz="2400">
                        <a:solidFill>
                          <a:schemeClr val="accent4"/>
                        </a:solidFill>
                      </a:endParaRPr>
                    </a:p>
                  </a:txBody>
                  <a:tcPr marL="121888" marR="121888"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sz="2400">
                        <a:solidFill>
                          <a:schemeClr val="accent6"/>
                        </a:solidFill>
                      </a:endParaRPr>
                    </a:p>
                  </a:txBody>
                  <a:tcPr marL="121888" marR="121888"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63745">
                <a:tc>
                  <a:txBody>
                    <a:bodyPr/>
                    <a:lstStyle/>
                    <a:p>
                      <a:pPr>
                        <a:lnSpc>
                          <a:spcPct val="90000"/>
                        </a:lnSpc>
                      </a:pPr>
                      <a:r>
                        <a:rPr lang="en-US" sz="1600"/>
                        <a:t>Criteria Here</a:t>
                      </a:r>
                      <a:endParaRPr lang="en-US" sz="1600">
                        <a:solidFill>
                          <a:schemeClr val="tx1"/>
                        </a:solidFill>
                      </a:endParaRPr>
                    </a:p>
                  </a:txBody>
                  <a:tcPr marL="121888" marR="121888"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40000"/>
                        <a:lumOff val="60000"/>
                      </a:schemeClr>
                    </a:solidFill>
                  </a:tcPr>
                </a:tc>
                <a:tc>
                  <a:txBody>
                    <a:bodyPr/>
                    <a:lstStyle/>
                    <a:p>
                      <a:pPr algn="ctr"/>
                      <a:r>
                        <a:rPr lang="en-US" sz="2400">
                          <a:sym typeface="Wingdings"/>
                        </a:rPr>
                        <a:t></a:t>
                      </a:r>
                      <a:endParaRPr lang="en-US" sz="2400">
                        <a:solidFill>
                          <a:schemeClr val="accent5"/>
                        </a:solidFill>
                      </a:endParaRPr>
                    </a:p>
                  </a:txBody>
                  <a:tcPr marL="121888" marR="121888"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40000"/>
                        <a:lumOff val="60000"/>
                      </a:schemeClr>
                    </a:solidFill>
                  </a:tcPr>
                </a:tc>
                <a:tc>
                  <a:txBody>
                    <a:bodyPr/>
                    <a:lstStyle/>
                    <a:p>
                      <a:pPr algn="ctr"/>
                      <a:r>
                        <a:rPr lang="en-US" sz="2400">
                          <a:sym typeface="Wingdings"/>
                        </a:rPr>
                        <a:t></a:t>
                      </a:r>
                      <a:endParaRPr lang="en-US" sz="2400">
                        <a:solidFill>
                          <a:schemeClr val="accent4"/>
                        </a:solidFill>
                      </a:endParaRPr>
                    </a:p>
                  </a:txBody>
                  <a:tcPr marL="121888" marR="121888"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40000"/>
                        <a:lumOff val="60000"/>
                      </a:schemeClr>
                    </a:solidFill>
                  </a:tcPr>
                </a:tc>
                <a:tc>
                  <a:txBody>
                    <a:bodyPr/>
                    <a:lstStyle/>
                    <a:p>
                      <a:pPr algn="ctr"/>
                      <a:r>
                        <a:rPr lang="en-US" sz="2400">
                          <a:solidFill>
                            <a:schemeClr val="accent6"/>
                          </a:solidFill>
                          <a:sym typeface="Wingdings"/>
                        </a:rPr>
                        <a:t></a:t>
                      </a:r>
                      <a:endParaRPr lang="en-US" sz="2400">
                        <a:solidFill>
                          <a:schemeClr val="accent6"/>
                        </a:solidFill>
                      </a:endParaRPr>
                    </a:p>
                  </a:txBody>
                  <a:tcPr marL="121888" marR="121888"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40000"/>
                        <a:lumOff val="60000"/>
                      </a:schemeClr>
                    </a:solidFill>
                  </a:tcPr>
                </a:tc>
                <a:extLst>
                  <a:ext uri="{0D108BD9-81ED-4DB2-BD59-A6C34878D82A}">
                    <a16:rowId xmlns:a16="http://schemas.microsoft.com/office/drawing/2014/main" val="10003"/>
                  </a:ext>
                </a:extLst>
              </a:tr>
              <a:tr h="463745">
                <a:tc>
                  <a:txBody>
                    <a:bodyPr/>
                    <a:lstStyle/>
                    <a:p>
                      <a:pPr>
                        <a:lnSpc>
                          <a:spcPct val="90000"/>
                        </a:lnSpc>
                      </a:pPr>
                      <a:r>
                        <a:rPr lang="en-US" sz="1600"/>
                        <a:t>Criteria Here</a:t>
                      </a:r>
                      <a:endParaRPr lang="en-US" sz="1600">
                        <a:solidFill>
                          <a:schemeClr val="tx1"/>
                        </a:solidFill>
                      </a:endParaRPr>
                    </a:p>
                  </a:txBody>
                  <a:tcPr marL="121888" marR="121888"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sz="2400">
                        <a:solidFill>
                          <a:schemeClr val="accent5"/>
                        </a:solidFill>
                      </a:endParaRPr>
                    </a:p>
                  </a:txBody>
                  <a:tcPr marL="121888" marR="121888"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2400">
                          <a:sym typeface="Wingdings"/>
                        </a:rPr>
                        <a:t></a:t>
                      </a:r>
                      <a:endParaRPr lang="en-US" sz="2400">
                        <a:solidFill>
                          <a:schemeClr val="accent4"/>
                        </a:solidFill>
                      </a:endParaRPr>
                    </a:p>
                  </a:txBody>
                  <a:tcPr marL="121888" marR="121888"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2400">
                          <a:solidFill>
                            <a:schemeClr val="accent6"/>
                          </a:solidFill>
                          <a:sym typeface="Wingdings"/>
                        </a:rPr>
                        <a:t></a:t>
                      </a:r>
                      <a:endParaRPr lang="en-US" sz="2400">
                        <a:solidFill>
                          <a:schemeClr val="accent6"/>
                        </a:solidFill>
                      </a:endParaRPr>
                    </a:p>
                  </a:txBody>
                  <a:tcPr marL="121888" marR="121888"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463745">
                <a:tc>
                  <a:txBody>
                    <a:bodyPr/>
                    <a:lstStyle/>
                    <a:p>
                      <a:pPr>
                        <a:lnSpc>
                          <a:spcPct val="90000"/>
                        </a:lnSpc>
                      </a:pPr>
                      <a:r>
                        <a:rPr lang="en-US" sz="1600"/>
                        <a:t>Criteria Here</a:t>
                      </a:r>
                      <a:endParaRPr lang="en-US" sz="1600">
                        <a:solidFill>
                          <a:schemeClr val="tx1"/>
                        </a:solidFill>
                      </a:endParaRPr>
                    </a:p>
                  </a:txBody>
                  <a:tcPr marL="121888" marR="121888"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40000"/>
                        <a:lumOff val="60000"/>
                      </a:schemeClr>
                    </a:solidFill>
                  </a:tcPr>
                </a:tc>
                <a:tc>
                  <a:txBody>
                    <a:bodyPr/>
                    <a:lstStyle/>
                    <a:p>
                      <a:pPr algn="ctr"/>
                      <a:endParaRPr lang="en-US" sz="2400">
                        <a:solidFill>
                          <a:schemeClr val="accent5"/>
                        </a:solidFill>
                      </a:endParaRPr>
                    </a:p>
                  </a:txBody>
                  <a:tcPr marL="121888" marR="121888"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40000"/>
                        <a:lumOff val="60000"/>
                      </a:schemeClr>
                    </a:solidFill>
                  </a:tcPr>
                </a:tc>
                <a:tc>
                  <a:txBody>
                    <a:bodyPr/>
                    <a:lstStyle/>
                    <a:p>
                      <a:pPr algn="ctr"/>
                      <a:endParaRPr lang="en-US" sz="2400">
                        <a:solidFill>
                          <a:schemeClr val="accent4"/>
                        </a:solidFill>
                      </a:endParaRPr>
                    </a:p>
                  </a:txBody>
                  <a:tcPr marL="121888" marR="121888"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40000"/>
                        <a:lumOff val="60000"/>
                      </a:schemeClr>
                    </a:solidFill>
                  </a:tcPr>
                </a:tc>
                <a:tc>
                  <a:txBody>
                    <a:bodyPr/>
                    <a:lstStyle/>
                    <a:p>
                      <a:pPr algn="ctr"/>
                      <a:r>
                        <a:rPr lang="en-US" sz="2400">
                          <a:solidFill>
                            <a:schemeClr val="accent6"/>
                          </a:solidFill>
                          <a:sym typeface="Wingdings"/>
                        </a:rPr>
                        <a:t></a:t>
                      </a:r>
                      <a:endParaRPr lang="en-US" sz="2400">
                        <a:solidFill>
                          <a:schemeClr val="accent6"/>
                        </a:solidFill>
                      </a:endParaRPr>
                    </a:p>
                  </a:txBody>
                  <a:tcPr marL="121888" marR="121888"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40000"/>
                        <a:lumOff val="60000"/>
                      </a:schemeClr>
                    </a:solidFill>
                  </a:tcPr>
                </a:tc>
                <a:extLst>
                  <a:ext uri="{0D108BD9-81ED-4DB2-BD59-A6C34878D82A}">
                    <a16:rowId xmlns:a16="http://schemas.microsoft.com/office/drawing/2014/main" val="10005"/>
                  </a:ext>
                </a:extLst>
              </a:tr>
              <a:tr h="463745">
                <a:tc>
                  <a:txBody>
                    <a:bodyPr/>
                    <a:lstStyle/>
                    <a:p>
                      <a:pPr>
                        <a:lnSpc>
                          <a:spcPct val="90000"/>
                        </a:lnSpc>
                      </a:pPr>
                      <a:r>
                        <a:rPr lang="en-US" sz="1600"/>
                        <a:t>Criteria Here</a:t>
                      </a:r>
                      <a:endParaRPr lang="en-US" sz="1600">
                        <a:solidFill>
                          <a:schemeClr val="tx1"/>
                        </a:solidFill>
                      </a:endParaRPr>
                    </a:p>
                  </a:txBody>
                  <a:tcPr marL="121888" marR="121888"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endParaRPr lang="en-US" sz="2400">
                        <a:solidFill>
                          <a:schemeClr val="accent5"/>
                        </a:solidFill>
                      </a:endParaRPr>
                    </a:p>
                  </a:txBody>
                  <a:tcPr marL="121888" marR="121888"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2400">
                          <a:sym typeface="Wingdings"/>
                        </a:rPr>
                        <a:t></a:t>
                      </a:r>
                      <a:endParaRPr lang="en-US" sz="2400">
                        <a:solidFill>
                          <a:schemeClr val="accent4"/>
                        </a:solidFill>
                      </a:endParaRPr>
                    </a:p>
                  </a:txBody>
                  <a:tcPr marL="121888" marR="121888"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2400">
                          <a:solidFill>
                            <a:schemeClr val="accent6"/>
                          </a:solidFill>
                          <a:sym typeface="Wingdings"/>
                        </a:rPr>
                        <a:t></a:t>
                      </a:r>
                      <a:endParaRPr lang="en-US" sz="2400">
                        <a:solidFill>
                          <a:schemeClr val="accent6"/>
                        </a:solidFill>
                      </a:endParaRPr>
                    </a:p>
                  </a:txBody>
                  <a:tcPr marL="121888" marR="121888"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63745">
                <a:tc>
                  <a:txBody>
                    <a:bodyPr/>
                    <a:lstStyle/>
                    <a:p>
                      <a:pPr>
                        <a:lnSpc>
                          <a:spcPct val="90000"/>
                        </a:lnSpc>
                      </a:pPr>
                      <a:r>
                        <a:rPr lang="en-US" sz="1600"/>
                        <a:t>Criteria Here</a:t>
                      </a:r>
                      <a:endParaRPr lang="en-US" sz="1600">
                        <a:solidFill>
                          <a:schemeClr val="tx1"/>
                        </a:solidFill>
                      </a:endParaRPr>
                    </a:p>
                  </a:txBody>
                  <a:tcPr marL="121888" marR="121888"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40000"/>
                        <a:lumOff val="60000"/>
                      </a:schemeClr>
                    </a:solidFill>
                  </a:tcPr>
                </a:tc>
                <a:tc>
                  <a:txBody>
                    <a:bodyPr/>
                    <a:lstStyle/>
                    <a:p>
                      <a:pPr algn="ctr"/>
                      <a:endParaRPr lang="en-US" sz="2400">
                        <a:solidFill>
                          <a:schemeClr val="accent5"/>
                        </a:solidFill>
                      </a:endParaRPr>
                    </a:p>
                  </a:txBody>
                  <a:tcPr marL="121888" marR="121888"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40000"/>
                        <a:lumOff val="60000"/>
                      </a:schemeClr>
                    </a:solidFill>
                  </a:tcPr>
                </a:tc>
                <a:tc>
                  <a:txBody>
                    <a:bodyPr/>
                    <a:lstStyle/>
                    <a:p>
                      <a:pPr algn="ctr"/>
                      <a:r>
                        <a:rPr lang="en-US" sz="2400">
                          <a:sym typeface="Wingdings"/>
                        </a:rPr>
                        <a:t></a:t>
                      </a:r>
                      <a:endParaRPr lang="en-US" sz="2400">
                        <a:solidFill>
                          <a:schemeClr val="accent4"/>
                        </a:solidFill>
                      </a:endParaRPr>
                    </a:p>
                  </a:txBody>
                  <a:tcPr marL="121888" marR="121888"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40000"/>
                        <a:lumOff val="60000"/>
                      </a:schemeClr>
                    </a:solidFill>
                  </a:tcPr>
                </a:tc>
                <a:tc>
                  <a:txBody>
                    <a:bodyPr/>
                    <a:lstStyle/>
                    <a:p>
                      <a:pPr algn="ctr"/>
                      <a:r>
                        <a:rPr lang="en-US" sz="2400">
                          <a:solidFill>
                            <a:schemeClr val="accent6"/>
                          </a:solidFill>
                          <a:sym typeface="Wingdings"/>
                        </a:rPr>
                        <a:t></a:t>
                      </a:r>
                      <a:endParaRPr lang="en-US" sz="2400">
                        <a:solidFill>
                          <a:schemeClr val="accent6"/>
                        </a:solidFill>
                      </a:endParaRPr>
                    </a:p>
                  </a:txBody>
                  <a:tcPr marL="121888" marR="121888"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40000"/>
                        <a:lumOff val="60000"/>
                      </a:schemeClr>
                    </a:solidFill>
                  </a:tcPr>
                </a:tc>
                <a:extLst>
                  <a:ext uri="{0D108BD9-81ED-4DB2-BD59-A6C34878D82A}">
                    <a16:rowId xmlns:a16="http://schemas.microsoft.com/office/drawing/2014/main" val="10007"/>
                  </a:ext>
                </a:extLst>
              </a:tr>
              <a:tr h="463745">
                <a:tc>
                  <a:txBody>
                    <a:bodyPr/>
                    <a:lstStyle/>
                    <a:p>
                      <a:pPr>
                        <a:lnSpc>
                          <a:spcPct val="90000"/>
                        </a:lnSpc>
                      </a:pPr>
                      <a:r>
                        <a:rPr lang="en-US" sz="1600"/>
                        <a:t>Criteria Here</a:t>
                      </a:r>
                      <a:endParaRPr lang="en-US" sz="1600">
                        <a:solidFill>
                          <a:schemeClr val="tx1"/>
                        </a:solidFill>
                      </a:endParaRPr>
                    </a:p>
                  </a:txBody>
                  <a:tcPr marL="121888" marR="121888"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2400">
                          <a:sym typeface="Wingdings"/>
                        </a:rPr>
                        <a:t></a:t>
                      </a:r>
                      <a:endParaRPr lang="en-US" sz="2400">
                        <a:solidFill>
                          <a:schemeClr val="accent5"/>
                        </a:solidFill>
                      </a:endParaRPr>
                    </a:p>
                  </a:txBody>
                  <a:tcPr marL="121888" marR="121888"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2400">
                          <a:sym typeface="Wingdings"/>
                        </a:rPr>
                        <a:t></a:t>
                      </a:r>
                      <a:endParaRPr lang="en-US" sz="2400">
                        <a:solidFill>
                          <a:schemeClr val="accent4"/>
                        </a:solidFill>
                      </a:endParaRPr>
                    </a:p>
                  </a:txBody>
                  <a:tcPr marL="121888" marR="121888"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ctr"/>
                      <a:r>
                        <a:rPr lang="en-US" sz="2400">
                          <a:solidFill>
                            <a:schemeClr val="accent6"/>
                          </a:solidFill>
                          <a:sym typeface="Wingdings"/>
                        </a:rPr>
                        <a:t></a:t>
                      </a:r>
                      <a:endParaRPr lang="en-US" sz="2400">
                        <a:solidFill>
                          <a:schemeClr val="accent6"/>
                        </a:solidFill>
                      </a:endParaRPr>
                    </a:p>
                  </a:txBody>
                  <a:tcPr marL="121888" marR="121888" marT="34290" marB="3429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bl>
          </a:graphicData>
        </a:graphic>
      </p:graphicFrame>
      <p:sp>
        <p:nvSpPr>
          <p:cNvPr id="10" name="TextBox 9">
            <a:extLst>
              <a:ext uri="{FF2B5EF4-FFF2-40B4-BE49-F238E27FC236}">
                <a16:creationId xmlns:a16="http://schemas.microsoft.com/office/drawing/2014/main" id="{20D2687F-E282-4D07-AECD-85D450077E9E}"/>
              </a:ext>
            </a:extLst>
          </p:cNvPr>
          <p:cNvSpPr txBox="1"/>
          <p:nvPr/>
        </p:nvSpPr>
        <p:spPr>
          <a:xfrm>
            <a:off x="611029" y="5952553"/>
            <a:ext cx="10969943" cy="228599"/>
          </a:xfrm>
          <a:prstGeom prst="rect">
            <a:avLst/>
          </a:prstGeom>
          <a:noFill/>
        </p:spPr>
        <p:txBody>
          <a:bodyPr wrap="square" lIns="0" tIns="0" rIns="0" bIns="0" rtlCol="0">
            <a:noAutofit/>
          </a:bodyPr>
          <a:lstStyle/>
          <a:p>
            <a:pPr algn="ctr"/>
            <a:r>
              <a:rPr lang="en-US" sz="1400"/>
              <a:t>Checkmarks shown are symbols and can be copied and pasted into any desired cell within the table</a:t>
            </a:r>
          </a:p>
        </p:txBody>
      </p:sp>
    </p:spTree>
    <p:extLst>
      <p:ext uri="{BB962C8B-B14F-4D97-AF65-F5344CB8AC3E}">
        <p14:creationId xmlns:p14="http://schemas.microsoft.com/office/powerpoint/2010/main" val="217434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Sample Matrix: Project Status Update</a:t>
            </a:r>
          </a:p>
        </p:txBody>
      </p:sp>
      <p:graphicFrame>
        <p:nvGraphicFramePr>
          <p:cNvPr id="13" name="Content Placeholder 9">
            <a:extLst>
              <a:ext uri="{FF2B5EF4-FFF2-40B4-BE49-F238E27FC236}">
                <a16:creationId xmlns:a16="http://schemas.microsoft.com/office/drawing/2014/main" id="{3730D042-26E9-41CC-8ECA-4E061E3A3B2E}"/>
              </a:ext>
            </a:extLst>
          </p:cNvPr>
          <p:cNvGraphicFramePr>
            <a:graphicFrameLocks/>
          </p:cNvGraphicFramePr>
          <p:nvPr/>
        </p:nvGraphicFramePr>
        <p:xfrm>
          <a:off x="342901" y="1562100"/>
          <a:ext cx="11506200" cy="3924491"/>
        </p:xfrm>
        <a:graphic>
          <a:graphicData uri="http://schemas.openxmlformats.org/drawingml/2006/table">
            <a:tbl>
              <a:tblPr firstRow="1" bandRow="1">
                <a:tableStyleId>{073A0DAA-6AF3-43AB-8588-CEC1D06C72B9}</a:tableStyleId>
              </a:tblPr>
              <a:tblGrid>
                <a:gridCol w="3242656">
                  <a:extLst>
                    <a:ext uri="{9D8B030D-6E8A-4147-A177-3AD203B41FA5}">
                      <a16:colId xmlns:a16="http://schemas.microsoft.com/office/drawing/2014/main" val="20000"/>
                    </a:ext>
                  </a:extLst>
                </a:gridCol>
                <a:gridCol w="6694516">
                  <a:extLst>
                    <a:ext uri="{9D8B030D-6E8A-4147-A177-3AD203B41FA5}">
                      <a16:colId xmlns:a16="http://schemas.microsoft.com/office/drawing/2014/main" val="20001"/>
                    </a:ext>
                  </a:extLst>
                </a:gridCol>
                <a:gridCol w="1569028">
                  <a:extLst>
                    <a:ext uri="{9D8B030D-6E8A-4147-A177-3AD203B41FA5}">
                      <a16:colId xmlns:a16="http://schemas.microsoft.com/office/drawing/2014/main" val="20002"/>
                    </a:ext>
                  </a:extLst>
                </a:gridCol>
              </a:tblGrid>
              <a:tr h="484766">
                <a:tc>
                  <a:txBody>
                    <a:bodyPr/>
                    <a:lstStyle/>
                    <a:p>
                      <a:pPr algn="l"/>
                      <a:r>
                        <a:rPr lang="en-US" sz="1800">
                          <a:latin typeface="+mn-lt"/>
                        </a:rPr>
                        <a:t>Project</a:t>
                      </a:r>
                    </a:p>
                  </a:txBody>
                  <a:tcPr marL="182832" marR="182832" marT="102870" marB="10287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solidFill>
                  </a:tcPr>
                </a:tc>
                <a:tc>
                  <a:txBody>
                    <a:bodyPr/>
                    <a:lstStyle/>
                    <a:p>
                      <a:pPr algn="l"/>
                      <a:r>
                        <a:rPr lang="en-US" sz="1800">
                          <a:latin typeface="+mn-lt"/>
                        </a:rPr>
                        <a:t>Progress</a:t>
                      </a:r>
                    </a:p>
                  </a:txBody>
                  <a:tcPr marL="182832" marR="182832" marT="102870" marB="10287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solidFill>
                  </a:tcPr>
                </a:tc>
                <a:tc>
                  <a:txBody>
                    <a:bodyPr/>
                    <a:lstStyle/>
                    <a:p>
                      <a:pPr algn="ctr"/>
                      <a:r>
                        <a:rPr lang="en-US" sz="1800">
                          <a:latin typeface="+mn-lt"/>
                        </a:rPr>
                        <a:t>Status</a:t>
                      </a:r>
                    </a:p>
                  </a:txBody>
                  <a:tcPr marL="182832" marR="182832" marT="102870" marB="10287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0"/>
                  </a:ext>
                </a:extLst>
              </a:tr>
              <a:tr h="1146575">
                <a:tc>
                  <a:txBody>
                    <a:bodyPr/>
                    <a:lstStyle/>
                    <a:p>
                      <a:pPr>
                        <a:lnSpc>
                          <a:spcPct val="90000"/>
                        </a:lnSpc>
                      </a:pPr>
                      <a:r>
                        <a:rPr lang="en-US" sz="1800">
                          <a:latin typeface="+mn-lt"/>
                        </a:rPr>
                        <a:t>Project Name</a:t>
                      </a:r>
                      <a:endParaRPr lang="en-US" sz="1800" b="1">
                        <a:latin typeface="+mn-lt"/>
                      </a:endParaRPr>
                    </a:p>
                  </a:txBody>
                  <a:tcPr marL="182832" marR="182832" marT="102870" marB="10287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2">
                        <a:lumMod val="40000"/>
                        <a:lumOff val="60000"/>
                      </a:schemeClr>
                    </a:solidFill>
                  </a:tcPr>
                </a:tc>
                <a:tc>
                  <a:txBody>
                    <a:bodyPr/>
                    <a:lstStyle/>
                    <a:p>
                      <a:pPr marL="285750" indent="-285750">
                        <a:lnSpc>
                          <a:spcPct val="90000"/>
                        </a:lnSpc>
                        <a:spcAft>
                          <a:spcPts val="600"/>
                        </a:spcAft>
                        <a:buClr>
                          <a:schemeClr val="tx1"/>
                        </a:buClr>
                        <a:buSzPct val="100000"/>
                        <a:buFont typeface="Arial" panose="020B0604020202020204" pitchFamily="34" charset="0"/>
                        <a:buChar char="•"/>
                      </a:pPr>
                      <a:r>
                        <a:rPr lang="en-US" sz="1600">
                          <a:latin typeface="+mn-lt"/>
                        </a:rPr>
                        <a:t>Details here</a:t>
                      </a:r>
                    </a:p>
                    <a:p>
                      <a:pPr marL="285750" indent="-285750">
                        <a:lnSpc>
                          <a:spcPct val="90000"/>
                        </a:lnSpc>
                        <a:spcAft>
                          <a:spcPts val="600"/>
                        </a:spcAft>
                        <a:buClr>
                          <a:schemeClr val="tx1"/>
                        </a:buClr>
                        <a:buSzPct val="100000"/>
                        <a:buFont typeface="Arial" panose="020B0604020202020204" pitchFamily="34" charset="0"/>
                        <a:buChar char="•"/>
                      </a:pPr>
                      <a:r>
                        <a:rPr lang="en-US" sz="1600">
                          <a:latin typeface="+mn-lt"/>
                        </a:rPr>
                        <a:t>Details here</a:t>
                      </a:r>
                    </a:p>
                    <a:p>
                      <a:pPr marL="285750" indent="-285750">
                        <a:lnSpc>
                          <a:spcPct val="90000"/>
                        </a:lnSpc>
                        <a:spcAft>
                          <a:spcPts val="600"/>
                        </a:spcAft>
                        <a:buClr>
                          <a:schemeClr val="tx1"/>
                        </a:buClr>
                        <a:buSzPct val="100000"/>
                        <a:buFont typeface="Arial" panose="020B0604020202020204" pitchFamily="34" charset="0"/>
                        <a:buChar char="•"/>
                      </a:pPr>
                      <a:r>
                        <a:rPr lang="en-US" sz="1600">
                          <a:latin typeface="+mn-lt"/>
                        </a:rPr>
                        <a:t>Details here</a:t>
                      </a:r>
                    </a:p>
                  </a:txBody>
                  <a:tcPr marL="182832" marR="182832" marT="102870" marB="10287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2">
                        <a:lumMod val="40000"/>
                        <a:lumOff val="60000"/>
                      </a:schemeClr>
                    </a:solidFill>
                  </a:tcPr>
                </a:tc>
                <a:tc>
                  <a:txBody>
                    <a:bodyPr/>
                    <a:lstStyle/>
                    <a:p>
                      <a:pPr marL="0" marR="0" lvl="0" indent="0" algn="ctr" defTabSz="914192" rtl="0" eaLnBrk="1" fontAlgn="auto" latinLnBrk="0" hangingPunct="1">
                        <a:lnSpc>
                          <a:spcPct val="100000"/>
                        </a:lnSpc>
                        <a:spcBef>
                          <a:spcPts val="0"/>
                        </a:spcBef>
                        <a:spcAft>
                          <a:spcPts val="0"/>
                        </a:spcAft>
                        <a:buClrTx/>
                        <a:buSzTx/>
                        <a:buFontTx/>
                        <a:buNone/>
                        <a:tabLst/>
                        <a:defRPr/>
                      </a:pPr>
                      <a:r>
                        <a:rPr lang="en-US" sz="7200">
                          <a:solidFill>
                            <a:schemeClr val="accent2"/>
                          </a:solidFill>
                          <a:latin typeface="+mn-lt"/>
                        </a:rPr>
                        <a:t>•</a:t>
                      </a:r>
                    </a:p>
                  </a:txBody>
                  <a:tcPr marL="182832" marR="182832"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2">
                        <a:lumMod val="40000"/>
                        <a:lumOff val="60000"/>
                      </a:schemeClr>
                    </a:solidFill>
                  </a:tcPr>
                </a:tc>
                <a:extLst>
                  <a:ext uri="{0D108BD9-81ED-4DB2-BD59-A6C34878D82A}">
                    <a16:rowId xmlns:a16="http://schemas.microsoft.com/office/drawing/2014/main" val="10001"/>
                  </a:ext>
                </a:extLst>
              </a:tr>
              <a:tr h="1146575">
                <a:tc>
                  <a:txBody>
                    <a:bodyPr/>
                    <a:lstStyle/>
                    <a:p>
                      <a:pPr>
                        <a:lnSpc>
                          <a:spcPct val="90000"/>
                        </a:lnSpc>
                      </a:pPr>
                      <a:r>
                        <a:rPr lang="en-US" sz="1800">
                          <a:latin typeface="+mn-lt"/>
                        </a:rPr>
                        <a:t>Project Name</a:t>
                      </a:r>
                      <a:endParaRPr lang="en-US" sz="1800" b="1">
                        <a:latin typeface="+mn-lt"/>
                      </a:endParaRPr>
                    </a:p>
                  </a:txBody>
                  <a:tcPr marL="182832" marR="182832" marT="102870" marB="10287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285750" indent="-285750" algn="l" defTabSz="914400" rtl="0" eaLnBrk="1" latinLnBrk="0" hangingPunct="1">
                        <a:lnSpc>
                          <a:spcPct val="90000"/>
                        </a:lnSpc>
                        <a:spcAft>
                          <a:spcPts val="600"/>
                        </a:spcAft>
                        <a:buClr>
                          <a:schemeClr val="tx1"/>
                        </a:buClr>
                        <a:buSzPct val="100000"/>
                        <a:buFont typeface="Arial" panose="020B0604020202020204" pitchFamily="34" charset="0"/>
                        <a:buChar char="•"/>
                      </a:pPr>
                      <a:r>
                        <a:rPr lang="en-US" sz="1600" kern="1200">
                          <a:latin typeface="+mn-lt"/>
                        </a:rPr>
                        <a:t>Details here</a:t>
                      </a:r>
                    </a:p>
                    <a:p>
                      <a:pPr marL="285750" indent="-285750" algn="l" defTabSz="914400" rtl="0" eaLnBrk="1" latinLnBrk="0" hangingPunct="1">
                        <a:lnSpc>
                          <a:spcPct val="90000"/>
                        </a:lnSpc>
                        <a:spcAft>
                          <a:spcPts val="600"/>
                        </a:spcAft>
                        <a:buClr>
                          <a:schemeClr val="tx1"/>
                        </a:buClr>
                        <a:buSzPct val="100000"/>
                        <a:buFont typeface="Arial" panose="020B0604020202020204" pitchFamily="34" charset="0"/>
                        <a:buChar char="•"/>
                      </a:pPr>
                      <a:r>
                        <a:rPr lang="en-US" sz="1600" kern="1200">
                          <a:latin typeface="+mn-lt"/>
                        </a:rPr>
                        <a:t>Details here</a:t>
                      </a:r>
                    </a:p>
                    <a:p>
                      <a:pPr marL="285750" indent="-285750" algn="l" defTabSz="914400" rtl="0" eaLnBrk="1" latinLnBrk="0" hangingPunct="1">
                        <a:lnSpc>
                          <a:spcPct val="90000"/>
                        </a:lnSpc>
                        <a:spcAft>
                          <a:spcPts val="600"/>
                        </a:spcAft>
                        <a:buClr>
                          <a:schemeClr val="tx1"/>
                        </a:buClr>
                        <a:buSzPct val="100000"/>
                        <a:buFont typeface="Arial" panose="020B0604020202020204" pitchFamily="34" charset="0"/>
                        <a:buChar char="•"/>
                      </a:pPr>
                      <a:r>
                        <a:rPr lang="en-US" sz="1600" kern="1200">
                          <a:latin typeface="+mn-lt"/>
                        </a:rPr>
                        <a:t>Details here</a:t>
                      </a:r>
                      <a:endParaRPr lang="en-US" sz="1600" kern="1200">
                        <a:solidFill>
                          <a:schemeClr val="dk1"/>
                        </a:solidFill>
                        <a:latin typeface="+mn-lt"/>
                        <a:ea typeface="+mn-ea"/>
                        <a:cs typeface="+mn-cs"/>
                      </a:endParaRPr>
                    </a:p>
                  </a:txBody>
                  <a:tcPr marL="182832" marR="182832" marT="102870" marB="10287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ctr" defTabSz="914192" rtl="0" eaLnBrk="1" fontAlgn="auto" latinLnBrk="0" hangingPunct="1">
                        <a:lnSpc>
                          <a:spcPct val="100000"/>
                        </a:lnSpc>
                        <a:spcBef>
                          <a:spcPts val="0"/>
                        </a:spcBef>
                        <a:spcAft>
                          <a:spcPts val="0"/>
                        </a:spcAft>
                        <a:buClrTx/>
                        <a:buSzTx/>
                        <a:buFontTx/>
                        <a:buNone/>
                        <a:tabLst/>
                        <a:defRPr/>
                      </a:pPr>
                      <a:r>
                        <a:rPr lang="en-US" sz="7200">
                          <a:solidFill>
                            <a:schemeClr val="accent4"/>
                          </a:solidFill>
                          <a:latin typeface="+mn-lt"/>
                        </a:rPr>
                        <a:t>•</a:t>
                      </a:r>
                    </a:p>
                  </a:txBody>
                  <a:tcPr marL="182832" marR="182832"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1146575">
                <a:tc>
                  <a:txBody>
                    <a:bodyPr/>
                    <a:lstStyle/>
                    <a:p>
                      <a:pPr>
                        <a:lnSpc>
                          <a:spcPct val="90000"/>
                        </a:lnSpc>
                      </a:pPr>
                      <a:r>
                        <a:rPr lang="en-US" sz="1800">
                          <a:latin typeface="+mn-lt"/>
                        </a:rPr>
                        <a:t>Project Name</a:t>
                      </a:r>
                      <a:endParaRPr lang="en-US" sz="1800" b="1">
                        <a:latin typeface="+mn-lt"/>
                      </a:endParaRPr>
                    </a:p>
                  </a:txBody>
                  <a:tcPr marL="182832" marR="182832" marT="102870" marB="10287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40000"/>
                        <a:lumOff val="60000"/>
                      </a:schemeClr>
                    </a:solidFill>
                  </a:tcPr>
                </a:tc>
                <a:tc>
                  <a:txBody>
                    <a:bodyPr/>
                    <a:lstStyle/>
                    <a:p>
                      <a:pPr marL="285750" indent="-285750" algn="l" defTabSz="914400" rtl="0" eaLnBrk="1" latinLnBrk="0" hangingPunct="1">
                        <a:lnSpc>
                          <a:spcPct val="90000"/>
                        </a:lnSpc>
                        <a:spcAft>
                          <a:spcPts val="600"/>
                        </a:spcAft>
                        <a:buClr>
                          <a:schemeClr val="tx1"/>
                        </a:buClr>
                        <a:buSzPct val="100000"/>
                        <a:buFont typeface="Arial" panose="020B0604020202020204" pitchFamily="34" charset="0"/>
                        <a:buChar char="•"/>
                      </a:pPr>
                      <a:r>
                        <a:rPr lang="en-US" sz="1600" kern="1200">
                          <a:latin typeface="+mn-lt"/>
                        </a:rPr>
                        <a:t>Details here</a:t>
                      </a:r>
                    </a:p>
                    <a:p>
                      <a:pPr marL="285750" indent="-285750" algn="l" defTabSz="914400" rtl="0" eaLnBrk="1" latinLnBrk="0" hangingPunct="1">
                        <a:lnSpc>
                          <a:spcPct val="90000"/>
                        </a:lnSpc>
                        <a:spcAft>
                          <a:spcPts val="600"/>
                        </a:spcAft>
                        <a:buClr>
                          <a:schemeClr val="tx1"/>
                        </a:buClr>
                        <a:buSzPct val="100000"/>
                        <a:buFont typeface="Arial" panose="020B0604020202020204" pitchFamily="34" charset="0"/>
                        <a:buChar char="•"/>
                      </a:pPr>
                      <a:r>
                        <a:rPr lang="en-US" sz="1600" kern="1200">
                          <a:latin typeface="+mn-lt"/>
                        </a:rPr>
                        <a:t>Details here</a:t>
                      </a:r>
                    </a:p>
                    <a:p>
                      <a:pPr marL="285750" indent="-285750" algn="l" defTabSz="914400" rtl="0" eaLnBrk="1" latinLnBrk="0" hangingPunct="1">
                        <a:lnSpc>
                          <a:spcPct val="90000"/>
                        </a:lnSpc>
                        <a:spcAft>
                          <a:spcPts val="600"/>
                        </a:spcAft>
                        <a:buClr>
                          <a:schemeClr val="tx1"/>
                        </a:buClr>
                        <a:buSzPct val="100000"/>
                        <a:buFont typeface="Arial" panose="020B0604020202020204" pitchFamily="34" charset="0"/>
                        <a:buChar char="•"/>
                      </a:pPr>
                      <a:r>
                        <a:rPr lang="en-US" sz="1600" kern="1200">
                          <a:latin typeface="+mn-lt"/>
                        </a:rPr>
                        <a:t>Details here</a:t>
                      </a:r>
                      <a:endParaRPr lang="en-US" sz="1600" kern="1200">
                        <a:solidFill>
                          <a:schemeClr val="dk1"/>
                        </a:solidFill>
                        <a:latin typeface="+mn-lt"/>
                        <a:ea typeface="+mn-ea"/>
                        <a:cs typeface="+mn-cs"/>
                      </a:endParaRPr>
                    </a:p>
                  </a:txBody>
                  <a:tcPr marL="182832" marR="182832" marT="102870" marB="10287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40000"/>
                        <a:lumOff val="60000"/>
                      </a:schemeClr>
                    </a:solidFill>
                  </a:tcPr>
                </a:tc>
                <a:tc>
                  <a:txBody>
                    <a:bodyPr/>
                    <a:lstStyle/>
                    <a:p>
                      <a:pPr marL="0" marR="0" lvl="0" indent="0" algn="ctr" defTabSz="914192" rtl="0" eaLnBrk="1" fontAlgn="auto" latinLnBrk="0" hangingPunct="1">
                        <a:lnSpc>
                          <a:spcPct val="100000"/>
                        </a:lnSpc>
                        <a:spcBef>
                          <a:spcPts val="0"/>
                        </a:spcBef>
                        <a:spcAft>
                          <a:spcPts val="0"/>
                        </a:spcAft>
                        <a:buClrTx/>
                        <a:buSzTx/>
                        <a:buFontTx/>
                        <a:buNone/>
                        <a:tabLst/>
                        <a:defRPr/>
                      </a:pPr>
                      <a:r>
                        <a:rPr lang="en-US" sz="7200">
                          <a:solidFill>
                            <a:schemeClr val="accent6"/>
                          </a:solidFill>
                          <a:latin typeface="+mn-lt"/>
                        </a:rPr>
                        <a:t>•</a:t>
                      </a:r>
                    </a:p>
                  </a:txBody>
                  <a:tcPr marL="182832" marR="182832"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2">
                        <a:lumMod val="40000"/>
                        <a:lumOff val="60000"/>
                      </a:schemeClr>
                    </a:solidFill>
                  </a:tcPr>
                </a:tc>
                <a:extLst>
                  <a:ext uri="{0D108BD9-81ED-4DB2-BD59-A6C34878D82A}">
                    <a16:rowId xmlns:a16="http://schemas.microsoft.com/office/drawing/2014/main" val="10003"/>
                  </a:ext>
                </a:extLst>
              </a:tr>
            </a:tbl>
          </a:graphicData>
        </a:graphic>
      </p:graphicFrame>
      <p:sp>
        <p:nvSpPr>
          <p:cNvPr id="14" name="TextBox 13">
            <a:extLst>
              <a:ext uri="{FF2B5EF4-FFF2-40B4-BE49-F238E27FC236}">
                <a16:creationId xmlns:a16="http://schemas.microsoft.com/office/drawing/2014/main" id="{C65F58E8-CDE0-4786-9F4C-69EB47A67DBD}"/>
              </a:ext>
            </a:extLst>
          </p:cNvPr>
          <p:cNvSpPr txBox="1"/>
          <p:nvPr/>
        </p:nvSpPr>
        <p:spPr>
          <a:xfrm>
            <a:off x="7831138" y="5512057"/>
            <a:ext cx="3859795" cy="304800"/>
          </a:xfrm>
          <a:prstGeom prst="rect">
            <a:avLst/>
          </a:prstGeom>
          <a:noFill/>
        </p:spPr>
        <p:txBody>
          <a:bodyPr wrap="none" lIns="0" tIns="0" rIns="0" bIns="0" rtlCol="0" anchor="ctr">
            <a:noAutofit/>
          </a:bodyPr>
          <a:lstStyle/>
          <a:p>
            <a:pPr lvl="0" algn="r"/>
            <a:r>
              <a:rPr lang="en-US" sz="3600" baseline="-10000">
                <a:solidFill>
                  <a:schemeClr val="accent2"/>
                </a:solidFill>
              </a:rPr>
              <a:t>•</a:t>
            </a:r>
            <a:r>
              <a:rPr lang="en-US" sz="1400">
                <a:solidFill>
                  <a:prstClr val="black"/>
                </a:solidFill>
              </a:rPr>
              <a:t> Text here  </a:t>
            </a:r>
            <a:r>
              <a:rPr lang="en-US" sz="3600" baseline="-10000">
                <a:solidFill>
                  <a:schemeClr val="accent4"/>
                </a:solidFill>
              </a:rPr>
              <a:t>•</a:t>
            </a:r>
            <a:r>
              <a:rPr lang="en-US" sz="1400">
                <a:solidFill>
                  <a:prstClr val="black"/>
                </a:solidFill>
              </a:rPr>
              <a:t> Text here   </a:t>
            </a:r>
            <a:r>
              <a:rPr lang="en-US" sz="3600" baseline="-10000">
                <a:solidFill>
                  <a:schemeClr val="accent6"/>
                </a:solidFill>
              </a:rPr>
              <a:t>•</a:t>
            </a:r>
            <a:r>
              <a:rPr lang="en-US" sz="1400">
                <a:solidFill>
                  <a:prstClr val="black"/>
                </a:solidFill>
              </a:rPr>
              <a:t> Text here</a:t>
            </a:r>
          </a:p>
        </p:txBody>
      </p:sp>
      <p:sp>
        <p:nvSpPr>
          <p:cNvPr id="6" name="TextBox 5">
            <a:extLst>
              <a:ext uri="{FF2B5EF4-FFF2-40B4-BE49-F238E27FC236}">
                <a16:creationId xmlns:a16="http://schemas.microsoft.com/office/drawing/2014/main" id="{AA2624EF-29BC-46E1-A3F1-CCEF3E745CE2}"/>
              </a:ext>
            </a:extLst>
          </p:cNvPr>
          <p:cNvSpPr txBox="1"/>
          <p:nvPr/>
        </p:nvSpPr>
        <p:spPr>
          <a:xfrm>
            <a:off x="611029" y="5952553"/>
            <a:ext cx="10969943" cy="228599"/>
          </a:xfrm>
          <a:prstGeom prst="rect">
            <a:avLst/>
          </a:prstGeom>
          <a:noFill/>
        </p:spPr>
        <p:txBody>
          <a:bodyPr wrap="square" lIns="0" tIns="0" rIns="0" bIns="0" rtlCol="0">
            <a:noAutofit/>
          </a:bodyPr>
          <a:lstStyle/>
          <a:p>
            <a:pPr algn="ctr"/>
            <a:r>
              <a:rPr lang="en-US" sz="1400"/>
              <a:t>Status indicators are symbols; change color using Font Fill button</a:t>
            </a:r>
          </a:p>
        </p:txBody>
      </p:sp>
    </p:spTree>
    <p:extLst>
      <p:ext uri="{BB962C8B-B14F-4D97-AF65-F5344CB8AC3E}">
        <p14:creationId xmlns:p14="http://schemas.microsoft.com/office/powerpoint/2010/main" val="1095641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Revenues Over 3 Years</a:t>
            </a:r>
          </a:p>
        </p:txBody>
      </p:sp>
      <p:graphicFrame>
        <p:nvGraphicFramePr>
          <p:cNvPr id="13" name="Content Placeholder 4">
            <a:extLst>
              <a:ext uri="{FF2B5EF4-FFF2-40B4-BE49-F238E27FC236}">
                <a16:creationId xmlns:a16="http://schemas.microsoft.com/office/drawing/2014/main" id="{F173F920-4817-4CBA-9885-51F697BEE6CF}"/>
              </a:ext>
            </a:extLst>
          </p:cNvPr>
          <p:cNvGraphicFramePr>
            <a:graphicFrameLocks/>
          </p:cNvGraphicFramePr>
          <p:nvPr/>
        </p:nvGraphicFramePr>
        <p:xfrm>
          <a:off x="269270" y="1500074"/>
          <a:ext cx="10343312" cy="4637290"/>
        </p:xfrm>
        <a:graphic>
          <a:graphicData uri="http://schemas.openxmlformats.org/drawingml/2006/chart">
            <c:chart xmlns:c="http://schemas.openxmlformats.org/drawingml/2006/chart" xmlns:r="http://schemas.openxmlformats.org/officeDocument/2006/relationships" r:id="rId3"/>
          </a:graphicData>
        </a:graphic>
      </p:graphicFrame>
      <p:sp>
        <p:nvSpPr>
          <p:cNvPr id="14" name="Rectangle 13">
            <a:extLst>
              <a:ext uri="{FF2B5EF4-FFF2-40B4-BE49-F238E27FC236}">
                <a16:creationId xmlns:a16="http://schemas.microsoft.com/office/drawing/2014/main" id="{0B139E4A-4D57-42C5-B9F5-40151B8EBFCD}"/>
              </a:ext>
            </a:extLst>
          </p:cNvPr>
          <p:cNvSpPr/>
          <p:nvPr/>
        </p:nvSpPr>
        <p:spPr>
          <a:xfrm>
            <a:off x="4692075" y="4379046"/>
            <a:ext cx="1352224" cy="390075"/>
          </a:xfrm>
          <a:prstGeom prst="rect">
            <a:avLst/>
          </a:prstGeom>
          <a:no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456725"/>
            <a:r>
              <a:rPr lang="en-US">
                <a:solidFill>
                  <a:schemeClr val="accent6"/>
                </a:solidFill>
              </a:rPr>
              <a:t>launch</a:t>
            </a:r>
          </a:p>
        </p:txBody>
      </p:sp>
      <p:sp>
        <p:nvSpPr>
          <p:cNvPr id="15" name="Oval 33">
            <a:extLst>
              <a:ext uri="{FF2B5EF4-FFF2-40B4-BE49-F238E27FC236}">
                <a16:creationId xmlns:a16="http://schemas.microsoft.com/office/drawing/2014/main" id="{95348832-09B9-44E8-B5A6-23B4972118E8}"/>
              </a:ext>
            </a:extLst>
          </p:cNvPr>
          <p:cNvSpPr>
            <a:spLocks noChangeArrowheads="1"/>
          </p:cNvSpPr>
          <p:nvPr/>
        </p:nvSpPr>
        <p:spPr bwMode="auto">
          <a:xfrm>
            <a:off x="5234210" y="4906257"/>
            <a:ext cx="261059" cy="261059"/>
          </a:xfrm>
          <a:prstGeom prst="ellipse">
            <a:avLst/>
          </a:prstGeom>
          <a:solidFill>
            <a:schemeClr val="accent6"/>
          </a:solidFill>
          <a:ln w="53975" algn="ctr">
            <a:solidFill>
              <a:schemeClr val="bg1"/>
            </a:solidFill>
            <a:round/>
            <a:headEnd/>
            <a:tailEnd/>
          </a:ln>
          <a:effectLst>
            <a:outerShdw blurRad="50800" dir="2700000" algn="tl" rotWithShape="0">
              <a:prstClr val="black"/>
            </a:outerShdw>
          </a:effectLst>
        </p:spPr>
        <p:txBody>
          <a:bodyPr wrap="none" anchor="ctr"/>
          <a:lstStyle/>
          <a:p>
            <a:pPr algn="ctr">
              <a:lnSpc>
                <a:spcPct val="90000"/>
              </a:lnSpc>
              <a:spcBef>
                <a:spcPct val="50000"/>
              </a:spcBef>
            </a:pPr>
            <a:endParaRPr lang="en-US" sz="2400" b="1">
              <a:solidFill>
                <a:srgbClr val="000000"/>
              </a:solidFill>
            </a:endParaRPr>
          </a:p>
        </p:txBody>
      </p:sp>
      <p:sp>
        <p:nvSpPr>
          <p:cNvPr id="16" name="Left Arrow 4">
            <a:extLst>
              <a:ext uri="{FF2B5EF4-FFF2-40B4-BE49-F238E27FC236}">
                <a16:creationId xmlns:a16="http://schemas.microsoft.com/office/drawing/2014/main" id="{919B7174-837B-4AB1-8F5F-C66AB8B0D320}"/>
              </a:ext>
            </a:extLst>
          </p:cNvPr>
          <p:cNvSpPr/>
          <p:nvPr/>
        </p:nvSpPr>
        <p:spPr>
          <a:xfrm>
            <a:off x="10224655" y="1742241"/>
            <a:ext cx="1624445" cy="723033"/>
          </a:xfrm>
          <a:prstGeom prst="leftArrow">
            <a:avLst>
              <a:gd name="adj1" fmla="val 100000"/>
              <a:gd name="adj2" fmla="val 30320"/>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defTabSz="608860"/>
            <a:r>
              <a:rPr lang="en-US" sz="2400" b="1">
                <a:solidFill>
                  <a:prstClr val="white"/>
                </a:solidFill>
              </a:rPr>
              <a:t>+X%</a:t>
            </a:r>
          </a:p>
          <a:p>
            <a:pPr algn="ctr" defTabSz="608860"/>
            <a:r>
              <a:rPr lang="en-US" sz="1200">
                <a:solidFill>
                  <a:prstClr val="white"/>
                </a:solidFill>
              </a:rPr>
              <a:t>revenue growth</a:t>
            </a:r>
          </a:p>
        </p:txBody>
      </p:sp>
    </p:spTree>
    <p:extLst>
      <p:ext uri="{BB962C8B-B14F-4D97-AF65-F5344CB8AC3E}">
        <p14:creationId xmlns:p14="http://schemas.microsoft.com/office/powerpoint/2010/main" val="3678264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8654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28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UNT" val="12"/>
</p:tagLst>
</file>

<file path=ppt/theme/theme1.xml><?xml version="1.0" encoding="utf-8"?>
<a:theme xmlns:a="http://schemas.openxmlformats.org/drawingml/2006/main" name="Fortinet Master Template">
  <a:themeElements>
    <a:clrScheme name="Fortinet 1">
      <a:dk1>
        <a:srgbClr val="000000"/>
      </a:dk1>
      <a:lt1>
        <a:srgbClr val="FFFFFF"/>
      </a:lt1>
      <a:dk2>
        <a:srgbClr val="B3B3B3"/>
      </a:dk2>
      <a:lt2>
        <a:srgbClr val="F0F0F0"/>
      </a:lt2>
      <a:accent1>
        <a:srgbClr val="3BB17E"/>
      </a:accent1>
      <a:accent2>
        <a:srgbClr val="2CCCD3"/>
      </a:accent2>
      <a:accent3>
        <a:srgbClr val="307FE2"/>
      </a:accent3>
      <a:accent4>
        <a:srgbClr val="9063CD"/>
      </a:accent4>
      <a:accent5>
        <a:srgbClr val="A2B2C8"/>
      </a:accent5>
      <a:accent6>
        <a:srgbClr val="DA291C"/>
      </a:accent6>
      <a:hlink>
        <a:srgbClr val="0081E9"/>
      </a:hlink>
      <a:folHlink>
        <a:srgbClr val="307FE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TNT_PPT_16x9_Light_Template(1)" id="{0B032D1B-031F-E14E-A8F4-01897A9EE432}" vid="{9AB235A3-EACC-6B44-BCC7-42860175444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8750</Words>
  <Application>Microsoft Office PowerPoint</Application>
  <PresentationFormat>Widescreen</PresentationFormat>
  <Paragraphs>846</Paragraphs>
  <Slides>55</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55</vt:i4>
      </vt:variant>
    </vt:vector>
  </HeadingPairs>
  <TitlesOfParts>
    <vt:vector size="61" baseType="lpstr">
      <vt:lpstr>Arial</vt:lpstr>
      <vt:lpstr>Arial Nova</vt:lpstr>
      <vt:lpstr>BentonSans Medium</vt:lpstr>
      <vt:lpstr>Calibri</vt:lpstr>
      <vt:lpstr>Wingdings</vt:lpstr>
      <vt:lpstr>Fortinet Master Template</vt:lpstr>
      <vt:lpstr>Updated Color Palette</vt:lpstr>
      <vt:lpstr>Presentation Title; 44pt, white, bottom aligned, up to 2 lines</vt:lpstr>
      <vt:lpstr>Presentation Title; 44pt, black, bottom aligned, up to 2 lines</vt:lpstr>
      <vt:lpstr>Agenda</vt:lpstr>
      <vt:lpstr>Section Title; 44pt, white,  bottom aligned, up to 2 lines</vt:lpstr>
      <vt:lpstr>Section Title; 44pt, black,  bottom aligned, up to 2 lines</vt:lpstr>
      <vt:lpstr>Title and Content Layout, no Bullets</vt:lpstr>
      <vt:lpstr>Title and Content with Subtitle Layout, no Bullets</vt:lpstr>
      <vt:lpstr>Title and Content Layout, Arial Bold 28pt. Color Black</vt:lpstr>
      <vt:lpstr>Two Content Layout with Headers</vt:lpstr>
      <vt:lpstr>Three Content Layout with Headers</vt:lpstr>
      <vt:lpstr>Sample Stacked Column Chart</vt:lpstr>
      <vt:lpstr>Sample Line Chart</vt:lpstr>
      <vt:lpstr>Sample Line Chart with Marker</vt:lpstr>
      <vt:lpstr>Sample Pie Chart</vt:lpstr>
      <vt:lpstr>Sample Chart Layout</vt:lpstr>
      <vt:lpstr>Chart with Caption Layout</vt:lpstr>
      <vt:lpstr>Sample Chart with Content Layout</vt:lpstr>
      <vt:lpstr>Two Sample Charts</vt:lpstr>
      <vt:lpstr>Three Charts with Headers Layout</vt:lpstr>
      <vt:lpstr>Sample Table</vt:lpstr>
      <vt:lpstr>Sample Table with Highlight</vt:lpstr>
      <vt:lpstr>Sample Organization Chart</vt:lpstr>
      <vt:lpstr>Picture with Content Layout</vt:lpstr>
      <vt:lpstr>Two Pictures with Captions Layout</vt:lpstr>
      <vt:lpstr>Three Pictures with Captions Layout</vt:lpstr>
      <vt:lpstr>Four Pictures with Captions Layout</vt:lpstr>
      <vt:lpstr>Two Panels and Supporting Text</vt:lpstr>
      <vt:lpstr>Three Panels and Supporting Text</vt:lpstr>
      <vt:lpstr>Four Panels and Supporting Text</vt:lpstr>
      <vt:lpstr>Two Panels, Icons, and Supporting Text</vt:lpstr>
      <vt:lpstr>Three Panels, Icons, and Supporting Text</vt:lpstr>
      <vt:lpstr>Four Panels, Icons, and Supporting Text</vt:lpstr>
      <vt:lpstr>Four Panels with Icons</vt:lpstr>
      <vt:lpstr>Two Panels with Pictures and Text</vt:lpstr>
      <vt:lpstr>Three Panels with Pictures and Text</vt:lpstr>
      <vt:lpstr>Four Panels with Pictures and w/Text</vt:lpstr>
      <vt:lpstr>Four Panels with Pictures</vt:lpstr>
      <vt:lpstr>Three Panels and Text</vt:lpstr>
      <vt:lpstr>Four Panels, Icons, and Supporting Text</vt:lpstr>
      <vt:lpstr>Four Panels, Icons, and Supporting Text</vt:lpstr>
      <vt:lpstr>Quadrant Cards with Stats</vt:lpstr>
      <vt:lpstr>Eight Cards, Icons, and Supporting Text</vt:lpstr>
      <vt:lpstr>Sample Process</vt:lpstr>
      <vt:lpstr>Sample Process with Pictures</vt:lpstr>
      <vt:lpstr>Sample Process: Flow Chart</vt:lpstr>
      <vt:lpstr>Sample Process: Flow Chart</vt:lpstr>
      <vt:lpstr>Sample Timeline: Chronological</vt:lpstr>
      <vt:lpstr>Sample Timeline: Product Roadmap</vt:lpstr>
      <vt:lpstr>Sample Timeline: Gantt Chart</vt:lpstr>
      <vt:lpstr>Sample Matrix: Criteria Comparison</vt:lpstr>
      <vt:lpstr>Sample Matrix: Project Status Update</vt:lpstr>
      <vt:lpstr>Revenues Over 3 Years</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Fortinet</dc:creator>
  <cp:keywords/>
  <dc:description/>
  <cp:lastModifiedBy>Fortinet</cp:lastModifiedBy>
  <cp:revision>1</cp:revision>
  <dcterms:created xsi:type="dcterms:W3CDTF">2022-02-14T23:16:15Z</dcterms:created>
  <dcterms:modified xsi:type="dcterms:W3CDTF">2024-02-20T19:09:47Z</dcterms:modified>
  <cp:category/>
</cp:coreProperties>
</file>